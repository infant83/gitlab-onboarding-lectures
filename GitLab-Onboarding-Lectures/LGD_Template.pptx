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26"/>
  </p:notesMasterIdLst>
  <p:handoutMasterIdLst>
    <p:handoutMasterId r:id="rId27"/>
  </p:handoutMasterIdLst>
  <p:sldIdLst>
    <p:sldId id="302" r:id="rId2"/>
    <p:sldId id="314" r:id="rId3"/>
    <p:sldId id="315" r:id="rId4"/>
    <p:sldId id="316" r:id="rId5"/>
    <p:sldId id="317" r:id="rId6"/>
    <p:sldId id="336" r:id="rId7"/>
    <p:sldId id="318" r:id="rId8"/>
    <p:sldId id="319" r:id="rId9"/>
    <p:sldId id="320" r:id="rId10"/>
    <p:sldId id="337" r:id="rId11"/>
    <p:sldId id="322" r:id="rId12"/>
    <p:sldId id="323" r:id="rId13"/>
    <p:sldId id="324" r:id="rId14"/>
    <p:sldId id="335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B6E6CF6-219A-C544-BCCD-82C9D3FECAC0}">
          <p14:sldIdLst>
            <p14:sldId id="302"/>
            <p14:sldId id="314"/>
            <p14:sldId id="315"/>
            <p14:sldId id="316"/>
            <p14:sldId id="317"/>
            <p14:sldId id="336"/>
            <p14:sldId id="318"/>
            <p14:sldId id="319"/>
            <p14:sldId id="320"/>
            <p14:sldId id="337"/>
            <p14:sldId id="322"/>
            <p14:sldId id="323"/>
            <p14:sldId id="324"/>
            <p14:sldId id="335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480" userDrawn="1">
          <p15:clr>
            <a:srgbClr val="A4A3A4"/>
          </p15:clr>
        </p15:guide>
        <p15:guide id="3" orient="horz" pos="1616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386" userDrawn="1">
          <p15:clr>
            <a:srgbClr val="A4A3A4"/>
          </p15:clr>
        </p15:guide>
        <p15:guide id="7" pos="7378" userDrawn="1">
          <p15:clr>
            <a:srgbClr val="A4A3A4"/>
          </p15:clr>
        </p15:guide>
        <p15:guide id="8" pos="937" userDrawn="1">
          <p15:clr>
            <a:srgbClr val="A4A3A4"/>
          </p15:clr>
        </p15:guide>
        <p15:guide id="9" pos="8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AE54"/>
    <a:srgbClr val="2D75B6"/>
    <a:srgbClr val="3A3838"/>
    <a:srgbClr val="D50100"/>
    <a:srgbClr val="FFC9A9"/>
    <a:srgbClr val="F2F2F2"/>
    <a:srgbClr val="DAE4F3"/>
    <a:srgbClr val="DFECF8"/>
    <a:srgbClr val="BE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17" autoAdjust="0"/>
    <p:restoredTop sz="93495" autoAdjust="0"/>
  </p:normalViewPr>
  <p:slideViewPr>
    <p:cSldViewPr showGuides="1">
      <p:cViewPr varScale="1">
        <p:scale>
          <a:sx n="70" d="100"/>
          <a:sy n="70" d="100"/>
        </p:scale>
        <p:origin x="90" y="690"/>
      </p:cViewPr>
      <p:guideLst>
        <p:guide orient="horz" pos="2160"/>
        <p:guide orient="horz" pos="1480"/>
        <p:guide orient="horz" pos="1616"/>
        <p:guide orient="horz" pos="391"/>
        <p:guide pos="3840"/>
        <p:guide pos="3386"/>
        <p:guide pos="7378"/>
        <p:guide pos="937"/>
        <p:guide pos="8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2275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6C835-E120-4134-B60F-ABD596A38320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582BD-E476-477F-BF5D-26D734E8690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4095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743F4-7298-4609-A154-E3A1492A11EA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B1E52-4DF5-4A40-846E-640CADAC57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3041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C250768-0316-FBD4-0AB3-6B98E0838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0866" y="6726506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E6C3FF-1BD9-7148-9A8C-6CE9AAE0EA7B}" type="slidenum">
              <a:t>‹#›</a:t>
            </a:fld>
            <a:endParaRPr kumimoji="1" lang="ko-KR" altLang="en-US" dirty="0"/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424465CC-7EAD-6117-D1DA-14ADDBA5C8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529536" y="5804733"/>
            <a:ext cx="91292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ko-KR" altLang="en-US" dirty="0" err="1"/>
              <a:t>조직명</a:t>
            </a:r>
            <a:r>
              <a:rPr lang="ko-KR" altLang="en-US" dirty="0"/>
              <a:t> </a:t>
            </a:r>
            <a:r>
              <a:rPr lang="en-US" altLang="ko-KR" dirty="0"/>
              <a:t>| </a:t>
            </a:r>
            <a:fld id="{BDDD7157-93B2-3042-A820-98B45A969530}" type="datetimeFigureOut">
              <a:rPr lang="ko-KR" altLang="en-US" smtClean="0"/>
              <a:pPr/>
              <a:t>2026-04-11</a:t>
            </a:fld>
            <a:endParaRPr kumimoji="1" lang="ko-KR" altLang="en-US" dirty="0"/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92496D52-E83C-23DD-6336-B3EF82B48353}"/>
              </a:ext>
            </a:extLst>
          </p:cNvPr>
          <p:cNvSpPr txBox="1">
            <a:spLocks/>
          </p:cNvSpPr>
          <p:nvPr userDrawn="1"/>
        </p:nvSpPr>
        <p:spPr>
          <a:xfrm>
            <a:off x="10550866" y="6726506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FB7D5D-1A50-12C9-FD22-C59B73B69F1D}"/>
              </a:ext>
            </a:extLst>
          </p:cNvPr>
          <p:cNvSpPr/>
          <p:nvPr userDrawn="1"/>
        </p:nvSpPr>
        <p:spPr>
          <a:xfrm>
            <a:off x="156673" y="136520"/>
            <a:ext cx="11878655" cy="657424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sz="1800">
              <a:solidFill>
                <a:prstClr val="white"/>
              </a:solidFill>
            </a:endParaRPr>
          </a:p>
        </p:txBody>
      </p:sp>
      <p:sp>
        <p:nvSpPr>
          <p:cNvPr id="23" name="제목 개체 틀 1">
            <a:extLst>
              <a:ext uri="{FF2B5EF4-FFF2-40B4-BE49-F238E27FC236}">
                <a16:creationId xmlns:a16="http://schemas.microsoft.com/office/drawing/2014/main" id="{A26EA869-B376-9C77-1D6B-C4ED311868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6267" y="137634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kumimoji="1" lang="ko-KR" altLang="en-US" dirty="0"/>
              <a:t>제목 </a:t>
            </a:r>
            <a:r>
              <a:rPr kumimoji="1" lang="en-US" altLang="ko-KR" dirty="0"/>
              <a:t>/ Title</a:t>
            </a:r>
            <a:endParaRPr kumimoji="1" lang="ko-KR" altLang="en-US" dirty="0"/>
          </a:p>
        </p:txBody>
      </p:sp>
      <p:sp>
        <p:nvSpPr>
          <p:cNvPr id="26" name="텍스트 개체 틀 25">
            <a:extLst>
              <a:ext uri="{FF2B5EF4-FFF2-40B4-BE49-F238E27FC236}">
                <a16:creationId xmlns:a16="http://schemas.microsoft.com/office/drawing/2014/main" id="{5BDE42DD-09D6-46FA-5B90-9884671CAA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9662" y="2884488"/>
            <a:ext cx="9739313" cy="2128687"/>
          </a:xfrm>
          <a:prstGeom prst="rect">
            <a:avLst/>
          </a:prstGeom>
        </p:spPr>
        <p:txBody>
          <a:bodyPr/>
          <a:lstStyle>
            <a:lvl1pPr>
              <a:buNone/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b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, </a:t>
            </a:r>
            <a:r>
              <a:rPr lang="ko-KR" altLang="en-US" dirty="0"/>
              <a:t>목차 </a:t>
            </a:r>
            <a:r>
              <a:rPr lang="en-US" altLang="ko-KR" dirty="0"/>
              <a:t>/ Subtitle, Agenda</a:t>
            </a:r>
            <a:endParaRPr lang="ko-KR" altLang="en-US" dirty="0"/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04963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" name="제목 10">
            <a:extLst>
              <a:ext uri="{FF2B5EF4-FFF2-40B4-BE49-F238E27FC236}">
                <a16:creationId xmlns:a16="http://schemas.microsoft.com/office/drawing/2014/main" id="{EEC9474F-4624-B4C5-C07A-B2A8559B9226}"/>
              </a:ext>
            </a:extLst>
          </p:cNvPr>
          <p:cNvSpPr txBox="1">
            <a:spLocks/>
          </p:cNvSpPr>
          <p:nvPr userDrawn="1"/>
        </p:nvSpPr>
        <p:spPr>
          <a:xfrm>
            <a:off x="196734" y="146400"/>
            <a:ext cx="8543925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1800" b="1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0" name="텍스트 개체 틀 4">
            <a:extLst>
              <a:ext uri="{FF2B5EF4-FFF2-40B4-BE49-F238E27FC236}">
                <a16:creationId xmlns:a16="http://schemas.microsoft.com/office/drawing/2014/main" id="{E17E102D-43D7-31D3-462D-36D556711E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1542" y="664938"/>
            <a:ext cx="9491674" cy="32579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>
              <a:buNone/>
              <a:defRPr lang="en-US" altLang="ko-KR" sz="1400" baseline="0" dirty="0" smtClean="0">
                <a:latin typeface="Arial Narrow" panose="020B0606020202030204" pitchFamily="34" charset="0"/>
                <a:ea typeface="LG스마트체2.0 Regular" panose="020B0600000101010101"/>
                <a:cs typeface="LG스마트체2.0 Regular" panose="020B0600000101010101"/>
              </a:defRPr>
            </a:lvl1pPr>
          </a:lstStyle>
          <a:p>
            <a:pPr marL="0" lvl="0">
              <a:lnSpc>
                <a:spcPct val="120000"/>
              </a:lnSpc>
            </a:pPr>
            <a:r>
              <a:rPr lang="ko-KR" altLang="en-US" dirty="0"/>
              <a:t>헤드라인</a:t>
            </a:r>
            <a:endParaRPr lang="en-US" altLang="ko-KR" dirty="0"/>
          </a:p>
        </p:txBody>
      </p:sp>
      <p:sp>
        <p:nvSpPr>
          <p:cNvPr id="22" name="제목 10">
            <a:extLst>
              <a:ext uri="{FF2B5EF4-FFF2-40B4-BE49-F238E27FC236}">
                <a16:creationId xmlns:a16="http://schemas.microsoft.com/office/drawing/2014/main" id="{035B370F-B3CC-C6BA-1190-92DE2361F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7592" y="233905"/>
            <a:ext cx="8523067" cy="3416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b">
            <a:spAutoFit/>
          </a:bodyPr>
          <a:lstStyle>
            <a:lvl1pPr>
              <a:defRPr lang="ko-KR" altLang="en-US" sz="1800" b="1" baseline="0" dirty="0"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B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페이지 제목 </a:t>
            </a:r>
            <a:r>
              <a:rPr lang="en-US" altLang="ko-KR" dirty="0"/>
              <a:t>/ Page title</a:t>
            </a:r>
            <a:endParaRPr lang="ko-KR" altLang="en-US" dirty="0"/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1717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선 연결선 7">
            <a:extLst>
              <a:ext uri="{FF2B5EF4-FFF2-40B4-BE49-F238E27FC236}">
                <a16:creationId xmlns:a16="http://schemas.microsoft.com/office/drawing/2014/main" id="{36CFBAE4-56F1-877E-8A7F-43591BE7C874}"/>
              </a:ext>
            </a:extLst>
          </p:cNvPr>
          <p:cNvSpPr/>
          <p:nvPr userDrawn="1"/>
        </p:nvSpPr>
        <p:spPr>
          <a:xfrm>
            <a:off x="217592" y="611635"/>
            <a:ext cx="11756816" cy="0"/>
          </a:xfrm>
          <a:prstGeom prst="line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" name="텍스트 개체 틀 4">
            <a:extLst>
              <a:ext uri="{FF2B5EF4-FFF2-40B4-BE49-F238E27FC236}">
                <a16:creationId xmlns:a16="http://schemas.microsoft.com/office/drawing/2014/main" id="{A8919840-7AF8-E438-C907-0967EF6BB680}"/>
              </a:ext>
            </a:extLst>
          </p:cNvPr>
          <p:cNvSpPr txBox="1">
            <a:spLocks/>
          </p:cNvSpPr>
          <p:nvPr userDrawn="1"/>
        </p:nvSpPr>
        <p:spPr>
          <a:xfrm>
            <a:off x="341542" y="621591"/>
            <a:ext cx="11443090" cy="3591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600" b="1" kern="1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2.0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endParaRPr lang="en-US" b="0" dirty="0">
              <a:ea typeface="LG스마트체2.0 Regular" panose="020B0600000101010101"/>
            </a:endParaRPr>
          </a:p>
        </p:txBody>
      </p:sp>
      <p:sp>
        <p:nvSpPr>
          <p:cNvPr id="26" name="슬라이드 번호 개체 틀 5">
            <a:extLst>
              <a:ext uri="{FF2B5EF4-FFF2-40B4-BE49-F238E27FC236}">
                <a16:creationId xmlns:a16="http://schemas.microsoft.com/office/drawing/2014/main" id="{4FB59D8F-ABD3-7AE9-CE8D-DD49A6D3F424}"/>
              </a:ext>
            </a:extLst>
          </p:cNvPr>
          <p:cNvSpPr txBox="1">
            <a:spLocks/>
          </p:cNvSpPr>
          <p:nvPr userDrawn="1"/>
        </p:nvSpPr>
        <p:spPr>
          <a:xfrm>
            <a:off x="10550866" y="6669360"/>
            <a:ext cx="1548465" cy="140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0E6C3FF-1BD9-7148-9A8C-6CE9AAE0EA7B}" type="slidenum">
              <a:rPr lang="en-US" altLang="ko-KR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45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Box 2">
            <a:extLst>
              <a:ext uri="{FF2B5EF4-FFF2-40B4-BE49-F238E27FC236}">
                <a16:creationId xmlns:a16="http://schemas.microsoft.com/office/drawing/2014/main" id="{4ED57019-B443-D147-BB14-B2BCA559265B}"/>
              </a:ext>
            </a:extLst>
          </p:cNvPr>
          <p:cNvSpPr txBox="1"/>
          <p:nvPr userDrawn="1"/>
        </p:nvSpPr>
        <p:spPr>
          <a:xfrm>
            <a:off x="5588493" y="6710763"/>
            <a:ext cx="10150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400"/>
              </a:spcBef>
              <a:defRPr sz="800" b="1">
                <a:solidFill>
                  <a:srgbClr val="6B6B6B"/>
                </a:solidFill>
                <a:latin typeface="LG스마트체2.0 SemiBold"/>
                <a:ea typeface="LG스마트체2.0 SemiBold"/>
                <a:cs typeface="LG스마트체2.0 SemiBold"/>
                <a:sym typeface="LG스마트체2.0 SemiBold"/>
              </a:defRPr>
            </a:pP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  <a:r>
              <a:rPr lang="en-US"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LG Smart_H2.0 B"/>
              </a:rPr>
              <a:t>PUBLIC</a:t>
            </a:r>
            <a:r>
              <a:rPr b="1" baseline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B946EA-326D-49C6-F055-E288E27C44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6423475"/>
            <a:ext cx="1192373" cy="2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44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5" r:id="rId2"/>
    <p:sldLayoutId id="2147483684" r:id="rId3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>
              <a:lumMod val="75000"/>
              <a:lumOff val="25000"/>
            </a:schemeClr>
          </a:solidFill>
          <a:latin typeface="+mj-lt"/>
          <a:ea typeface="LG스마트체2.0 Regular" panose="020B0600000101010101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1pPr>
      <a:lvl2pPr marL="68583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3pPr>
      <a:lvl4pPr marL="160028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4pPr>
      <a:lvl5pPr marL="205750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b="1" kern="1200">
          <a:solidFill>
            <a:schemeClr val="tx1"/>
          </a:solidFill>
          <a:latin typeface="+mn-lt"/>
          <a:ea typeface="LG스마트체2.0 Regular" panose="020B0600000101010101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B38595CA-A999-EEF3-C968-58682551DB72}"/>
              </a:ext>
            </a:extLst>
          </p:cNvPr>
          <p:cNvSpPr>
            <a:spLocks/>
          </p:cNvSpPr>
          <p:nvPr/>
        </p:nvSpPr>
        <p:spPr>
          <a:xfrm>
            <a:off x="1061480" y="4618577"/>
            <a:ext cx="7924400" cy="1298887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8">
            <a:extLst>
              <a:ext uri="{FF2B5EF4-FFF2-40B4-BE49-F238E27FC236}">
                <a16:creationId xmlns:a16="http://schemas.microsoft.com/office/drawing/2014/main" id="{64388CA2-E055-BDB6-2DB1-8B6A7AF6404E}"/>
              </a:ext>
            </a:extLst>
          </p:cNvPr>
          <p:cNvSpPr>
            <a:spLocks/>
          </p:cNvSpPr>
          <p:nvPr/>
        </p:nvSpPr>
        <p:spPr>
          <a:xfrm>
            <a:off x="1061480" y="2168638"/>
            <a:ext cx="7924400" cy="2301613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5" name="텍스트 개체 틀 50">
            <a:extLst>
              <a:ext uri="{FF2B5EF4-FFF2-40B4-BE49-F238E27FC236}">
                <a16:creationId xmlns:a16="http://schemas.microsoft.com/office/drawing/2014/main" id="{ED1307AD-5EDB-F657-FB24-A55B869C7C65}"/>
              </a:ext>
            </a:extLst>
          </p:cNvPr>
          <p:cNvSpPr txBox="1">
            <a:spLocks/>
          </p:cNvSpPr>
          <p:nvPr/>
        </p:nvSpPr>
        <p:spPr>
          <a:xfrm>
            <a:off x="1209016" y="5071329"/>
            <a:ext cx="7056784" cy="30777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 anchor="ctr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en-US" altLang="ko-KR" sz="1400" b="1" i="0" kern="1200" baseline="0" dirty="0" smtClean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스마트체 Regular" panose="020B0600000101010101" pitchFamily="50" charset="-127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err="1"/>
              <a:t>조직명</a:t>
            </a:r>
            <a:r>
              <a:rPr lang="ko-KR" altLang="en-US" dirty="0"/>
              <a:t>｜ </a:t>
            </a:r>
            <a:r>
              <a:rPr lang="en-US" altLang="ko-KR" dirty="0"/>
              <a:t>202</a:t>
            </a:r>
            <a:r>
              <a:rPr lang="en-US" dirty="0"/>
              <a:t>X. XX. XX</a:t>
            </a:r>
          </a:p>
        </p:txBody>
      </p:sp>
      <p:sp>
        <p:nvSpPr>
          <p:cNvPr id="7" name="텍스트 개체 틀 46">
            <a:extLst>
              <a:ext uri="{FF2B5EF4-FFF2-40B4-BE49-F238E27FC236}">
                <a16:creationId xmlns:a16="http://schemas.microsoft.com/office/drawing/2014/main" id="{BA5B1E85-F379-05A3-2B36-7402F94FD325}"/>
              </a:ext>
            </a:extLst>
          </p:cNvPr>
          <p:cNvSpPr txBox="1">
            <a:spLocks/>
          </p:cNvSpPr>
          <p:nvPr/>
        </p:nvSpPr>
        <p:spPr>
          <a:xfrm>
            <a:off x="1209016" y="2238003"/>
            <a:ext cx="4824536" cy="414537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ko-KR" altLang="en-US" sz="1600" b="1" kern="1200" baseline="0" dirty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/>
              <a:t>부제목</a:t>
            </a:r>
            <a:r>
              <a:rPr lang="en-US" altLang="ko-KR" dirty="0"/>
              <a:t>, </a:t>
            </a:r>
            <a:r>
              <a:rPr lang="ko-KR" altLang="en-US" dirty="0"/>
              <a:t>목차 </a:t>
            </a:r>
            <a:r>
              <a:rPr lang="en-US" altLang="ko-KR" dirty="0"/>
              <a:t>/ Subtitle, Agenda</a:t>
            </a:r>
            <a:endParaRPr lang="en-US" dirty="0"/>
          </a:p>
        </p:txBody>
      </p:sp>
      <p:sp>
        <p:nvSpPr>
          <p:cNvPr id="12" name="텍스트 개체 틀 46">
            <a:extLst>
              <a:ext uri="{FF2B5EF4-FFF2-40B4-BE49-F238E27FC236}">
                <a16:creationId xmlns:a16="http://schemas.microsoft.com/office/drawing/2014/main" id="{C87B5985-EACC-7D4E-6077-1A043913B829}"/>
              </a:ext>
            </a:extLst>
          </p:cNvPr>
          <p:cNvSpPr txBox="1">
            <a:spLocks/>
          </p:cNvSpPr>
          <p:nvPr/>
        </p:nvSpPr>
        <p:spPr>
          <a:xfrm>
            <a:off x="1061480" y="908720"/>
            <a:ext cx="4824536" cy="978409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marL="0" indent="0" algn="l" defTabSz="914446" rtl="0" eaLnBrk="1" latinLnBrk="1" hangingPunct="1">
              <a:lnSpc>
                <a:spcPct val="90000"/>
              </a:lnSpc>
              <a:spcBef>
                <a:spcPts val="1001"/>
              </a:spcBef>
              <a:buFont typeface="Arial" panose="020B0604020202020204" pitchFamily="34" charset="0"/>
              <a:buNone/>
              <a:defRPr lang="ko-KR" altLang="en-US" sz="1600" b="1" kern="1200" baseline="0" dirty="0">
                <a:solidFill>
                  <a:srgbClr val="6B6B6B"/>
                </a:solidFill>
                <a:latin typeface="Arial Narrow" panose="020B0606020202030204" pitchFamily="34" charset="0"/>
                <a:ea typeface="LG스마트체2.0 Regular" panose="020B0600000101010101" pitchFamily="50" charset="-127"/>
                <a:cs typeface="LG Smart_H2.0 R"/>
              </a:defRPr>
            </a:lvl1pPr>
            <a:lvl2pPr marL="68583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3pPr>
            <a:lvl4pPr marL="160028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4pPr>
            <a:lvl5pPr marL="205750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b="1" kern="1200">
                <a:solidFill>
                  <a:schemeClr val="tx1"/>
                </a:solidFill>
                <a:latin typeface="+mn-lt"/>
                <a:ea typeface="LG스마트체2.0 Regular" panose="020B0600000101010101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110004020202020204"/>
                <a:ea typeface="LG스마트체2.0 Regular" panose="020B0600000101010101"/>
                <a:cs typeface="+mj-cs"/>
              </a:rPr>
              <a:t>제목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 panose="02110004020202020204"/>
                <a:ea typeface="LG스마트체2.0 Regular" panose="020B0600000101010101"/>
                <a:cs typeface="+mj-cs"/>
              </a:rPr>
              <a:t>/Title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75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602290C-853B-3D08-C0B6-0B320E10A9D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491517A0-1EFD-0BB0-C313-27171DB7C69B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3E43EF5E-D9D4-DBF2-682A-0EF9F1814DC1}"/>
              </a:ext>
            </a:extLst>
          </p:cNvPr>
          <p:cNvSpPr>
            <a:spLocks/>
          </p:cNvSpPr>
          <p:nvPr/>
        </p:nvSpPr>
        <p:spPr>
          <a:xfrm>
            <a:off x="479376" y="1628800"/>
            <a:ext cx="5406301" cy="4038600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26B68536-D6EB-71F7-72DC-754A03D8AA72}"/>
              </a:ext>
            </a:extLst>
          </p:cNvPr>
          <p:cNvSpPr>
            <a:spLocks/>
          </p:cNvSpPr>
          <p:nvPr/>
        </p:nvSpPr>
        <p:spPr>
          <a:xfrm>
            <a:off x="6095951" y="1628800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11">
            <a:extLst>
              <a:ext uri="{FF2B5EF4-FFF2-40B4-BE49-F238E27FC236}">
                <a16:creationId xmlns:a16="http://schemas.microsoft.com/office/drawing/2014/main" id="{F83D0919-8D15-0BCA-8231-65235C0DF4C4}"/>
              </a:ext>
            </a:extLst>
          </p:cNvPr>
          <p:cNvSpPr>
            <a:spLocks/>
          </p:cNvSpPr>
          <p:nvPr/>
        </p:nvSpPr>
        <p:spPr>
          <a:xfrm>
            <a:off x="6095951" y="4453023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F9E6BC19-3165-F4AE-8C1F-547232D25D53}"/>
              </a:ext>
            </a:extLst>
          </p:cNvPr>
          <p:cNvSpPr>
            <a:spLocks/>
          </p:cNvSpPr>
          <p:nvPr/>
        </p:nvSpPr>
        <p:spPr>
          <a:xfrm>
            <a:off x="6095951" y="3040912"/>
            <a:ext cx="5600700" cy="1216848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71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6813-8839-9DC3-620B-CD2C19A98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F33B0D9-0F2C-3C2A-279F-BCC3571BDDAF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06E7840-E4CE-962B-8600-075E09EBF437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9" name="모서리가 둥근 직사각형 2">
            <a:extLst>
              <a:ext uri="{FF2B5EF4-FFF2-40B4-BE49-F238E27FC236}">
                <a16:creationId xmlns:a16="http://schemas.microsoft.com/office/drawing/2014/main" id="{AFDBD0FA-DF05-7DED-4609-AC9DF750F0EB}"/>
              </a:ext>
            </a:extLst>
          </p:cNvPr>
          <p:cNvSpPr>
            <a:spLocks/>
          </p:cNvSpPr>
          <p:nvPr/>
        </p:nvSpPr>
        <p:spPr>
          <a:xfrm>
            <a:off x="8992613" y="1700808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0" name="위쪽 화살표[U] 7">
            <a:extLst>
              <a:ext uri="{FF2B5EF4-FFF2-40B4-BE49-F238E27FC236}">
                <a16:creationId xmlns:a16="http://schemas.microsoft.com/office/drawing/2014/main" id="{129120DA-DADC-B40F-FA5F-BEBFCCD8C95F}"/>
              </a:ext>
            </a:extLst>
          </p:cNvPr>
          <p:cNvSpPr/>
          <p:nvPr/>
        </p:nvSpPr>
        <p:spPr>
          <a:xfrm rot="5400000">
            <a:off x="8495323" y="3286054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1" name="모서리가 둥근 직사각형 14">
            <a:extLst>
              <a:ext uri="{FF2B5EF4-FFF2-40B4-BE49-F238E27FC236}">
                <a16:creationId xmlns:a16="http://schemas.microsoft.com/office/drawing/2014/main" id="{B08AB77D-EC42-3CCE-A6C3-C75A3EE9F9DC}"/>
              </a:ext>
            </a:extLst>
          </p:cNvPr>
          <p:cNvSpPr/>
          <p:nvPr/>
        </p:nvSpPr>
        <p:spPr>
          <a:xfrm>
            <a:off x="9384524" y="1946639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E2ADCB2B-8D0B-8E1A-45D3-E27EBA1C9EB1}"/>
              </a:ext>
            </a:extLst>
          </p:cNvPr>
          <p:cNvSpPr txBox="1"/>
          <p:nvPr/>
        </p:nvSpPr>
        <p:spPr>
          <a:xfrm>
            <a:off x="10050425" y="2309269"/>
            <a:ext cx="527709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B37D25F-D2A3-7315-9C7C-014BB4A50921}"/>
              </a:ext>
            </a:extLst>
          </p:cNvPr>
          <p:cNvSpPr/>
          <p:nvPr/>
        </p:nvSpPr>
        <p:spPr>
          <a:xfrm>
            <a:off x="9789135" y="2692474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4" name="모서리가 둥근 직사각형 18">
            <a:extLst>
              <a:ext uri="{FF2B5EF4-FFF2-40B4-BE49-F238E27FC236}">
                <a16:creationId xmlns:a16="http://schemas.microsoft.com/office/drawing/2014/main" id="{45BC17F7-621B-5FBE-59F9-65435A2E3816}"/>
              </a:ext>
            </a:extLst>
          </p:cNvPr>
          <p:cNvSpPr/>
          <p:nvPr/>
        </p:nvSpPr>
        <p:spPr>
          <a:xfrm>
            <a:off x="9172970" y="5261985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모서리가 둥근 직사각형 19">
            <a:extLst>
              <a:ext uri="{FF2B5EF4-FFF2-40B4-BE49-F238E27FC236}">
                <a16:creationId xmlns:a16="http://schemas.microsoft.com/office/drawing/2014/main" id="{36B2212D-5DA1-2ABB-E570-AFFDE2BD0FFC}"/>
              </a:ext>
            </a:extLst>
          </p:cNvPr>
          <p:cNvSpPr/>
          <p:nvPr/>
        </p:nvSpPr>
        <p:spPr>
          <a:xfrm>
            <a:off x="9172970" y="4868446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모서리가 둥근 직사각형 20">
            <a:extLst>
              <a:ext uri="{FF2B5EF4-FFF2-40B4-BE49-F238E27FC236}">
                <a16:creationId xmlns:a16="http://schemas.microsoft.com/office/drawing/2014/main" id="{655F2D26-E6F2-28DF-6CBE-FECF1F8E0CA1}"/>
              </a:ext>
            </a:extLst>
          </p:cNvPr>
          <p:cNvSpPr/>
          <p:nvPr/>
        </p:nvSpPr>
        <p:spPr>
          <a:xfrm>
            <a:off x="9172970" y="4469120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모서리가 둥근 직사각형 21">
            <a:extLst>
              <a:ext uri="{FF2B5EF4-FFF2-40B4-BE49-F238E27FC236}">
                <a16:creationId xmlns:a16="http://schemas.microsoft.com/office/drawing/2014/main" id="{B7290FB4-B29C-7864-C0A4-C0405AB512E7}"/>
              </a:ext>
            </a:extLst>
          </p:cNvPr>
          <p:cNvSpPr/>
          <p:nvPr/>
        </p:nvSpPr>
        <p:spPr>
          <a:xfrm>
            <a:off x="9172970" y="408136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BB1C7AA1-F96F-5839-0CC9-5AAA9C1F3034}"/>
              </a:ext>
            </a:extLst>
          </p:cNvPr>
          <p:cNvSpPr txBox="1"/>
          <p:nvPr/>
        </p:nvSpPr>
        <p:spPr>
          <a:xfrm>
            <a:off x="9268506" y="415593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D15570DB-82CF-6FE0-DFC9-6E2637F1BDC5}"/>
              </a:ext>
            </a:extLst>
          </p:cNvPr>
          <p:cNvSpPr txBox="1"/>
          <p:nvPr/>
        </p:nvSpPr>
        <p:spPr>
          <a:xfrm>
            <a:off x="9268506" y="454264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9CB2BD41-4833-3390-C57D-95D1B113972E}"/>
              </a:ext>
            </a:extLst>
          </p:cNvPr>
          <p:cNvSpPr txBox="1"/>
          <p:nvPr/>
        </p:nvSpPr>
        <p:spPr>
          <a:xfrm>
            <a:off x="9268506" y="495424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7A1516AF-8D77-2F2B-C5DE-7C01AC05374F}"/>
              </a:ext>
            </a:extLst>
          </p:cNvPr>
          <p:cNvSpPr txBox="1"/>
          <p:nvPr/>
        </p:nvSpPr>
        <p:spPr>
          <a:xfrm>
            <a:off x="9268506" y="533397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22" name="모서리가 둥근 직사각형 27">
            <a:extLst>
              <a:ext uri="{FF2B5EF4-FFF2-40B4-BE49-F238E27FC236}">
                <a16:creationId xmlns:a16="http://schemas.microsoft.com/office/drawing/2014/main" id="{8781DA20-2034-4AAE-CE93-7C6E79FAAA66}"/>
              </a:ext>
            </a:extLst>
          </p:cNvPr>
          <p:cNvSpPr>
            <a:spLocks/>
          </p:cNvSpPr>
          <p:nvPr/>
        </p:nvSpPr>
        <p:spPr>
          <a:xfrm>
            <a:off x="6140150" y="1700808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3" name="위쪽 화살표[U] 28">
            <a:extLst>
              <a:ext uri="{FF2B5EF4-FFF2-40B4-BE49-F238E27FC236}">
                <a16:creationId xmlns:a16="http://schemas.microsoft.com/office/drawing/2014/main" id="{E01BD456-DB14-C3B0-EE9B-8DA09B336F3B}"/>
              </a:ext>
            </a:extLst>
          </p:cNvPr>
          <p:cNvSpPr/>
          <p:nvPr/>
        </p:nvSpPr>
        <p:spPr>
          <a:xfrm rot="5400000">
            <a:off x="5642860" y="3286055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4" name="모서리가 둥근 직사각형 29">
            <a:extLst>
              <a:ext uri="{FF2B5EF4-FFF2-40B4-BE49-F238E27FC236}">
                <a16:creationId xmlns:a16="http://schemas.microsoft.com/office/drawing/2014/main" id="{07195E22-6199-5451-3486-E5BF9AE60308}"/>
              </a:ext>
            </a:extLst>
          </p:cNvPr>
          <p:cNvSpPr/>
          <p:nvPr/>
        </p:nvSpPr>
        <p:spPr>
          <a:xfrm>
            <a:off x="6537848" y="1946639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5874409B-A1E9-B34E-FB77-D25BBF30B053}"/>
              </a:ext>
            </a:extLst>
          </p:cNvPr>
          <p:cNvSpPr txBox="1"/>
          <p:nvPr/>
        </p:nvSpPr>
        <p:spPr>
          <a:xfrm>
            <a:off x="7203749" y="2309269"/>
            <a:ext cx="527709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EC932B-AB1C-2206-D762-35E4C4AC23C4}"/>
              </a:ext>
            </a:extLst>
          </p:cNvPr>
          <p:cNvSpPr/>
          <p:nvPr/>
        </p:nvSpPr>
        <p:spPr>
          <a:xfrm>
            <a:off x="6936672" y="2692474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7" name="모서리가 둥근 직사각형 33">
            <a:extLst>
              <a:ext uri="{FF2B5EF4-FFF2-40B4-BE49-F238E27FC236}">
                <a16:creationId xmlns:a16="http://schemas.microsoft.com/office/drawing/2014/main" id="{9309D969-A5E7-9D68-20C0-E1F0C231110B}"/>
              </a:ext>
            </a:extLst>
          </p:cNvPr>
          <p:cNvSpPr/>
          <p:nvPr/>
        </p:nvSpPr>
        <p:spPr>
          <a:xfrm>
            <a:off x="6320507" y="5261985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모서리가 둥근 직사각형 34">
            <a:extLst>
              <a:ext uri="{FF2B5EF4-FFF2-40B4-BE49-F238E27FC236}">
                <a16:creationId xmlns:a16="http://schemas.microsoft.com/office/drawing/2014/main" id="{809A1B21-C7E6-2656-D755-D4A6D6757B50}"/>
              </a:ext>
            </a:extLst>
          </p:cNvPr>
          <p:cNvSpPr/>
          <p:nvPr/>
        </p:nvSpPr>
        <p:spPr>
          <a:xfrm>
            <a:off x="6320507" y="4868446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모서리가 둥근 직사각형 35">
            <a:extLst>
              <a:ext uri="{FF2B5EF4-FFF2-40B4-BE49-F238E27FC236}">
                <a16:creationId xmlns:a16="http://schemas.microsoft.com/office/drawing/2014/main" id="{E8786D0E-D678-8739-A8F2-7990A83DC1F0}"/>
              </a:ext>
            </a:extLst>
          </p:cNvPr>
          <p:cNvSpPr/>
          <p:nvPr/>
        </p:nvSpPr>
        <p:spPr>
          <a:xfrm>
            <a:off x="6320507" y="4469120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모서리가 둥근 직사각형 36">
            <a:extLst>
              <a:ext uri="{FF2B5EF4-FFF2-40B4-BE49-F238E27FC236}">
                <a16:creationId xmlns:a16="http://schemas.microsoft.com/office/drawing/2014/main" id="{3C7ADE6E-8A1E-92AE-A657-40AE0AF7236E}"/>
              </a:ext>
            </a:extLst>
          </p:cNvPr>
          <p:cNvSpPr/>
          <p:nvPr/>
        </p:nvSpPr>
        <p:spPr>
          <a:xfrm>
            <a:off x="6320507" y="408136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BC69673C-B14B-1B4C-4BA5-1A5B955ABE22}"/>
              </a:ext>
            </a:extLst>
          </p:cNvPr>
          <p:cNvSpPr txBox="1"/>
          <p:nvPr/>
        </p:nvSpPr>
        <p:spPr>
          <a:xfrm>
            <a:off x="6416043" y="415593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546A2EA5-F10F-E461-120D-E9E07333A93F}"/>
              </a:ext>
            </a:extLst>
          </p:cNvPr>
          <p:cNvSpPr txBox="1"/>
          <p:nvPr/>
        </p:nvSpPr>
        <p:spPr>
          <a:xfrm>
            <a:off x="6416043" y="454264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AD31C639-D676-28DE-FE86-4462F4EF335C}"/>
              </a:ext>
            </a:extLst>
          </p:cNvPr>
          <p:cNvSpPr txBox="1"/>
          <p:nvPr/>
        </p:nvSpPr>
        <p:spPr>
          <a:xfrm>
            <a:off x="6416043" y="495424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668C43CA-F6C3-6A1E-D6B5-F2CFC4A91FB8}"/>
              </a:ext>
            </a:extLst>
          </p:cNvPr>
          <p:cNvSpPr txBox="1"/>
          <p:nvPr/>
        </p:nvSpPr>
        <p:spPr>
          <a:xfrm>
            <a:off x="6416043" y="533397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35" name="모서리가 둥근 직사각형 42">
            <a:extLst>
              <a:ext uri="{FF2B5EF4-FFF2-40B4-BE49-F238E27FC236}">
                <a16:creationId xmlns:a16="http://schemas.microsoft.com/office/drawing/2014/main" id="{79AF0F6C-B10C-468B-45EE-B5B6DDD7B54E}"/>
              </a:ext>
            </a:extLst>
          </p:cNvPr>
          <p:cNvSpPr>
            <a:spLocks/>
          </p:cNvSpPr>
          <p:nvPr/>
        </p:nvSpPr>
        <p:spPr>
          <a:xfrm>
            <a:off x="3287688" y="1700808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6" name="모서리가 둥근 직사각형 43">
            <a:extLst>
              <a:ext uri="{FF2B5EF4-FFF2-40B4-BE49-F238E27FC236}">
                <a16:creationId xmlns:a16="http://schemas.microsoft.com/office/drawing/2014/main" id="{904E8A4C-A318-D391-38FC-3D283D6C8B23}"/>
              </a:ext>
            </a:extLst>
          </p:cNvPr>
          <p:cNvSpPr/>
          <p:nvPr/>
        </p:nvSpPr>
        <p:spPr>
          <a:xfrm>
            <a:off x="3468045" y="5261985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모서리가 둥근 직사각형 44">
            <a:extLst>
              <a:ext uri="{FF2B5EF4-FFF2-40B4-BE49-F238E27FC236}">
                <a16:creationId xmlns:a16="http://schemas.microsoft.com/office/drawing/2014/main" id="{4605A512-1827-F01E-D9A8-30CFEC85397A}"/>
              </a:ext>
            </a:extLst>
          </p:cNvPr>
          <p:cNvSpPr/>
          <p:nvPr/>
        </p:nvSpPr>
        <p:spPr>
          <a:xfrm>
            <a:off x="3468045" y="4868446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모서리가 둥근 직사각형 45">
            <a:extLst>
              <a:ext uri="{FF2B5EF4-FFF2-40B4-BE49-F238E27FC236}">
                <a16:creationId xmlns:a16="http://schemas.microsoft.com/office/drawing/2014/main" id="{ADD00C4A-728A-D3F8-CE5E-25D414446F8B}"/>
              </a:ext>
            </a:extLst>
          </p:cNvPr>
          <p:cNvSpPr/>
          <p:nvPr/>
        </p:nvSpPr>
        <p:spPr>
          <a:xfrm>
            <a:off x="3468045" y="4469120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모서리가 둥근 직사각형 46">
            <a:extLst>
              <a:ext uri="{FF2B5EF4-FFF2-40B4-BE49-F238E27FC236}">
                <a16:creationId xmlns:a16="http://schemas.microsoft.com/office/drawing/2014/main" id="{68E1419F-7B1D-E73E-56FF-435537C5C086}"/>
              </a:ext>
            </a:extLst>
          </p:cNvPr>
          <p:cNvSpPr/>
          <p:nvPr/>
        </p:nvSpPr>
        <p:spPr>
          <a:xfrm>
            <a:off x="3468045" y="408136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위쪽 화살표[U] 47">
            <a:extLst>
              <a:ext uri="{FF2B5EF4-FFF2-40B4-BE49-F238E27FC236}">
                <a16:creationId xmlns:a16="http://schemas.microsoft.com/office/drawing/2014/main" id="{ED9B2AD9-3823-7364-06DB-4D69497E0A99}"/>
              </a:ext>
            </a:extLst>
          </p:cNvPr>
          <p:cNvSpPr/>
          <p:nvPr/>
        </p:nvSpPr>
        <p:spPr>
          <a:xfrm rot="5400000">
            <a:off x="2778254" y="3286055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1" name="모서리가 둥근 직사각형 48">
            <a:extLst>
              <a:ext uri="{FF2B5EF4-FFF2-40B4-BE49-F238E27FC236}">
                <a16:creationId xmlns:a16="http://schemas.microsoft.com/office/drawing/2014/main" id="{393C63A6-E07F-F95C-F697-1DB3BA3E1308}"/>
              </a:ext>
            </a:extLst>
          </p:cNvPr>
          <p:cNvSpPr/>
          <p:nvPr/>
        </p:nvSpPr>
        <p:spPr>
          <a:xfrm>
            <a:off x="3685386" y="1946639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0C48BF9A-793E-BA16-AC5B-9802A4DF2EA0}"/>
              </a:ext>
            </a:extLst>
          </p:cNvPr>
          <p:cNvSpPr txBox="1"/>
          <p:nvPr/>
        </p:nvSpPr>
        <p:spPr>
          <a:xfrm>
            <a:off x="4351287" y="2309269"/>
            <a:ext cx="527709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0EA1431-2757-AC04-A925-FC6C65F64C0C}"/>
              </a:ext>
            </a:extLst>
          </p:cNvPr>
          <p:cNvSpPr/>
          <p:nvPr/>
        </p:nvSpPr>
        <p:spPr>
          <a:xfrm>
            <a:off x="4084210" y="2692474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4" name="Text 17">
            <a:extLst>
              <a:ext uri="{FF2B5EF4-FFF2-40B4-BE49-F238E27FC236}">
                <a16:creationId xmlns:a16="http://schemas.microsoft.com/office/drawing/2014/main" id="{B8442DF5-256D-5B9E-22EB-A214B125DBD5}"/>
              </a:ext>
            </a:extLst>
          </p:cNvPr>
          <p:cNvSpPr txBox="1"/>
          <p:nvPr/>
        </p:nvSpPr>
        <p:spPr>
          <a:xfrm>
            <a:off x="3563581" y="415593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63D911CB-6449-726A-3027-B710C01BEABC}"/>
              </a:ext>
            </a:extLst>
          </p:cNvPr>
          <p:cNvSpPr txBox="1"/>
          <p:nvPr/>
        </p:nvSpPr>
        <p:spPr>
          <a:xfrm>
            <a:off x="3563581" y="454264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A56ECF48-8A06-D601-4AB8-6F6CF2DE6829}"/>
              </a:ext>
            </a:extLst>
          </p:cNvPr>
          <p:cNvSpPr txBox="1"/>
          <p:nvPr/>
        </p:nvSpPr>
        <p:spPr>
          <a:xfrm>
            <a:off x="3563581" y="495424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5C11CCE1-52BA-15A8-A292-83E5DB66B1BE}"/>
              </a:ext>
            </a:extLst>
          </p:cNvPr>
          <p:cNvSpPr txBox="1"/>
          <p:nvPr/>
        </p:nvSpPr>
        <p:spPr>
          <a:xfrm>
            <a:off x="3563581" y="533397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5B21B6"/>
                </a:solidFill>
                <a:latin typeface="Pretendard SemiBold"/>
                <a:ea typeface="Pretendard SemiBold"/>
                <a:cs typeface="Pretendard SemiBold"/>
                <a:sym typeface="Pretendard SemiBold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-</a:t>
            </a:r>
          </a:p>
        </p:txBody>
      </p:sp>
      <p:sp>
        <p:nvSpPr>
          <p:cNvPr id="48" name="모서리가 둥근 직사각형 57">
            <a:extLst>
              <a:ext uri="{FF2B5EF4-FFF2-40B4-BE49-F238E27FC236}">
                <a16:creationId xmlns:a16="http://schemas.microsoft.com/office/drawing/2014/main" id="{A5868396-F1AB-BDB1-2F24-55C3F6E232C6}"/>
              </a:ext>
            </a:extLst>
          </p:cNvPr>
          <p:cNvSpPr>
            <a:spLocks/>
          </p:cNvSpPr>
          <p:nvPr/>
        </p:nvSpPr>
        <p:spPr>
          <a:xfrm>
            <a:off x="435226" y="1700808"/>
            <a:ext cx="2654906" cy="4028249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49" name="모서리가 둥근 직사각형 58">
            <a:extLst>
              <a:ext uri="{FF2B5EF4-FFF2-40B4-BE49-F238E27FC236}">
                <a16:creationId xmlns:a16="http://schemas.microsoft.com/office/drawing/2014/main" id="{405A1802-0BBB-C249-0D35-59F7F5AFE78B}"/>
              </a:ext>
            </a:extLst>
          </p:cNvPr>
          <p:cNvSpPr/>
          <p:nvPr/>
        </p:nvSpPr>
        <p:spPr>
          <a:xfrm>
            <a:off x="615583" y="5261985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모서리가 둥근 직사각형 59">
            <a:extLst>
              <a:ext uri="{FF2B5EF4-FFF2-40B4-BE49-F238E27FC236}">
                <a16:creationId xmlns:a16="http://schemas.microsoft.com/office/drawing/2014/main" id="{D5D04647-0317-121C-4925-80A18B1AEF2F}"/>
              </a:ext>
            </a:extLst>
          </p:cNvPr>
          <p:cNvSpPr/>
          <p:nvPr/>
        </p:nvSpPr>
        <p:spPr>
          <a:xfrm>
            <a:off x="615583" y="4868446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모서리가 둥근 직사각형 60">
            <a:extLst>
              <a:ext uri="{FF2B5EF4-FFF2-40B4-BE49-F238E27FC236}">
                <a16:creationId xmlns:a16="http://schemas.microsoft.com/office/drawing/2014/main" id="{FB609E39-A0C8-0D4E-8D56-095B7562DA63}"/>
              </a:ext>
            </a:extLst>
          </p:cNvPr>
          <p:cNvSpPr/>
          <p:nvPr/>
        </p:nvSpPr>
        <p:spPr>
          <a:xfrm>
            <a:off x="615583" y="4469120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모서리가 둥근 직사각형 61">
            <a:extLst>
              <a:ext uri="{FF2B5EF4-FFF2-40B4-BE49-F238E27FC236}">
                <a16:creationId xmlns:a16="http://schemas.microsoft.com/office/drawing/2014/main" id="{DC9AA58A-503B-1481-F647-0F5A8E1CE484}"/>
              </a:ext>
            </a:extLst>
          </p:cNvPr>
          <p:cNvSpPr/>
          <p:nvPr/>
        </p:nvSpPr>
        <p:spPr>
          <a:xfrm>
            <a:off x="615583" y="4081368"/>
            <a:ext cx="2294192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모서리가 둥근 직사각형 62">
            <a:extLst>
              <a:ext uri="{FF2B5EF4-FFF2-40B4-BE49-F238E27FC236}">
                <a16:creationId xmlns:a16="http://schemas.microsoft.com/office/drawing/2014/main" id="{ACEC4E3E-1CD0-81BF-5C6A-A7E46A803D05}"/>
              </a:ext>
            </a:extLst>
          </p:cNvPr>
          <p:cNvSpPr/>
          <p:nvPr/>
        </p:nvSpPr>
        <p:spPr>
          <a:xfrm>
            <a:off x="832924" y="1946639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C81CBB95-3908-D10C-30B9-A5DEED0B2E63}"/>
              </a:ext>
            </a:extLst>
          </p:cNvPr>
          <p:cNvSpPr txBox="1"/>
          <p:nvPr/>
        </p:nvSpPr>
        <p:spPr>
          <a:xfrm>
            <a:off x="711119" y="4155937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SemiBold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55" name="Text 9">
            <a:extLst>
              <a:ext uri="{FF2B5EF4-FFF2-40B4-BE49-F238E27FC236}">
                <a16:creationId xmlns:a16="http://schemas.microsoft.com/office/drawing/2014/main" id="{B1F62A9A-E4E0-7F04-6844-7DD3DD8F6D7D}"/>
              </a:ext>
            </a:extLst>
          </p:cNvPr>
          <p:cNvSpPr txBox="1"/>
          <p:nvPr/>
        </p:nvSpPr>
        <p:spPr>
          <a:xfrm>
            <a:off x="711119" y="4555263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SemiBold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B08148A-BF6F-ED3A-80B0-61F6F0369B56}"/>
              </a:ext>
            </a:extLst>
          </p:cNvPr>
          <p:cNvSpPr txBox="1"/>
          <p:nvPr/>
        </p:nvSpPr>
        <p:spPr>
          <a:xfrm>
            <a:off x="711119" y="4952422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SemiBold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74C4D328-D8AF-E10F-7D50-480C06CB07EA}"/>
              </a:ext>
            </a:extLst>
          </p:cNvPr>
          <p:cNvSpPr txBox="1"/>
          <p:nvPr/>
        </p:nvSpPr>
        <p:spPr>
          <a:xfrm>
            <a:off x="711119" y="5333970"/>
            <a:ext cx="21031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 algn="ctr"/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-</a:t>
            </a:r>
            <a:endParaRPr sz="1000" dirty="0">
              <a:solidFill>
                <a:schemeClr val="bg2">
                  <a:lumMod val="25000"/>
                </a:schemeClr>
              </a:solidFill>
              <a:latin typeface="Pretendard SemiBold"/>
              <a:ea typeface="Pretendard SemiBold"/>
              <a:cs typeface="Pretendard SemiBold"/>
              <a:sym typeface="Pretendard SemiBold"/>
            </a:endParaRPr>
          </a:p>
        </p:txBody>
      </p:sp>
      <p:sp>
        <p:nvSpPr>
          <p:cNvPr id="58" name="TextBox 17">
            <a:extLst>
              <a:ext uri="{FF2B5EF4-FFF2-40B4-BE49-F238E27FC236}">
                <a16:creationId xmlns:a16="http://schemas.microsoft.com/office/drawing/2014/main" id="{48CF4A8E-1EC3-2863-B0EB-BF6AC6291F3F}"/>
              </a:ext>
            </a:extLst>
          </p:cNvPr>
          <p:cNvSpPr txBox="1"/>
          <p:nvPr/>
        </p:nvSpPr>
        <p:spPr>
          <a:xfrm>
            <a:off x="1498824" y="2309269"/>
            <a:ext cx="527709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25000"/>
                  </a:schemeClr>
                </a:solidFill>
              </a:rPr>
              <a:t>TITLE</a:t>
            </a:r>
            <a:endParaRPr lang="en" altLang="ko-KR"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E09DE54-0B6E-8787-5703-8698F722C2BF}"/>
              </a:ext>
            </a:extLst>
          </p:cNvPr>
          <p:cNvSpPr/>
          <p:nvPr/>
        </p:nvSpPr>
        <p:spPr>
          <a:xfrm>
            <a:off x="1231748" y="2692474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0" name="TextBox 17">
            <a:extLst>
              <a:ext uri="{FF2B5EF4-FFF2-40B4-BE49-F238E27FC236}">
                <a16:creationId xmlns:a16="http://schemas.microsoft.com/office/drawing/2014/main" id="{48E3CF3B-1E72-2BE3-8F14-113585E7D7CA}"/>
              </a:ext>
            </a:extLst>
          </p:cNvPr>
          <p:cNvSpPr txBox="1"/>
          <p:nvPr/>
        </p:nvSpPr>
        <p:spPr>
          <a:xfrm>
            <a:off x="1462757" y="1962347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61" name="TextBox 17">
            <a:extLst>
              <a:ext uri="{FF2B5EF4-FFF2-40B4-BE49-F238E27FC236}">
                <a16:creationId xmlns:a16="http://schemas.microsoft.com/office/drawing/2014/main" id="{140BB920-BCDC-0B3A-5FA4-24026066985A}"/>
              </a:ext>
            </a:extLst>
          </p:cNvPr>
          <p:cNvSpPr txBox="1"/>
          <p:nvPr/>
        </p:nvSpPr>
        <p:spPr>
          <a:xfrm>
            <a:off x="4315219" y="1962347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62" name="TextBox 17">
            <a:extLst>
              <a:ext uri="{FF2B5EF4-FFF2-40B4-BE49-F238E27FC236}">
                <a16:creationId xmlns:a16="http://schemas.microsoft.com/office/drawing/2014/main" id="{1C54DF37-A951-580D-CA48-EDF17F5AE707}"/>
              </a:ext>
            </a:extLst>
          </p:cNvPr>
          <p:cNvSpPr txBox="1"/>
          <p:nvPr/>
        </p:nvSpPr>
        <p:spPr>
          <a:xfrm>
            <a:off x="7167681" y="1962347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63" name="TextBox 17">
            <a:extLst>
              <a:ext uri="{FF2B5EF4-FFF2-40B4-BE49-F238E27FC236}">
                <a16:creationId xmlns:a16="http://schemas.microsoft.com/office/drawing/2014/main" id="{E51BB344-5A73-3E19-753E-39A4C6EADE6B}"/>
              </a:ext>
            </a:extLst>
          </p:cNvPr>
          <p:cNvSpPr txBox="1"/>
          <p:nvPr/>
        </p:nvSpPr>
        <p:spPr>
          <a:xfrm>
            <a:off x="10014357" y="1962347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</p:spTree>
    <p:extLst>
      <p:ext uri="{BB962C8B-B14F-4D97-AF65-F5344CB8AC3E}">
        <p14:creationId xmlns:p14="http://schemas.microsoft.com/office/powerpoint/2010/main" val="55267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02B0-8DBB-154A-AC22-77046FB5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982F086-5A93-CE14-3ADD-F06F9F4BC73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E801D2CE-C5BA-8D32-41E8-16F5D2F1A16C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810213C7-3E00-221C-343F-7139F8174A0E}"/>
              </a:ext>
            </a:extLst>
          </p:cNvPr>
          <p:cNvSpPr>
            <a:spLocks/>
          </p:cNvSpPr>
          <p:nvPr/>
        </p:nvSpPr>
        <p:spPr>
          <a:xfrm>
            <a:off x="8084844" y="1412080"/>
            <a:ext cx="3617534" cy="4753221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D066E0A9-AD94-76ED-5DFA-BEB9C3494BAE}"/>
              </a:ext>
            </a:extLst>
          </p:cNvPr>
          <p:cNvSpPr>
            <a:spLocks/>
          </p:cNvSpPr>
          <p:nvPr/>
        </p:nvSpPr>
        <p:spPr>
          <a:xfrm>
            <a:off x="4285352" y="1412081"/>
            <a:ext cx="3617534" cy="4753222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1">
            <a:extLst>
              <a:ext uri="{FF2B5EF4-FFF2-40B4-BE49-F238E27FC236}">
                <a16:creationId xmlns:a16="http://schemas.microsoft.com/office/drawing/2014/main" id="{6D9718A7-17E6-23EC-2895-61F7AFE695DF}"/>
              </a:ext>
            </a:extLst>
          </p:cNvPr>
          <p:cNvSpPr>
            <a:spLocks/>
          </p:cNvSpPr>
          <p:nvPr/>
        </p:nvSpPr>
        <p:spPr>
          <a:xfrm>
            <a:off x="477544" y="1412080"/>
            <a:ext cx="3617534" cy="4753223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32CDDAE1-3A2E-4D70-572F-533BFDE8A74A}"/>
              </a:ext>
            </a:extLst>
          </p:cNvPr>
          <p:cNvSpPr/>
          <p:nvPr/>
        </p:nvSpPr>
        <p:spPr>
          <a:xfrm>
            <a:off x="1356556" y="166350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4" name="TextBox 17">
            <a:extLst>
              <a:ext uri="{FF2B5EF4-FFF2-40B4-BE49-F238E27FC236}">
                <a16:creationId xmlns:a16="http://schemas.microsoft.com/office/drawing/2014/main" id="{65FF6338-1DAB-997C-62E0-6219037A4E23}"/>
              </a:ext>
            </a:extLst>
          </p:cNvPr>
          <p:cNvSpPr txBox="1"/>
          <p:nvPr/>
        </p:nvSpPr>
        <p:spPr>
          <a:xfrm>
            <a:off x="1986392" y="167888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AB99A5FF-C73F-FFC2-5333-A0228B31D968}"/>
              </a:ext>
            </a:extLst>
          </p:cNvPr>
          <p:cNvSpPr txBox="1"/>
          <p:nvPr/>
        </p:nvSpPr>
        <p:spPr>
          <a:xfrm>
            <a:off x="2165124" y="2026130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66" name="모서리가 둥근 직사각형 26">
            <a:extLst>
              <a:ext uri="{FF2B5EF4-FFF2-40B4-BE49-F238E27FC236}">
                <a16:creationId xmlns:a16="http://schemas.microsoft.com/office/drawing/2014/main" id="{49175FE8-2AB0-1424-305A-F79D1CA741F1}"/>
              </a:ext>
            </a:extLst>
          </p:cNvPr>
          <p:cNvSpPr/>
          <p:nvPr/>
        </p:nvSpPr>
        <p:spPr>
          <a:xfrm>
            <a:off x="5164364" y="166350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17">
            <a:extLst>
              <a:ext uri="{FF2B5EF4-FFF2-40B4-BE49-F238E27FC236}">
                <a16:creationId xmlns:a16="http://schemas.microsoft.com/office/drawing/2014/main" id="{31D1CD92-2239-B077-AB8E-58BAD08F4AD9}"/>
              </a:ext>
            </a:extLst>
          </p:cNvPr>
          <p:cNvSpPr txBox="1"/>
          <p:nvPr/>
        </p:nvSpPr>
        <p:spPr>
          <a:xfrm>
            <a:off x="5794199" y="167888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68" name="TextBox 17">
            <a:extLst>
              <a:ext uri="{FF2B5EF4-FFF2-40B4-BE49-F238E27FC236}">
                <a16:creationId xmlns:a16="http://schemas.microsoft.com/office/drawing/2014/main" id="{C7373240-FA82-FED9-7E96-94A46EAEE9B7}"/>
              </a:ext>
            </a:extLst>
          </p:cNvPr>
          <p:cNvSpPr txBox="1"/>
          <p:nvPr/>
        </p:nvSpPr>
        <p:spPr>
          <a:xfrm>
            <a:off x="5972932" y="2026130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69" name="모서리가 둥근 직사각형 49">
            <a:extLst>
              <a:ext uri="{FF2B5EF4-FFF2-40B4-BE49-F238E27FC236}">
                <a16:creationId xmlns:a16="http://schemas.microsoft.com/office/drawing/2014/main" id="{8BF99E4C-2CED-3EEC-2453-1FE90F44E1B0}"/>
              </a:ext>
            </a:extLst>
          </p:cNvPr>
          <p:cNvSpPr/>
          <p:nvPr/>
        </p:nvSpPr>
        <p:spPr>
          <a:xfrm>
            <a:off x="8963856" y="166350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TextBox 17">
            <a:extLst>
              <a:ext uri="{FF2B5EF4-FFF2-40B4-BE49-F238E27FC236}">
                <a16:creationId xmlns:a16="http://schemas.microsoft.com/office/drawing/2014/main" id="{BE71C620-87EC-9410-3A07-56E336ED6172}"/>
              </a:ext>
            </a:extLst>
          </p:cNvPr>
          <p:cNvSpPr txBox="1"/>
          <p:nvPr/>
        </p:nvSpPr>
        <p:spPr>
          <a:xfrm>
            <a:off x="9593690" y="167888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  <a:endParaRPr lang="en" altLang="ko-KR" dirty="0"/>
          </a:p>
        </p:txBody>
      </p:sp>
      <p:sp>
        <p:nvSpPr>
          <p:cNvPr id="71" name="TextBox 17">
            <a:extLst>
              <a:ext uri="{FF2B5EF4-FFF2-40B4-BE49-F238E27FC236}">
                <a16:creationId xmlns:a16="http://schemas.microsoft.com/office/drawing/2014/main" id="{22816CC9-FB92-908D-951E-4120413B7C58}"/>
              </a:ext>
            </a:extLst>
          </p:cNvPr>
          <p:cNvSpPr txBox="1"/>
          <p:nvPr/>
        </p:nvSpPr>
        <p:spPr>
          <a:xfrm>
            <a:off x="9772424" y="2026130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2" name="TextBox 17">
            <a:extLst>
              <a:ext uri="{FF2B5EF4-FFF2-40B4-BE49-F238E27FC236}">
                <a16:creationId xmlns:a16="http://schemas.microsoft.com/office/drawing/2014/main" id="{7536F844-F1FF-D0DC-86F7-FF76F0B810E8}"/>
              </a:ext>
            </a:extLst>
          </p:cNvPr>
          <p:cNvSpPr txBox="1"/>
          <p:nvPr/>
        </p:nvSpPr>
        <p:spPr>
          <a:xfrm>
            <a:off x="2159513" y="4994235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73" name="TextBox 17">
            <a:extLst>
              <a:ext uri="{FF2B5EF4-FFF2-40B4-BE49-F238E27FC236}">
                <a16:creationId xmlns:a16="http://schemas.microsoft.com/office/drawing/2014/main" id="{025B3459-B951-528E-D994-4D58DE402319}"/>
              </a:ext>
            </a:extLst>
          </p:cNvPr>
          <p:cNvSpPr txBox="1"/>
          <p:nvPr/>
        </p:nvSpPr>
        <p:spPr>
          <a:xfrm>
            <a:off x="5967321" y="4994235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74" name="TextBox 17">
            <a:extLst>
              <a:ext uri="{FF2B5EF4-FFF2-40B4-BE49-F238E27FC236}">
                <a16:creationId xmlns:a16="http://schemas.microsoft.com/office/drawing/2014/main" id="{9AF76FE8-3044-C3C8-7340-FA550DFD77D7}"/>
              </a:ext>
            </a:extLst>
          </p:cNvPr>
          <p:cNvSpPr txBox="1"/>
          <p:nvPr/>
        </p:nvSpPr>
        <p:spPr>
          <a:xfrm>
            <a:off x="9766814" y="4994235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0030A8E8-164B-76D2-6118-F096045EE693}"/>
              </a:ext>
            </a:extLst>
          </p:cNvPr>
          <p:cNvSpPr/>
          <p:nvPr/>
        </p:nvSpPr>
        <p:spPr>
          <a:xfrm>
            <a:off x="1755380" y="263370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87DBAF04-D5BE-8EE8-1D84-9C2F4729A2B8}"/>
              </a:ext>
            </a:extLst>
          </p:cNvPr>
          <p:cNvSpPr/>
          <p:nvPr/>
        </p:nvSpPr>
        <p:spPr>
          <a:xfrm>
            <a:off x="5563188" y="263370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BDD8008B-B081-EA58-3D3C-917BB80434A1}"/>
              </a:ext>
            </a:extLst>
          </p:cNvPr>
          <p:cNvSpPr/>
          <p:nvPr/>
        </p:nvSpPr>
        <p:spPr>
          <a:xfrm>
            <a:off x="9362680" y="263370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78" name="Text 8">
            <a:extLst>
              <a:ext uri="{FF2B5EF4-FFF2-40B4-BE49-F238E27FC236}">
                <a16:creationId xmlns:a16="http://schemas.microsoft.com/office/drawing/2014/main" id="{EABA0735-6E2C-21B0-C87C-A07B5C52B227}"/>
              </a:ext>
            </a:extLst>
          </p:cNvPr>
          <p:cNvSpPr txBox="1"/>
          <p:nvPr/>
        </p:nvSpPr>
        <p:spPr>
          <a:xfrm>
            <a:off x="754691" y="4352976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135000"/>
              </a:lnSpc>
              <a:defRPr sz="900">
                <a:solidFill>
                  <a:srgbClr val="374151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pPr>
            <a:r>
              <a:rPr lang="en-US" altLang="ko-KR" sz="11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sz="11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8">
            <a:extLst>
              <a:ext uri="{FF2B5EF4-FFF2-40B4-BE49-F238E27FC236}">
                <a16:creationId xmlns:a16="http://schemas.microsoft.com/office/drawing/2014/main" id="{4ECE2051-0A5E-0593-F4A1-A16F0E71BEEC}"/>
              </a:ext>
            </a:extLst>
          </p:cNvPr>
          <p:cNvSpPr txBox="1"/>
          <p:nvPr/>
        </p:nvSpPr>
        <p:spPr>
          <a:xfrm>
            <a:off x="4562499" y="4352976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EA35D450-CA39-4B44-5E4F-9E85AA1E0D1E}"/>
              </a:ext>
            </a:extLst>
          </p:cNvPr>
          <p:cNvSpPr txBox="1"/>
          <p:nvPr/>
        </p:nvSpPr>
        <p:spPr>
          <a:xfrm>
            <a:off x="8361991" y="4352976"/>
            <a:ext cx="3063240" cy="205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lnSpc>
                <a:spcPct val="135000"/>
              </a:lnSpc>
              <a:defRPr sz="1100">
                <a:solidFill>
                  <a:srgbClr val="37415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en" altLang="ko-KR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513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AF3AA-9BA9-934A-0363-AD2FC7217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5C0B44A-76C9-3DB6-17AB-5234A1181211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B2745086-6F8F-D187-8104-5C872AEF0605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9" name="모서리가 둥근 직사각형 17">
            <a:extLst>
              <a:ext uri="{FF2B5EF4-FFF2-40B4-BE49-F238E27FC236}">
                <a16:creationId xmlns:a16="http://schemas.microsoft.com/office/drawing/2014/main" id="{652619D9-4806-6888-387B-D4933713EA95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7831452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0" name="모서리가 둥근 직사각형 18">
            <a:extLst>
              <a:ext uri="{FF2B5EF4-FFF2-40B4-BE49-F238E27FC236}">
                <a16:creationId xmlns:a16="http://schemas.microsoft.com/office/drawing/2014/main" id="{259E8A6B-1DBD-BB8F-5838-E061428997D9}"/>
              </a:ext>
            </a:extLst>
          </p:cNvPr>
          <p:cNvSpPr/>
          <p:nvPr/>
        </p:nvSpPr>
        <p:spPr>
          <a:xfrm>
            <a:off x="3640067" y="1484784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  <p:sp>
        <p:nvSpPr>
          <p:cNvPr id="11" name="모서리가 둥근 직사각형 1">
            <a:extLst>
              <a:ext uri="{FF2B5EF4-FFF2-40B4-BE49-F238E27FC236}">
                <a16:creationId xmlns:a16="http://schemas.microsoft.com/office/drawing/2014/main" id="{FC2E23CD-80D2-E2BE-B310-D18986724992}"/>
              </a:ext>
            </a:extLst>
          </p:cNvPr>
          <p:cNvSpPr>
            <a:spLocks/>
          </p:cNvSpPr>
          <p:nvPr/>
        </p:nvSpPr>
        <p:spPr>
          <a:xfrm>
            <a:off x="8435805" y="1276038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2" name="모서리가 둥근 직사각형 2">
            <a:extLst>
              <a:ext uri="{FF2B5EF4-FFF2-40B4-BE49-F238E27FC236}">
                <a16:creationId xmlns:a16="http://schemas.microsoft.com/office/drawing/2014/main" id="{809380E0-EF52-674B-AFE0-A303B1283080}"/>
              </a:ext>
            </a:extLst>
          </p:cNvPr>
          <p:cNvSpPr/>
          <p:nvPr/>
        </p:nvSpPr>
        <p:spPr>
          <a:xfrm>
            <a:off x="9198648" y="1484783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933688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AA4E-36B8-C9D5-2979-9B57E0430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7C9B30D-E264-1013-4615-89FADCAFA061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DCC8F3E-B1C6-01E3-3CA6-4871F8A3486D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8C197327-9835-E5F7-6C6C-8BF3297003A9}"/>
              </a:ext>
            </a:extLst>
          </p:cNvPr>
          <p:cNvSpPr/>
          <p:nvPr/>
        </p:nvSpPr>
        <p:spPr>
          <a:xfrm>
            <a:off x="407368" y="1474461"/>
            <a:ext cx="5291918" cy="4690843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A73ED5CC-DEFB-CD26-2883-685A126B04F0}"/>
              </a:ext>
            </a:extLst>
          </p:cNvPr>
          <p:cNvSpPr/>
          <p:nvPr/>
        </p:nvSpPr>
        <p:spPr>
          <a:xfrm>
            <a:off x="6327721" y="1474461"/>
            <a:ext cx="5291918" cy="4690843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668E2A9A-8D88-C8AC-51EF-EB664ADF96F3}"/>
              </a:ext>
            </a:extLst>
          </p:cNvPr>
          <p:cNvSpPr/>
          <p:nvPr/>
        </p:nvSpPr>
        <p:spPr>
          <a:xfrm>
            <a:off x="2053977" y="1700808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  <p:sp>
        <p:nvSpPr>
          <p:cNvPr id="8" name="모서리가 둥근 직사각형 18">
            <a:extLst>
              <a:ext uri="{FF2B5EF4-FFF2-40B4-BE49-F238E27FC236}">
                <a16:creationId xmlns:a16="http://schemas.microsoft.com/office/drawing/2014/main" id="{94E3C91A-A1DB-3333-8BF8-8ABAA5C19A01}"/>
              </a:ext>
            </a:extLst>
          </p:cNvPr>
          <p:cNvSpPr/>
          <p:nvPr/>
        </p:nvSpPr>
        <p:spPr>
          <a:xfrm>
            <a:off x="8171149" y="1700808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6368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90CF-C310-C36A-1A35-90EA13A96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662F9CC-ED99-5041-C174-62BE1E170CEB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B2DE97A7-3F06-28A1-5377-A867672BF247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16">
            <a:extLst>
              <a:ext uri="{FF2B5EF4-FFF2-40B4-BE49-F238E27FC236}">
                <a16:creationId xmlns:a16="http://schemas.microsoft.com/office/drawing/2014/main" id="{9BDB7D93-EF6C-52A6-A183-0CA037B58885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7">
            <a:extLst>
              <a:ext uri="{FF2B5EF4-FFF2-40B4-BE49-F238E27FC236}">
                <a16:creationId xmlns:a16="http://schemas.microsoft.com/office/drawing/2014/main" id="{097DB506-26C2-4361-4608-8E1C42ABAB8B}"/>
              </a:ext>
            </a:extLst>
          </p:cNvPr>
          <p:cNvSpPr>
            <a:spLocks/>
          </p:cNvSpPr>
          <p:nvPr/>
        </p:nvSpPr>
        <p:spPr>
          <a:xfrm>
            <a:off x="3865248" y="1258438"/>
            <a:ext cx="7831452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8">
            <a:extLst>
              <a:ext uri="{FF2B5EF4-FFF2-40B4-BE49-F238E27FC236}">
                <a16:creationId xmlns:a16="http://schemas.microsoft.com/office/drawing/2014/main" id="{0DAC5F7F-5075-D8CE-1B6A-1CE0697292B8}"/>
              </a:ext>
            </a:extLst>
          </p:cNvPr>
          <p:cNvSpPr/>
          <p:nvPr/>
        </p:nvSpPr>
        <p:spPr>
          <a:xfrm>
            <a:off x="6979203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  <p:sp>
        <p:nvSpPr>
          <p:cNvPr id="8" name="모서리가 둥근 직사각형 19">
            <a:extLst>
              <a:ext uri="{FF2B5EF4-FFF2-40B4-BE49-F238E27FC236}">
                <a16:creationId xmlns:a16="http://schemas.microsoft.com/office/drawing/2014/main" id="{7EAB8380-DEDE-0590-F387-F8E9B4042BB8}"/>
              </a:ext>
            </a:extLst>
          </p:cNvPr>
          <p:cNvSpPr/>
          <p:nvPr/>
        </p:nvSpPr>
        <p:spPr>
          <a:xfrm>
            <a:off x="1199973" y="1412776"/>
            <a:ext cx="1735208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맑은 고딕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83625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47B3-3FD3-49D2-D771-02761656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9871783-6EEA-6587-1BDF-11A9F713AABC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1A0057D7-00E9-8E50-9AEE-491FA2A3D874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2BDD9B9-9490-BE32-CF54-1DE55E7C13AE}"/>
              </a:ext>
            </a:extLst>
          </p:cNvPr>
          <p:cNvGrpSpPr/>
          <p:nvPr/>
        </p:nvGrpSpPr>
        <p:grpSpPr>
          <a:xfrm>
            <a:off x="9801626" y="1607871"/>
            <a:ext cx="1831926" cy="1805740"/>
            <a:chOff x="1194978" y="1532655"/>
            <a:chExt cx="2480866" cy="244540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824588E1-72B6-D733-AE2C-136C95A32200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E44ECD5D-39CC-D8DE-3BF4-30A1FE656FAF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8" name="위쪽 화살표[U] 8">
            <a:extLst>
              <a:ext uri="{FF2B5EF4-FFF2-40B4-BE49-F238E27FC236}">
                <a16:creationId xmlns:a16="http://schemas.microsoft.com/office/drawing/2014/main" id="{C2E218D5-0F57-0207-5E90-43215BA563EB}"/>
              </a:ext>
            </a:extLst>
          </p:cNvPr>
          <p:cNvSpPr/>
          <p:nvPr/>
        </p:nvSpPr>
        <p:spPr>
          <a:xfrm rot="5400000">
            <a:off x="8938711" y="1836369"/>
            <a:ext cx="829752" cy="134874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9F8C457-9487-92EF-B4EF-5A6CF5872397}"/>
              </a:ext>
            </a:extLst>
          </p:cNvPr>
          <p:cNvGrpSpPr/>
          <p:nvPr/>
        </p:nvGrpSpPr>
        <p:grpSpPr>
          <a:xfrm>
            <a:off x="7367313" y="1607871"/>
            <a:ext cx="1831926" cy="1805740"/>
            <a:chOff x="1194978" y="1532655"/>
            <a:chExt cx="2480866" cy="2445404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3301EB7-61B5-8EDE-2328-BE7CD3B15413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42A2DF91-9AE2-1325-5F8F-36AF19189CC3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2" name="위쪽 화살표[U] 15">
            <a:extLst>
              <a:ext uri="{FF2B5EF4-FFF2-40B4-BE49-F238E27FC236}">
                <a16:creationId xmlns:a16="http://schemas.microsoft.com/office/drawing/2014/main" id="{F7F07B21-9774-7127-4889-DF0C3310DCB2}"/>
              </a:ext>
            </a:extLst>
          </p:cNvPr>
          <p:cNvSpPr/>
          <p:nvPr/>
        </p:nvSpPr>
        <p:spPr>
          <a:xfrm rot="5400000">
            <a:off x="6504398" y="1836369"/>
            <a:ext cx="829752" cy="134874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80502E6F-8868-024A-3721-5BB9A7AB08B1}"/>
              </a:ext>
            </a:extLst>
          </p:cNvPr>
          <p:cNvGrpSpPr/>
          <p:nvPr/>
        </p:nvGrpSpPr>
        <p:grpSpPr>
          <a:xfrm>
            <a:off x="4933001" y="1607871"/>
            <a:ext cx="1831926" cy="1805740"/>
            <a:chOff x="1194978" y="1532655"/>
            <a:chExt cx="2480866" cy="244540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0E6EC6F-601F-4E36-AB7F-0842A00D9CB6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3B31E42-3617-C640-2952-3C8EE8E7C2D5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sp>
        <p:nvSpPr>
          <p:cNvPr id="16" name="모서리가 둥근 직사각형 21">
            <a:extLst>
              <a:ext uri="{FF2B5EF4-FFF2-40B4-BE49-F238E27FC236}">
                <a16:creationId xmlns:a16="http://schemas.microsoft.com/office/drawing/2014/main" id="{0302DD6B-A72F-8773-B326-DED6F4A29804}"/>
              </a:ext>
            </a:extLst>
          </p:cNvPr>
          <p:cNvSpPr>
            <a:spLocks/>
          </p:cNvSpPr>
          <p:nvPr/>
        </p:nvSpPr>
        <p:spPr>
          <a:xfrm>
            <a:off x="415403" y="4185699"/>
            <a:ext cx="5267366" cy="1460771"/>
          </a:xfrm>
          <a:prstGeom prst="roundRect">
            <a:avLst>
              <a:gd name="adj" fmla="val 12246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모서리가 둥근 직사각형 22">
            <a:extLst>
              <a:ext uri="{FF2B5EF4-FFF2-40B4-BE49-F238E27FC236}">
                <a16:creationId xmlns:a16="http://schemas.microsoft.com/office/drawing/2014/main" id="{A025A3BC-FF84-B0C0-FA65-CA2ACF504C6E}"/>
              </a:ext>
            </a:extLst>
          </p:cNvPr>
          <p:cNvSpPr>
            <a:spLocks/>
          </p:cNvSpPr>
          <p:nvPr/>
        </p:nvSpPr>
        <p:spPr>
          <a:xfrm>
            <a:off x="6366355" y="4185699"/>
            <a:ext cx="5267366" cy="1460771"/>
          </a:xfrm>
          <a:prstGeom prst="roundRect">
            <a:avLst>
              <a:gd name="adj" fmla="val 1224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18" name="위쪽 화살표[U] 23">
            <a:extLst>
              <a:ext uri="{FF2B5EF4-FFF2-40B4-BE49-F238E27FC236}">
                <a16:creationId xmlns:a16="http://schemas.microsoft.com/office/drawing/2014/main" id="{4F6F3A79-B8D3-9A5A-33E1-77F070BDEDC1}"/>
              </a:ext>
            </a:extLst>
          </p:cNvPr>
          <p:cNvSpPr/>
          <p:nvPr/>
        </p:nvSpPr>
        <p:spPr>
          <a:xfrm rot="5400000">
            <a:off x="5738804" y="4611045"/>
            <a:ext cx="485657" cy="610077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모서리가 둥근 직사각형 24">
            <a:extLst>
              <a:ext uri="{FF2B5EF4-FFF2-40B4-BE49-F238E27FC236}">
                <a16:creationId xmlns:a16="http://schemas.microsoft.com/office/drawing/2014/main" id="{D43BB70C-64A7-AD80-1522-9107FB15DEEE}"/>
              </a:ext>
            </a:extLst>
          </p:cNvPr>
          <p:cNvSpPr/>
          <p:nvPr/>
        </p:nvSpPr>
        <p:spPr>
          <a:xfrm>
            <a:off x="2119331" y="4377464"/>
            <a:ext cx="1859511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945F6C-3AF9-3A3B-821A-7BB1A03A0E73}"/>
              </a:ext>
            </a:extLst>
          </p:cNvPr>
          <p:cNvSpPr txBox="1"/>
          <p:nvPr/>
        </p:nvSpPr>
        <p:spPr>
          <a:xfrm>
            <a:off x="1210502" y="493793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</a:rPr>
              <a:t>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6D6B9B-3E48-33DD-E578-AB6E0414E489}"/>
              </a:ext>
            </a:extLst>
          </p:cNvPr>
          <p:cNvSpPr txBox="1"/>
          <p:nvPr/>
        </p:nvSpPr>
        <p:spPr>
          <a:xfrm>
            <a:off x="1204890" y="5151451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CECDD0-9638-AE10-9607-2E873A2207F0}"/>
              </a:ext>
            </a:extLst>
          </p:cNvPr>
          <p:cNvSpPr txBox="1"/>
          <p:nvPr/>
        </p:nvSpPr>
        <p:spPr>
          <a:xfrm>
            <a:off x="2893967" y="493793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-</a:t>
            </a:r>
            <a:endParaRPr lang="en-US" altLang="ko-KR" sz="1000" b="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DC06A0-2E1F-3575-6742-01FE06646827}"/>
              </a:ext>
            </a:extLst>
          </p:cNvPr>
          <p:cNvSpPr txBox="1"/>
          <p:nvPr/>
        </p:nvSpPr>
        <p:spPr>
          <a:xfrm>
            <a:off x="2888355" y="5151451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200" dirty="0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ko-KR" alt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1A502-35F5-578C-988B-FEBCF7D19F4B}"/>
              </a:ext>
            </a:extLst>
          </p:cNvPr>
          <p:cNvSpPr txBox="1"/>
          <p:nvPr/>
        </p:nvSpPr>
        <p:spPr>
          <a:xfrm>
            <a:off x="4613764" y="493793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</a:rPr>
              <a:t>-</a:t>
            </a:r>
            <a:endParaRPr lang="en-US" altLang="ko-KR" sz="1000" b="0" dirty="0">
              <a:solidFill>
                <a:schemeClr val="bg2">
                  <a:lumMod val="50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AF12D0-5D91-F6A2-053D-0C1C55976171}"/>
              </a:ext>
            </a:extLst>
          </p:cNvPr>
          <p:cNvSpPr txBox="1"/>
          <p:nvPr/>
        </p:nvSpPr>
        <p:spPr>
          <a:xfrm>
            <a:off x="4608154" y="5151451"/>
            <a:ext cx="2535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>
                <a:solidFill>
                  <a:schemeClr val="bg2">
                    <a:lumMod val="25000"/>
                  </a:schemeClr>
                </a:solidFill>
              </a:rPr>
              <a:t>-</a:t>
            </a:r>
            <a:endParaRPr lang="ko-KR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B7A2DF-23D7-53E6-D4E7-8C6229BECF9E}"/>
              </a:ext>
            </a:extLst>
          </p:cNvPr>
          <p:cNvSpPr txBox="1"/>
          <p:nvPr/>
        </p:nvSpPr>
        <p:spPr>
          <a:xfrm>
            <a:off x="7193464" y="498409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5F85CD-FDBA-060D-D5B9-CBCFC3E99F9C}"/>
              </a:ext>
            </a:extLst>
          </p:cNvPr>
          <p:cNvSpPr txBox="1"/>
          <p:nvPr/>
        </p:nvSpPr>
        <p:spPr>
          <a:xfrm>
            <a:off x="8876928" y="498409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rgbClr val="C1001B"/>
                </a:solidFill>
              </a:rPr>
              <a:t>-</a:t>
            </a:r>
            <a:endParaRPr lang="ko-KR" altLang="en-US" sz="1000" dirty="0">
              <a:solidFill>
                <a:srgbClr val="C1001B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11A6E8-043E-8D1F-AA76-9B991101F4F0}"/>
              </a:ext>
            </a:extLst>
          </p:cNvPr>
          <p:cNvSpPr txBox="1"/>
          <p:nvPr/>
        </p:nvSpPr>
        <p:spPr>
          <a:xfrm>
            <a:off x="10596727" y="4984097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000" dirty="0">
                <a:solidFill>
                  <a:srgbClr val="C1001B"/>
                </a:solidFill>
              </a:rPr>
              <a:t>-</a:t>
            </a:r>
            <a:endParaRPr lang="ko-KR" altLang="en-US" sz="1000" dirty="0">
              <a:solidFill>
                <a:srgbClr val="C1001B"/>
              </a:solidFill>
            </a:endParaRPr>
          </a:p>
        </p:txBody>
      </p:sp>
      <p:sp>
        <p:nvSpPr>
          <p:cNvPr id="29" name="위쪽 화살표[U] 34">
            <a:extLst>
              <a:ext uri="{FF2B5EF4-FFF2-40B4-BE49-F238E27FC236}">
                <a16:creationId xmlns:a16="http://schemas.microsoft.com/office/drawing/2014/main" id="{F95BAC10-9C8E-0DC7-6320-827AF382C324}"/>
              </a:ext>
            </a:extLst>
          </p:cNvPr>
          <p:cNvSpPr/>
          <p:nvPr/>
        </p:nvSpPr>
        <p:spPr>
          <a:xfrm rot="5400000">
            <a:off x="4066890" y="1836369"/>
            <a:ext cx="829752" cy="134874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 5">
            <a:extLst>
              <a:ext uri="{FF2B5EF4-FFF2-40B4-BE49-F238E27FC236}">
                <a16:creationId xmlns:a16="http://schemas.microsoft.com/office/drawing/2014/main" id="{07C95F40-762B-263A-5253-531983CD3D98}"/>
              </a:ext>
            </a:extLst>
          </p:cNvPr>
          <p:cNvSpPr txBox="1"/>
          <p:nvPr/>
        </p:nvSpPr>
        <p:spPr>
          <a:xfrm>
            <a:off x="2498689" y="3547005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1A1A2E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8DDED0AA-F7B5-020F-891B-DE80DD9E1983}"/>
              </a:ext>
            </a:extLst>
          </p:cNvPr>
          <p:cNvSpPr txBox="1"/>
          <p:nvPr/>
        </p:nvSpPr>
        <p:spPr>
          <a:xfrm>
            <a:off x="2498689" y="3771035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70707DDF-2D63-07DF-1A6C-A1C2A633FFC1}"/>
              </a:ext>
            </a:extLst>
          </p:cNvPr>
          <p:cNvSpPr txBox="1"/>
          <p:nvPr/>
        </p:nvSpPr>
        <p:spPr>
          <a:xfrm>
            <a:off x="4906899" y="3547005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en" altLang="ko-KR" dirty="0"/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AECECEA-CF9F-A119-8673-66A8B374B77B}"/>
              </a:ext>
            </a:extLst>
          </p:cNvPr>
          <p:cNvSpPr txBox="1"/>
          <p:nvPr/>
        </p:nvSpPr>
        <p:spPr>
          <a:xfrm>
            <a:off x="4906899" y="3771035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1EF33852-638F-8A28-6C19-732BA1748E24}"/>
              </a:ext>
            </a:extLst>
          </p:cNvPr>
          <p:cNvSpPr txBox="1"/>
          <p:nvPr/>
        </p:nvSpPr>
        <p:spPr>
          <a:xfrm>
            <a:off x="7314651" y="3547005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=</a:t>
            </a:r>
            <a:endParaRPr lang="en" altLang="ko-KR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B381952B-379F-DA50-041B-61D3E4B60250}"/>
              </a:ext>
            </a:extLst>
          </p:cNvPr>
          <p:cNvSpPr txBox="1"/>
          <p:nvPr/>
        </p:nvSpPr>
        <p:spPr>
          <a:xfrm>
            <a:off x="7314651" y="3771035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AC14BC69-CF6F-7278-4DE2-39B0E0D9FF83}"/>
              </a:ext>
            </a:extLst>
          </p:cNvPr>
          <p:cNvSpPr txBox="1"/>
          <p:nvPr/>
        </p:nvSpPr>
        <p:spPr>
          <a:xfrm>
            <a:off x="9806892" y="3547005"/>
            <a:ext cx="182880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A1A2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en" altLang="ko-KR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64E6617F-3789-128F-5D69-16DAB7879781}"/>
              </a:ext>
            </a:extLst>
          </p:cNvPr>
          <p:cNvSpPr txBox="1"/>
          <p:nvPr/>
        </p:nvSpPr>
        <p:spPr>
          <a:xfrm>
            <a:off x="9806892" y="3771035"/>
            <a:ext cx="18288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rgbClr val="6B728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38" name="직선 연결선[R] 43">
            <a:extLst>
              <a:ext uri="{FF2B5EF4-FFF2-40B4-BE49-F238E27FC236}">
                <a16:creationId xmlns:a16="http://schemas.microsoft.com/office/drawing/2014/main" id="{5188197C-B8F7-F6C0-C42E-D4828B36EED6}"/>
              </a:ext>
            </a:extLst>
          </p:cNvPr>
          <p:cNvCxnSpPr>
            <a:cxnSpLocks/>
          </p:cNvCxnSpPr>
          <p:nvPr/>
        </p:nvCxnSpPr>
        <p:spPr>
          <a:xfrm>
            <a:off x="2120467" y="4967113"/>
            <a:ext cx="0" cy="451413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[R] 44">
            <a:extLst>
              <a:ext uri="{FF2B5EF4-FFF2-40B4-BE49-F238E27FC236}">
                <a16:creationId xmlns:a16="http://schemas.microsoft.com/office/drawing/2014/main" id="{993F44B6-3B60-D62E-328E-2B922D29508A}"/>
              </a:ext>
            </a:extLst>
          </p:cNvPr>
          <p:cNvCxnSpPr>
            <a:cxnSpLocks/>
          </p:cNvCxnSpPr>
          <p:nvPr/>
        </p:nvCxnSpPr>
        <p:spPr>
          <a:xfrm>
            <a:off x="3925044" y="4967113"/>
            <a:ext cx="0" cy="451413"/>
          </a:xfrm>
          <a:prstGeom prst="line">
            <a:avLst/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3261C918-12F3-3783-872B-1E7A0FB88273}"/>
              </a:ext>
            </a:extLst>
          </p:cNvPr>
          <p:cNvGrpSpPr/>
          <p:nvPr/>
        </p:nvGrpSpPr>
        <p:grpSpPr>
          <a:xfrm>
            <a:off x="8097750" y="4967113"/>
            <a:ext cx="1804577" cy="451413"/>
            <a:chOff x="8143230" y="5383305"/>
            <a:chExt cx="1804577" cy="451413"/>
          </a:xfrm>
        </p:grpSpPr>
        <p:cxnSp>
          <p:nvCxnSpPr>
            <p:cNvPr id="41" name="직선 연결선[R] 46">
              <a:extLst>
                <a:ext uri="{FF2B5EF4-FFF2-40B4-BE49-F238E27FC236}">
                  <a16:creationId xmlns:a16="http://schemas.microsoft.com/office/drawing/2014/main" id="{27958559-95B6-475C-DBA1-1B07579FA995}"/>
                </a:ext>
              </a:extLst>
            </p:cNvPr>
            <p:cNvCxnSpPr>
              <a:cxnSpLocks/>
            </p:cNvCxnSpPr>
            <p:nvPr/>
          </p:nvCxnSpPr>
          <p:spPr>
            <a:xfrm>
              <a:off x="8143230" y="5383305"/>
              <a:ext cx="0" cy="451413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[R] 47">
              <a:extLst>
                <a:ext uri="{FF2B5EF4-FFF2-40B4-BE49-F238E27FC236}">
                  <a16:creationId xmlns:a16="http://schemas.microsoft.com/office/drawing/2014/main" id="{C06C3300-B526-61F1-9877-BF7E0F4A2D65}"/>
                </a:ext>
              </a:extLst>
            </p:cNvPr>
            <p:cNvCxnSpPr>
              <a:cxnSpLocks/>
            </p:cNvCxnSpPr>
            <p:nvPr/>
          </p:nvCxnSpPr>
          <p:spPr>
            <a:xfrm>
              <a:off x="9947807" y="5383305"/>
              <a:ext cx="0" cy="451413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DB9F2A01-66AC-1928-0AE3-510E62C594D7}"/>
              </a:ext>
            </a:extLst>
          </p:cNvPr>
          <p:cNvGrpSpPr/>
          <p:nvPr/>
        </p:nvGrpSpPr>
        <p:grpSpPr>
          <a:xfrm>
            <a:off x="2498689" y="1607871"/>
            <a:ext cx="1831926" cy="1805740"/>
            <a:chOff x="1194978" y="1532655"/>
            <a:chExt cx="2480866" cy="244540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B0C58AEE-F5BD-41A5-1D98-8B35929DD6B9}"/>
                </a:ext>
              </a:extLst>
            </p:cNvPr>
            <p:cNvSpPr/>
            <p:nvPr/>
          </p:nvSpPr>
          <p:spPr>
            <a:xfrm>
              <a:off x="1194978" y="1532655"/>
              <a:ext cx="2480866" cy="2445404"/>
            </a:xfrm>
            <a:prstGeom prst="ellipse">
              <a:avLst/>
            </a:prstGeom>
            <a:solidFill>
              <a:schemeClr val="bg1">
                <a:alpha val="73614"/>
              </a:schemeClr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C5DE545-5D59-994B-D9CB-3FDB3A88FCFD}"/>
                </a:ext>
              </a:extLst>
            </p:cNvPr>
            <p:cNvSpPr/>
            <p:nvPr/>
          </p:nvSpPr>
          <p:spPr>
            <a:xfrm>
              <a:off x="1632915" y="1952860"/>
              <a:ext cx="1604994" cy="160499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467816A-11F6-E701-D9EE-217FA3E3EB41}"/>
              </a:ext>
            </a:extLst>
          </p:cNvPr>
          <p:cNvGrpSpPr/>
          <p:nvPr/>
        </p:nvGrpSpPr>
        <p:grpSpPr>
          <a:xfrm>
            <a:off x="7936197" y="4377464"/>
            <a:ext cx="2127682" cy="307777"/>
            <a:chOff x="7867868" y="4793656"/>
            <a:chExt cx="2127682" cy="307777"/>
          </a:xfrm>
        </p:grpSpPr>
        <p:sp>
          <p:nvSpPr>
            <p:cNvPr id="47" name="모서리가 둥근 직사각형 54">
              <a:extLst>
                <a:ext uri="{FF2B5EF4-FFF2-40B4-BE49-F238E27FC236}">
                  <a16:creationId xmlns:a16="http://schemas.microsoft.com/office/drawing/2014/main" id="{85545808-95FC-A229-1E3C-FFA69EE5D0A5}"/>
                </a:ext>
              </a:extLst>
            </p:cNvPr>
            <p:cNvSpPr/>
            <p:nvPr/>
          </p:nvSpPr>
          <p:spPr>
            <a:xfrm>
              <a:off x="7867868" y="4793656"/>
              <a:ext cx="2127682" cy="3077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E4C5216-E343-4657-741C-0804885433CD}"/>
                </a:ext>
              </a:extLst>
            </p:cNvPr>
            <p:cNvSpPr txBox="1"/>
            <p:nvPr/>
          </p:nvSpPr>
          <p:spPr>
            <a:xfrm>
              <a:off x="8938998" y="4809045"/>
              <a:ext cx="253595" cy="276999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-</a:t>
              </a:r>
              <a:endParaRPr dirty="0"/>
            </a:p>
          </p:txBody>
        </p:sp>
        <p:pic>
          <p:nvPicPr>
            <p:cNvPr id="49" name="그래픽 48">
              <a:extLst>
                <a:ext uri="{FF2B5EF4-FFF2-40B4-BE49-F238E27FC236}">
                  <a16:creationId xmlns:a16="http://schemas.microsoft.com/office/drawing/2014/main" id="{9F338C9C-2F6B-EF3C-813B-C4137D2A23C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007144" y="4858650"/>
              <a:ext cx="183732" cy="183732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CA4381EB-EB16-903A-4E9E-15805146EB5B}"/>
              </a:ext>
            </a:extLst>
          </p:cNvPr>
          <p:cNvGrpSpPr/>
          <p:nvPr/>
        </p:nvGrpSpPr>
        <p:grpSpPr>
          <a:xfrm>
            <a:off x="2640625" y="4392853"/>
            <a:ext cx="610937" cy="276999"/>
            <a:chOff x="2628971" y="4809045"/>
            <a:chExt cx="610937" cy="276999"/>
          </a:xfrm>
        </p:grpSpPr>
        <p:sp>
          <p:nvSpPr>
            <p:cNvPr id="51" name="TextBox 17">
              <a:extLst>
                <a:ext uri="{FF2B5EF4-FFF2-40B4-BE49-F238E27FC236}">
                  <a16:creationId xmlns:a16="http://schemas.microsoft.com/office/drawing/2014/main" id="{BA9F2513-B5EF-31C5-33AF-7CA21AD38846}"/>
                </a:ext>
              </a:extLst>
            </p:cNvPr>
            <p:cNvSpPr txBox="1"/>
            <p:nvPr/>
          </p:nvSpPr>
          <p:spPr>
            <a:xfrm>
              <a:off x="2986312" y="4809045"/>
              <a:ext cx="253596" cy="276999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-</a:t>
              </a:r>
              <a:endParaRPr dirty="0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22B06392-187A-24D4-62EA-04A76D04A209}"/>
                </a:ext>
              </a:extLst>
            </p:cNvPr>
            <p:cNvGrpSpPr/>
            <p:nvPr/>
          </p:nvGrpSpPr>
          <p:grpSpPr>
            <a:xfrm>
              <a:off x="2628971" y="4861254"/>
              <a:ext cx="174365" cy="154990"/>
              <a:chOff x="771062" y="3052568"/>
              <a:chExt cx="422948" cy="375951"/>
            </a:xfrm>
          </p:grpSpPr>
          <p:sp>
            <p:nvSpPr>
              <p:cNvPr id="53" name="자유형 60">
                <a:extLst>
                  <a:ext uri="{FF2B5EF4-FFF2-40B4-BE49-F238E27FC236}">
                    <a16:creationId xmlns:a16="http://schemas.microsoft.com/office/drawing/2014/main" id="{BF7D7116-0671-BA51-FF4C-010DCD076A75}"/>
                  </a:ext>
                </a:extLst>
              </p:cNvPr>
              <p:cNvSpPr/>
              <p:nvPr/>
            </p:nvSpPr>
            <p:spPr>
              <a:xfrm>
                <a:off x="771062" y="3052568"/>
                <a:ext cx="422948" cy="375951"/>
              </a:xfrm>
              <a:custGeom>
                <a:avLst/>
                <a:gdLst>
                  <a:gd name="connsiteX0" fmla="*/ 180240 w 422948"/>
                  <a:gd name="connsiteY0" fmla="*/ 18046 h 375951"/>
                  <a:gd name="connsiteX1" fmla="*/ 4843 w 422948"/>
                  <a:gd name="connsiteY1" fmla="*/ 321820 h 375951"/>
                  <a:gd name="connsiteX2" fmla="*/ 18044 w 422948"/>
                  <a:gd name="connsiteY2" fmla="*/ 371113 h 375951"/>
                  <a:gd name="connsiteX3" fmla="*/ 36094 w 422948"/>
                  <a:gd name="connsiteY3" fmla="*/ 375952 h 375951"/>
                  <a:gd name="connsiteX4" fmla="*/ 386859 w 422948"/>
                  <a:gd name="connsiteY4" fmla="*/ 375952 h 375951"/>
                  <a:gd name="connsiteX5" fmla="*/ 422949 w 422948"/>
                  <a:gd name="connsiteY5" fmla="*/ 339870 h 375951"/>
                  <a:gd name="connsiteX6" fmla="*/ 418110 w 422948"/>
                  <a:gd name="connsiteY6" fmla="*/ 321820 h 375951"/>
                  <a:gd name="connsiteX7" fmla="*/ 242732 w 422948"/>
                  <a:gd name="connsiteY7" fmla="*/ 18046 h 375951"/>
                  <a:gd name="connsiteX8" fmla="*/ 193446 w 422948"/>
                  <a:gd name="connsiteY8" fmla="*/ 4840 h 375951"/>
                  <a:gd name="connsiteX9" fmla="*/ 180240 w 422948"/>
                  <a:gd name="connsiteY9" fmla="*/ 18046 h 375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2948" h="375951">
                    <a:moveTo>
                      <a:pt x="180240" y="18046"/>
                    </a:moveTo>
                    <a:lnTo>
                      <a:pt x="4843" y="321820"/>
                    </a:lnTo>
                    <a:cubicBezTo>
                      <a:pt x="-5124" y="339078"/>
                      <a:pt x="786" y="361147"/>
                      <a:pt x="18044" y="371113"/>
                    </a:cubicBezTo>
                    <a:cubicBezTo>
                      <a:pt x="23531" y="374286"/>
                      <a:pt x="29757" y="375952"/>
                      <a:pt x="36094" y="375952"/>
                    </a:cubicBezTo>
                    <a:lnTo>
                      <a:pt x="386859" y="375952"/>
                    </a:lnTo>
                    <a:cubicBezTo>
                      <a:pt x="406789" y="375952"/>
                      <a:pt x="422944" y="359799"/>
                      <a:pt x="422949" y="339870"/>
                    </a:cubicBezTo>
                    <a:cubicBezTo>
                      <a:pt x="422949" y="333533"/>
                      <a:pt x="421278" y="327307"/>
                      <a:pt x="418110" y="321820"/>
                    </a:cubicBezTo>
                    <a:lnTo>
                      <a:pt x="242732" y="18046"/>
                    </a:lnTo>
                    <a:cubicBezTo>
                      <a:pt x="232768" y="789"/>
                      <a:pt x="210702" y="-5123"/>
                      <a:pt x="193446" y="4840"/>
                    </a:cubicBezTo>
                    <a:cubicBezTo>
                      <a:pt x="187961" y="8007"/>
                      <a:pt x="183407" y="12561"/>
                      <a:pt x="180240" y="18046"/>
                    </a:cubicBezTo>
                    <a:close/>
                  </a:path>
                </a:pathLst>
              </a:custGeom>
              <a:solidFill>
                <a:srgbClr val="C1001B"/>
              </a:solidFill>
              <a:ln w="468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54" name="그래픽 86">
                <a:extLst>
                  <a:ext uri="{FF2B5EF4-FFF2-40B4-BE49-F238E27FC236}">
                    <a16:creationId xmlns:a16="http://schemas.microsoft.com/office/drawing/2014/main" id="{8CAAEAED-937A-A4EE-9678-A9AF2B8B7D11}"/>
                  </a:ext>
                </a:extLst>
              </p:cNvPr>
              <p:cNvGrpSpPr/>
              <p:nvPr/>
            </p:nvGrpSpPr>
            <p:grpSpPr>
              <a:xfrm>
                <a:off x="959865" y="3164304"/>
                <a:ext cx="45367" cy="215600"/>
                <a:chOff x="959865" y="3164304"/>
                <a:chExt cx="45367" cy="215600"/>
              </a:xfrm>
              <a:solidFill>
                <a:srgbClr val="FCF4D9"/>
              </a:solidFill>
            </p:grpSpPr>
            <p:sp>
              <p:nvSpPr>
                <p:cNvPr id="55" name="자유형 62">
                  <a:extLst>
                    <a:ext uri="{FF2B5EF4-FFF2-40B4-BE49-F238E27FC236}">
                      <a16:creationId xmlns:a16="http://schemas.microsoft.com/office/drawing/2014/main" id="{790CBDC9-DAFB-2466-582B-36D3DC021857}"/>
                    </a:ext>
                  </a:extLst>
                </p:cNvPr>
                <p:cNvSpPr/>
                <p:nvPr/>
              </p:nvSpPr>
              <p:spPr>
                <a:xfrm>
                  <a:off x="959865" y="3164304"/>
                  <a:ext cx="45367" cy="138281"/>
                </a:xfrm>
                <a:custGeom>
                  <a:avLst/>
                  <a:gdLst>
                    <a:gd name="connsiteX0" fmla="*/ 24971 w 45367"/>
                    <a:gd name="connsiteY0" fmla="*/ 0 h 138281"/>
                    <a:gd name="connsiteX1" fmla="*/ 45367 w 45367"/>
                    <a:gd name="connsiteY1" fmla="*/ 0 h 138281"/>
                    <a:gd name="connsiteX2" fmla="*/ 45367 w 45367"/>
                    <a:gd name="connsiteY2" fmla="*/ 138281 h 138281"/>
                    <a:gd name="connsiteX3" fmla="*/ 24971 w 45367"/>
                    <a:gd name="connsiteY3" fmla="*/ 138281 h 138281"/>
                    <a:gd name="connsiteX4" fmla="*/ 20396 w 45367"/>
                    <a:gd name="connsiteY4" fmla="*/ 138281 h 138281"/>
                    <a:gd name="connsiteX5" fmla="*/ 0 w 45367"/>
                    <a:gd name="connsiteY5" fmla="*/ 138281 h 138281"/>
                    <a:gd name="connsiteX6" fmla="*/ 0 w 45367"/>
                    <a:gd name="connsiteY6" fmla="*/ 0 h 138281"/>
                    <a:gd name="connsiteX7" fmla="*/ 20396 w 45367"/>
                    <a:gd name="connsiteY7" fmla="*/ 0 h 13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45367" h="138281">
                      <a:moveTo>
                        <a:pt x="24971" y="0"/>
                      </a:moveTo>
                      <a:cubicBezTo>
                        <a:pt x="36236" y="0"/>
                        <a:pt x="45367" y="0"/>
                        <a:pt x="45367" y="0"/>
                      </a:cubicBezTo>
                      <a:lnTo>
                        <a:pt x="45367" y="138281"/>
                      </a:lnTo>
                      <a:cubicBezTo>
                        <a:pt x="45367" y="138281"/>
                        <a:pt x="36236" y="138281"/>
                        <a:pt x="24971" y="138281"/>
                      </a:cubicBezTo>
                      <a:lnTo>
                        <a:pt x="20396" y="138281"/>
                      </a:lnTo>
                      <a:cubicBezTo>
                        <a:pt x="9132" y="138281"/>
                        <a:pt x="0" y="138281"/>
                        <a:pt x="0" y="138281"/>
                      </a:cubicBezTo>
                      <a:lnTo>
                        <a:pt x="0" y="0"/>
                      </a:lnTo>
                      <a:cubicBezTo>
                        <a:pt x="0" y="0"/>
                        <a:pt x="9132" y="0"/>
                        <a:pt x="20396" y="0"/>
                      </a:cubicBezTo>
                      <a:close/>
                    </a:path>
                  </a:pathLst>
                </a:custGeom>
                <a:solidFill>
                  <a:srgbClr val="FCF4D9"/>
                </a:solidFill>
                <a:ln w="468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56" name="자유형 63">
                  <a:extLst>
                    <a:ext uri="{FF2B5EF4-FFF2-40B4-BE49-F238E27FC236}">
                      <a16:creationId xmlns:a16="http://schemas.microsoft.com/office/drawing/2014/main" id="{8E3549E3-5133-9799-CB3E-8A002FCD3AD1}"/>
                    </a:ext>
                  </a:extLst>
                </p:cNvPr>
                <p:cNvSpPr/>
                <p:nvPr/>
              </p:nvSpPr>
              <p:spPr>
                <a:xfrm>
                  <a:off x="959865" y="3334537"/>
                  <a:ext cx="45367" cy="45367"/>
                </a:xfrm>
                <a:custGeom>
                  <a:avLst/>
                  <a:gdLst>
                    <a:gd name="connsiteX0" fmla="*/ 45367 w 45367"/>
                    <a:gd name="connsiteY0" fmla="*/ 22684 h 45367"/>
                    <a:gd name="connsiteX1" fmla="*/ 22684 w 45367"/>
                    <a:gd name="connsiteY1" fmla="*/ 45367 h 45367"/>
                    <a:gd name="connsiteX2" fmla="*/ 0 w 45367"/>
                    <a:gd name="connsiteY2" fmla="*/ 22684 h 45367"/>
                    <a:gd name="connsiteX3" fmla="*/ 22684 w 45367"/>
                    <a:gd name="connsiteY3" fmla="*/ 0 h 45367"/>
                    <a:gd name="connsiteX4" fmla="*/ 45367 w 45367"/>
                    <a:gd name="connsiteY4" fmla="*/ 22684 h 453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5367" h="45367">
                      <a:moveTo>
                        <a:pt x="45367" y="22684"/>
                      </a:moveTo>
                      <a:cubicBezTo>
                        <a:pt x="45367" y="35211"/>
                        <a:pt x="35211" y="45367"/>
                        <a:pt x="22684" y="45367"/>
                      </a:cubicBezTo>
                      <a:cubicBezTo>
                        <a:pt x="10156" y="45367"/>
                        <a:pt x="0" y="35211"/>
                        <a:pt x="0" y="22684"/>
                      </a:cubicBezTo>
                      <a:cubicBezTo>
                        <a:pt x="0" y="10156"/>
                        <a:pt x="10156" y="0"/>
                        <a:pt x="22684" y="0"/>
                      </a:cubicBezTo>
                      <a:cubicBezTo>
                        <a:pt x="35211" y="0"/>
                        <a:pt x="45367" y="10156"/>
                        <a:pt x="45367" y="22684"/>
                      </a:cubicBezTo>
                      <a:close/>
                    </a:path>
                  </a:pathLst>
                </a:custGeom>
                <a:solidFill>
                  <a:srgbClr val="FCF4D9"/>
                </a:solidFill>
                <a:ln w="468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</p:grpSp>
      <p:sp>
        <p:nvSpPr>
          <p:cNvPr id="57" name="자유형 64">
            <a:extLst>
              <a:ext uri="{FF2B5EF4-FFF2-40B4-BE49-F238E27FC236}">
                <a16:creationId xmlns:a16="http://schemas.microsoft.com/office/drawing/2014/main" id="{6A8A5481-A0A9-532C-EF7A-94F3917DB153}"/>
              </a:ext>
            </a:extLst>
          </p:cNvPr>
          <p:cNvSpPr/>
          <p:nvPr/>
        </p:nvSpPr>
        <p:spPr>
          <a:xfrm rot="5400000">
            <a:off x="576923" y="1446351"/>
            <a:ext cx="1821129" cy="2144169"/>
          </a:xfrm>
          <a:custGeom>
            <a:avLst/>
            <a:gdLst>
              <a:gd name="connsiteX0" fmla="*/ 0 w 1821129"/>
              <a:gd name="connsiteY0" fmla="*/ 1840641 h 2144169"/>
              <a:gd name="connsiteX1" fmla="*/ 0 w 1821129"/>
              <a:gd name="connsiteY1" fmla="*/ 626568 h 2144169"/>
              <a:gd name="connsiteX2" fmla="*/ 303528 w 1821129"/>
              <a:gd name="connsiteY2" fmla="*/ 323040 h 2144169"/>
              <a:gd name="connsiteX3" fmla="*/ 675947 w 1821129"/>
              <a:gd name="connsiteY3" fmla="*/ 323040 h 2144169"/>
              <a:gd name="connsiteX4" fmla="*/ 910565 w 1821129"/>
              <a:gd name="connsiteY4" fmla="*/ 0 h 2144169"/>
              <a:gd name="connsiteX5" fmla="*/ 1145182 w 1821129"/>
              <a:gd name="connsiteY5" fmla="*/ 323040 h 2144169"/>
              <a:gd name="connsiteX6" fmla="*/ 1517601 w 1821129"/>
              <a:gd name="connsiteY6" fmla="*/ 323040 h 2144169"/>
              <a:gd name="connsiteX7" fmla="*/ 1821129 w 1821129"/>
              <a:gd name="connsiteY7" fmla="*/ 626568 h 2144169"/>
              <a:gd name="connsiteX8" fmla="*/ 1821129 w 1821129"/>
              <a:gd name="connsiteY8" fmla="*/ 1840641 h 2144169"/>
              <a:gd name="connsiteX9" fmla="*/ 1517601 w 1821129"/>
              <a:gd name="connsiteY9" fmla="*/ 2144169 h 2144169"/>
              <a:gd name="connsiteX10" fmla="*/ 303528 w 1821129"/>
              <a:gd name="connsiteY10" fmla="*/ 2144169 h 2144169"/>
              <a:gd name="connsiteX11" fmla="*/ 0 w 1821129"/>
              <a:gd name="connsiteY11" fmla="*/ 1840641 h 2144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21129" h="2144169">
                <a:moveTo>
                  <a:pt x="0" y="1840641"/>
                </a:moveTo>
                <a:lnTo>
                  <a:pt x="0" y="626568"/>
                </a:lnTo>
                <a:cubicBezTo>
                  <a:pt x="0" y="458934"/>
                  <a:pt x="135894" y="323040"/>
                  <a:pt x="303528" y="323040"/>
                </a:cubicBezTo>
                <a:lnTo>
                  <a:pt x="675947" y="323040"/>
                </a:lnTo>
                <a:lnTo>
                  <a:pt x="910565" y="0"/>
                </a:lnTo>
                <a:lnTo>
                  <a:pt x="1145182" y="323040"/>
                </a:lnTo>
                <a:lnTo>
                  <a:pt x="1517601" y="323040"/>
                </a:lnTo>
                <a:cubicBezTo>
                  <a:pt x="1685235" y="323040"/>
                  <a:pt x="1821129" y="458934"/>
                  <a:pt x="1821129" y="626568"/>
                </a:cubicBezTo>
                <a:lnTo>
                  <a:pt x="1821129" y="1840641"/>
                </a:lnTo>
                <a:cubicBezTo>
                  <a:pt x="1821129" y="2008275"/>
                  <a:pt x="1685235" y="2144169"/>
                  <a:pt x="1517601" y="2144169"/>
                </a:cubicBezTo>
                <a:lnTo>
                  <a:pt x="303528" y="2144169"/>
                </a:lnTo>
                <a:cubicBezTo>
                  <a:pt x="135894" y="2144169"/>
                  <a:pt x="0" y="2008275"/>
                  <a:pt x="0" y="1840641"/>
                </a:cubicBezTo>
                <a:close/>
              </a:path>
            </a:pathLst>
          </a:cu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6476CECE-D32B-A7BE-384F-D51489499AAD}"/>
              </a:ext>
            </a:extLst>
          </p:cNvPr>
          <p:cNvSpPr txBox="1"/>
          <p:nvPr/>
        </p:nvSpPr>
        <p:spPr>
          <a:xfrm>
            <a:off x="415403" y="1820298"/>
            <a:ext cx="182880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80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rPr lang="en-US" altLang="ko-KR" sz="1100" b="1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1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4604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99B1A-23F4-6C5A-63F8-9B05FAE44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7E9D662-71D9-B348-9F4A-86504877FF67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79177E03-2918-8D02-26B8-7D1FFCCD676E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5276B78F-E17D-0791-5D08-70026E2F5359}"/>
              </a:ext>
            </a:extLst>
          </p:cNvPr>
          <p:cNvSpPr>
            <a:spLocks/>
          </p:cNvSpPr>
          <p:nvPr/>
        </p:nvSpPr>
        <p:spPr>
          <a:xfrm>
            <a:off x="8094662" y="2150063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3">
            <a:extLst>
              <a:ext uri="{FF2B5EF4-FFF2-40B4-BE49-F238E27FC236}">
                <a16:creationId xmlns:a16="http://schemas.microsoft.com/office/drawing/2014/main" id="{1FFA4019-9223-4958-454C-93611685A7BF}"/>
              </a:ext>
            </a:extLst>
          </p:cNvPr>
          <p:cNvSpPr>
            <a:spLocks/>
          </p:cNvSpPr>
          <p:nvPr/>
        </p:nvSpPr>
        <p:spPr>
          <a:xfrm>
            <a:off x="4295170" y="2150063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3C564042-AE89-6F38-3CC6-74602C75B01F}"/>
              </a:ext>
            </a:extLst>
          </p:cNvPr>
          <p:cNvSpPr>
            <a:spLocks/>
          </p:cNvSpPr>
          <p:nvPr/>
        </p:nvSpPr>
        <p:spPr>
          <a:xfrm>
            <a:off x="487362" y="2150063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16ED8E74-44F8-D728-180F-6D86EE9B8089}"/>
              </a:ext>
            </a:extLst>
          </p:cNvPr>
          <p:cNvSpPr/>
          <p:nvPr/>
        </p:nvSpPr>
        <p:spPr>
          <a:xfrm>
            <a:off x="1366374" y="2401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85B7E73D-4BAD-7A80-7F36-D85B79B17525}"/>
              </a:ext>
            </a:extLst>
          </p:cNvPr>
          <p:cNvSpPr txBox="1"/>
          <p:nvPr/>
        </p:nvSpPr>
        <p:spPr>
          <a:xfrm>
            <a:off x="1996209" y="2416871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422E82C9-1954-FC96-F8A4-6E718F2AE7B3}"/>
              </a:ext>
            </a:extLst>
          </p:cNvPr>
          <p:cNvSpPr/>
          <p:nvPr/>
        </p:nvSpPr>
        <p:spPr>
          <a:xfrm>
            <a:off x="5174182" y="2401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F9DA2B9A-F06F-91BF-3F42-DA4C6131909A}"/>
              </a:ext>
            </a:extLst>
          </p:cNvPr>
          <p:cNvSpPr txBox="1"/>
          <p:nvPr/>
        </p:nvSpPr>
        <p:spPr>
          <a:xfrm>
            <a:off x="5804017" y="2416871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165F8FA-A58F-0C41-376B-B770A40CE39F}"/>
              </a:ext>
            </a:extLst>
          </p:cNvPr>
          <p:cNvSpPr/>
          <p:nvPr/>
        </p:nvSpPr>
        <p:spPr>
          <a:xfrm>
            <a:off x="8973674" y="240148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FDFF7BE9-9947-43B6-9031-D71CA8E67E3D}"/>
              </a:ext>
            </a:extLst>
          </p:cNvPr>
          <p:cNvSpPr txBox="1"/>
          <p:nvPr/>
        </p:nvSpPr>
        <p:spPr>
          <a:xfrm>
            <a:off x="9603508" y="2416871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D6C0F0D3-F77A-0FD9-9842-DDFB9E722910}"/>
              </a:ext>
            </a:extLst>
          </p:cNvPr>
          <p:cNvSpPr txBox="1"/>
          <p:nvPr/>
        </p:nvSpPr>
        <p:spPr>
          <a:xfrm>
            <a:off x="2169332" y="5254514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 err="1"/>
              <a:t>-</a:t>
            </a:r>
            <a:endParaRPr lang="ko-KR" altLang="en-US" dirty="0"/>
          </a:p>
        </p:txBody>
      </p:sp>
      <p:sp>
        <p:nvSpPr>
          <p:cNvPr id="15" name="TextBox 17">
            <a:extLst>
              <a:ext uri="{FF2B5EF4-FFF2-40B4-BE49-F238E27FC236}">
                <a16:creationId xmlns:a16="http://schemas.microsoft.com/office/drawing/2014/main" id="{3611617C-E4D6-BAE1-AA78-EE950AB28B49}"/>
              </a:ext>
            </a:extLst>
          </p:cNvPr>
          <p:cNvSpPr txBox="1"/>
          <p:nvPr/>
        </p:nvSpPr>
        <p:spPr>
          <a:xfrm>
            <a:off x="5977140" y="5254514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8E546B20-41C9-ED56-BC75-9F8CE1D90152}"/>
              </a:ext>
            </a:extLst>
          </p:cNvPr>
          <p:cNvSpPr txBox="1"/>
          <p:nvPr/>
        </p:nvSpPr>
        <p:spPr>
          <a:xfrm>
            <a:off x="9776632" y="5254514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05328A5-E2D9-0E42-C785-57F7CF052BA0}"/>
              </a:ext>
            </a:extLst>
          </p:cNvPr>
          <p:cNvSpPr/>
          <p:nvPr/>
        </p:nvSpPr>
        <p:spPr>
          <a:xfrm>
            <a:off x="1765198" y="291636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8C839B7-3794-0FA0-FE97-544108F363EA}"/>
              </a:ext>
            </a:extLst>
          </p:cNvPr>
          <p:cNvSpPr/>
          <p:nvPr/>
        </p:nvSpPr>
        <p:spPr>
          <a:xfrm>
            <a:off x="5573006" y="291636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524C193-F283-7EC5-8B2E-209C5FAF3DF8}"/>
              </a:ext>
            </a:extLst>
          </p:cNvPr>
          <p:cNvSpPr/>
          <p:nvPr/>
        </p:nvSpPr>
        <p:spPr>
          <a:xfrm>
            <a:off x="9372498" y="2916360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D1EDEE-D5D4-62BE-AFA2-C7D0627FD553}"/>
              </a:ext>
            </a:extLst>
          </p:cNvPr>
          <p:cNvSpPr txBox="1"/>
          <p:nvPr/>
        </p:nvSpPr>
        <p:spPr>
          <a:xfrm>
            <a:off x="2143683" y="3216459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E80724-8048-5727-73BF-2B917EE0A8E8}"/>
              </a:ext>
            </a:extLst>
          </p:cNvPr>
          <p:cNvSpPr txBox="1"/>
          <p:nvPr/>
        </p:nvSpPr>
        <p:spPr>
          <a:xfrm>
            <a:off x="5946619" y="3216459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53BCEA-2D4C-717E-0500-392B62F1EBC5}"/>
              </a:ext>
            </a:extLst>
          </p:cNvPr>
          <p:cNvSpPr txBox="1"/>
          <p:nvPr/>
        </p:nvSpPr>
        <p:spPr>
          <a:xfrm>
            <a:off x="9755610" y="3216459"/>
            <a:ext cx="30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B78B3EE2-919C-715B-12D6-FFF9B24F6498}"/>
              </a:ext>
            </a:extLst>
          </p:cNvPr>
          <p:cNvSpPr/>
          <p:nvPr/>
        </p:nvSpPr>
        <p:spPr>
          <a:xfrm>
            <a:off x="487362" y="1615884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 39">
            <a:extLst>
              <a:ext uri="{FF2B5EF4-FFF2-40B4-BE49-F238E27FC236}">
                <a16:creationId xmlns:a16="http://schemas.microsoft.com/office/drawing/2014/main" id="{7CCAA241-749A-0B1F-F262-E0272095368B}"/>
              </a:ext>
            </a:extLst>
          </p:cNvPr>
          <p:cNvSpPr txBox="1"/>
          <p:nvPr/>
        </p:nvSpPr>
        <p:spPr>
          <a:xfrm>
            <a:off x="3246321" y="1700808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1ABF3818-4EC6-812D-284F-5E7E1CEA76A1}"/>
              </a:ext>
            </a:extLst>
          </p:cNvPr>
          <p:cNvSpPr/>
          <p:nvPr/>
        </p:nvSpPr>
        <p:spPr>
          <a:xfrm>
            <a:off x="2442061" y="4152195"/>
            <a:ext cx="1483867" cy="747336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위쪽 화살표[U] 25">
            <a:extLst>
              <a:ext uri="{FF2B5EF4-FFF2-40B4-BE49-F238E27FC236}">
                <a16:creationId xmlns:a16="http://schemas.microsoft.com/office/drawing/2014/main" id="{D47DE19E-4775-1C4D-B2E8-5EA502CBE927}"/>
              </a:ext>
            </a:extLst>
          </p:cNvPr>
          <p:cNvSpPr/>
          <p:nvPr/>
        </p:nvSpPr>
        <p:spPr>
          <a:xfrm rot="5400000">
            <a:off x="2051871" y="4355994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20BDD20C-EF6C-262C-51B4-74E34B27384A}"/>
              </a:ext>
            </a:extLst>
          </p:cNvPr>
          <p:cNvSpPr/>
          <p:nvPr/>
        </p:nvSpPr>
        <p:spPr>
          <a:xfrm>
            <a:off x="643540" y="4152195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Text 9">
            <a:extLst>
              <a:ext uri="{FF2B5EF4-FFF2-40B4-BE49-F238E27FC236}">
                <a16:creationId xmlns:a16="http://schemas.microsoft.com/office/drawing/2014/main" id="{5CB0AF8B-58CA-CD1E-05FD-84CC348E9B94}"/>
              </a:ext>
            </a:extLst>
          </p:cNvPr>
          <p:cNvSpPr txBox="1"/>
          <p:nvPr/>
        </p:nvSpPr>
        <p:spPr>
          <a:xfrm>
            <a:off x="676813" y="4532561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1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100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24A531C1-2D8C-65A4-0C67-2D0E45E6CEFB}"/>
              </a:ext>
            </a:extLst>
          </p:cNvPr>
          <p:cNvSpPr txBox="1"/>
          <p:nvPr/>
        </p:nvSpPr>
        <p:spPr>
          <a:xfrm>
            <a:off x="676813" y="4339691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3156CD45-08AB-A97F-612A-F02A416C1A2E}"/>
              </a:ext>
            </a:extLst>
          </p:cNvPr>
          <p:cNvSpPr txBox="1"/>
          <p:nvPr/>
        </p:nvSpPr>
        <p:spPr>
          <a:xfrm>
            <a:off x="2469279" y="4505139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6961B183-BC35-0DC0-EFE8-59FE938879E9}"/>
              </a:ext>
            </a:extLst>
          </p:cNvPr>
          <p:cNvSpPr txBox="1"/>
          <p:nvPr/>
        </p:nvSpPr>
        <p:spPr>
          <a:xfrm>
            <a:off x="2469279" y="431996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90">
            <a:extLst>
              <a:ext uri="{FF2B5EF4-FFF2-40B4-BE49-F238E27FC236}">
                <a16:creationId xmlns:a16="http://schemas.microsoft.com/office/drawing/2014/main" id="{A0BD49C4-BED6-1535-9939-C814878A9A31}"/>
              </a:ext>
            </a:extLst>
          </p:cNvPr>
          <p:cNvSpPr txBox="1"/>
          <p:nvPr/>
        </p:nvSpPr>
        <p:spPr>
          <a:xfrm>
            <a:off x="2218705" y="5030336"/>
            <a:ext cx="154847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C6177F9D-E2B5-FA37-D0D3-49DF47E54AFD}"/>
              </a:ext>
            </a:extLst>
          </p:cNvPr>
          <p:cNvSpPr/>
          <p:nvPr/>
        </p:nvSpPr>
        <p:spPr>
          <a:xfrm>
            <a:off x="6251052" y="4152195"/>
            <a:ext cx="1483867" cy="747336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위쪽 화살표[U] 33">
            <a:extLst>
              <a:ext uri="{FF2B5EF4-FFF2-40B4-BE49-F238E27FC236}">
                <a16:creationId xmlns:a16="http://schemas.microsoft.com/office/drawing/2014/main" id="{F1C94345-E57A-6E43-BF56-61B11CBA63DA}"/>
              </a:ext>
            </a:extLst>
          </p:cNvPr>
          <p:cNvSpPr/>
          <p:nvPr/>
        </p:nvSpPr>
        <p:spPr>
          <a:xfrm rot="5400000">
            <a:off x="5860862" y="4355994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AEA6FC4D-7B6E-D37B-FF9A-E4C2D8B37DBD}"/>
              </a:ext>
            </a:extLst>
          </p:cNvPr>
          <p:cNvSpPr/>
          <p:nvPr/>
        </p:nvSpPr>
        <p:spPr>
          <a:xfrm>
            <a:off x="4452531" y="4152195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0FD551DC-3100-2E3B-2971-A4718B50CD2E}"/>
              </a:ext>
            </a:extLst>
          </p:cNvPr>
          <p:cNvSpPr txBox="1"/>
          <p:nvPr/>
        </p:nvSpPr>
        <p:spPr>
          <a:xfrm>
            <a:off x="4485804" y="4532561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100" b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58476494-1CF6-A1AC-CE2A-3A14605B1792}"/>
              </a:ext>
            </a:extLst>
          </p:cNvPr>
          <p:cNvSpPr txBox="1"/>
          <p:nvPr/>
        </p:nvSpPr>
        <p:spPr>
          <a:xfrm>
            <a:off x="4485804" y="4339691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CFF41BCD-3B11-2525-FE9D-EDE3B65F1DD5}"/>
              </a:ext>
            </a:extLst>
          </p:cNvPr>
          <p:cNvSpPr txBox="1"/>
          <p:nvPr/>
        </p:nvSpPr>
        <p:spPr>
          <a:xfrm>
            <a:off x="6278270" y="4505139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5BE12493-739D-BBDF-0278-18A3C146A380}"/>
              </a:ext>
            </a:extLst>
          </p:cNvPr>
          <p:cNvSpPr txBox="1"/>
          <p:nvPr/>
        </p:nvSpPr>
        <p:spPr>
          <a:xfrm>
            <a:off x="6278270" y="431996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C87C21-16BB-2BB7-A3AC-ED91808AE29A}"/>
              </a:ext>
            </a:extLst>
          </p:cNvPr>
          <p:cNvSpPr txBox="1"/>
          <p:nvPr/>
        </p:nvSpPr>
        <p:spPr>
          <a:xfrm>
            <a:off x="6027696" y="5030336"/>
            <a:ext cx="154847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534654B3-683E-4BA5-D643-5E23FECEBD62}"/>
              </a:ext>
            </a:extLst>
          </p:cNvPr>
          <p:cNvSpPr/>
          <p:nvPr/>
        </p:nvSpPr>
        <p:spPr>
          <a:xfrm>
            <a:off x="10053987" y="4152195"/>
            <a:ext cx="1483867" cy="747336"/>
          </a:xfrm>
          <a:prstGeom prst="roundRect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위쪽 화살표[U] 41">
            <a:extLst>
              <a:ext uri="{FF2B5EF4-FFF2-40B4-BE49-F238E27FC236}">
                <a16:creationId xmlns:a16="http://schemas.microsoft.com/office/drawing/2014/main" id="{E38D6E9A-B311-9826-503F-57FAF860E6AF}"/>
              </a:ext>
            </a:extLst>
          </p:cNvPr>
          <p:cNvSpPr/>
          <p:nvPr/>
        </p:nvSpPr>
        <p:spPr>
          <a:xfrm rot="5400000">
            <a:off x="9663797" y="4355994"/>
            <a:ext cx="378487" cy="35313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2EC22F35-3869-EFF0-1F3E-CAF3E0F69926}"/>
              </a:ext>
            </a:extLst>
          </p:cNvPr>
          <p:cNvSpPr/>
          <p:nvPr/>
        </p:nvSpPr>
        <p:spPr>
          <a:xfrm>
            <a:off x="8255466" y="4152195"/>
            <a:ext cx="1483867" cy="747336"/>
          </a:xfrm>
          <a:prstGeom prst="roundRect">
            <a:avLst/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2D436C81-9370-41CE-37BF-94A8397F4CE0}"/>
              </a:ext>
            </a:extLst>
          </p:cNvPr>
          <p:cNvSpPr txBox="1"/>
          <p:nvPr/>
        </p:nvSpPr>
        <p:spPr>
          <a:xfrm>
            <a:off x="8288739" y="4532561"/>
            <a:ext cx="1417321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100" b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46199AA1-8CA9-868B-A845-CBAAD346F458}"/>
              </a:ext>
            </a:extLst>
          </p:cNvPr>
          <p:cNvSpPr txBox="1"/>
          <p:nvPr/>
        </p:nvSpPr>
        <p:spPr>
          <a:xfrm>
            <a:off x="8288739" y="4339691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2">
                    <a:lumMod val="1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2">
                  <a:lumMod val="1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FC38C1C0-45B6-2B7F-8E7F-D649CEAE9586}"/>
              </a:ext>
            </a:extLst>
          </p:cNvPr>
          <p:cNvSpPr txBox="1"/>
          <p:nvPr/>
        </p:nvSpPr>
        <p:spPr>
          <a:xfrm>
            <a:off x="10081205" y="4505139"/>
            <a:ext cx="1417321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B7A37D57-F672-0CE7-7DAD-B8C1DBAB8562}"/>
              </a:ext>
            </a:extLst>
          </p:cNvPr>
          <p:cNvSpPr txBox="1"/>
          <p:nvPr/>
        </p:nvSpPr>
        <p:spPr>
          <a:xfrm>
            <a:off x="10081205" y="4319963"/>
            <a:ext cx="1417321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">
                <a:solidFill>
                  <a:srgbClr val="DC262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TextBox 90">
            <a:extLst>
              <a:ext uri="{FF2B5EF4-FFF2-40B4-BE49-F238E27FC236}">
                <a16:creationId xmlns:a16="http://schemas.microsoft.com/office/drawing/2014/main" id="{B9B176EE-074E-EBF9-7177-A06E4AC7A695}"/>
              </a:ext>
            </a:extLst>
          </p:cNvPr>
          <p:cNvSpPr txBox="1"/>
          <p:nvPr/>
        </p:nvSpPr>
        <p:spPr>
          <a:xfrm>
            <a:off x="9830631" y="5030336"/>
            <a:ext cx="154847" cy="2616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8" tIns="45718" rIns="45718" bIns="45718" numCol="1" anchor="t">
            <a:spAutoFit/>
          </a:bodyPr>
          <a:lstStyle>
            <a:defPPr>
              <a:defRPr lang="ko-KR"/>
            </a:defPPr>
            <a:lvl1pPr algn="ctr">
              <a:defRPr sz="11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7416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54996-9BA3-8609-8218-5FF9F35E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13AF6A5-C3EA-8D8C-FE50-A45C1A6A47C5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E45BAA31-AC59-002E-5369-8E215E4CD110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9D52E9C9-C198-ECEE-65E6-DB3168817D6A}"/>
              </a:ext>
            </a:extLst>
          </p:cNvPr>
          <p:cNvSpPr/>
          <p:nvPr/>
        </p:nvSpPr>
        <p:spPr>
          <a:xfrm>
            <a:off x="469695" y="1556792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 39">
            <a:extLst>
              <a:ext uri="{FF2B5EF4-FFF2-40B4-BE49-F238E27FC236}">
                <a16:creationId xmlns:a16="http://schemas.microsoft.com/office/drawing/2014/main" id="{D0BB7EE2-E706-4FF1-0C6C-E240087BD1EC}"/>
              </a:ext>
            </a:extLst>
          </p:cNvPr>
          <p:cNvSpPr txBox="1"/>
          <p:nvPr/>
        </p:nvSpPr>
        <p:spPr>
          <a:xfrm>
            <a:off x="3228654" y="1641716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B4060D4-F265-BBE1-F4A3-A0058C3BCFD6}"/>
              </a:ext>
            </a:extLst>
          </p:cNvPr>
          <p:cNvGrpSpPr/>
          <p:nvPr/>
        </p:nvGrpSpPr>
        <p:grpSpPr>
          <a:xfrm>
            <a:off x="5068961" y="2157752"/>
            <a:ext cx="6536312" cy="3512255"/>
            <a:chOff x="4746526" y="2565399"/>
            <a:chExt cx="6536312" cy="3512255"/>
          </a:xfrm>
        </p:grpSpPr>
        <p:sp>
          <p:nvSpPr>
            <p:cNvPr id="49" name="모서리가 둥근 직사각형 34">
              <a:extLst>
                <a:ext uri="{FF2B5EF4-FFF2-40B4-BE49-F238E27FC236}">
                  <a16:creationId xmlns:a16="http://schemas.microsoft.com/office/drawing/2014/main" id="{A61883E9-E9A3-F91A-11F3-9A45B24BE368}"/>
                </a:ext>
              </a:extLst>
            </p:cNvPr>
            <p:cNvSpPr>
              <a:spLocks/>
            </p:cNvSpPr>
            <p:nvPr/>
          </p:nvSpPr>
          <p:spPr>
            <a:xfrm>
              <a:off x="4746526" y="2565399"/>
              <a:ext cx="6536312" cy="3512255"/>
            </a:xfrm>
            <a:prstGeom prst="roundRect">
              <a:avLst>
                <a:gd name="adj" fmla="val 10439"/>
              </a:avLst>
            </a:prstGeom>
            <a:solidFill>
              <a:schemeClr val="bg1">
                <a:alpha val="70000"/>
              </a:schemeClr>
            </a:solidFill>
            <a:ln w="12700">
              <a:gradFill>
                <a:gsLst>
                  <a:gs pos="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99000">
                    <a:schemeClr val="bg1">
                      <a:lumMod val="85000"/>
                    </a:schemeClr>
                  </a:gs>
                  <a:gs pos="69000">
                    <a:schemeClr val="bg1">
                      <a:lumMod val="95000"/>
                    </a:schemeClr>
                  </a:gs>
                </a:gsLst>
                <a:lin ang="2700000" scaled="0"/>
              </a:gradFill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kumimoji="1"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위쪽 화살표[U] 41">
              <a:extLst>
                <a:ext uri="{FF2B5EF4-FFF2-40B4-BE49-F238E27FC236}">
                  <a16:creationId xmlns:a16="http://schemas.microsoft.com/office/drawing/2014/main" id="{4E190EBF-40F9-E5E4-645F-D72011362AE0}"/>
                </a:ext>
              </a:extLst>
            </p:cNvPr>
            <p:cNvSpPr/>
            <p:nvPr/>
          </p:nvSpPr>
          <p:spPr>
            <a:xfrm rot="5400000">
              <a:off x="9013852" y="3825363"/>
              <a:ext cx="460319" cy="492500"/>
            </a:xfrm>
            <a:prstGeom prst="upArrow">
              <a:avLst/>
            </a:prstGeom>
            <a:gradFill>
              <a:gsLst>
                <a:gs pos="0">
                  <a:srgbClr val="C1001B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0" name="위쪽 화살표[U] 47">
              <a:extLst>
                <a:ext uri="{FF2B5EF4-FFF2-40B4-BE49-F238E27FC236}">
                  <a16:creationId xmlns:a16="http://schemas.microsoft.com/office/drawing/2014/main" id="{E76B3DE1-80CF-348A-975E-6ACA60C22E44}"/>
                </a:ext>
              </a:extLst>
            </p:cNvPr>
            <p:cNvSpPr/>
            <p:nvPr/>
          </p:nvSpPr>
          <p:spPr>
            <a:xfrm rot="5400000">
              <a:off x="6776654" y="3757901"/>
              <a:ext cx="460319" cy="492500"/>
            </a:xfrm>
            <a:prstGeom prst="upArrow">
              <a:avLst/>
            </a:prstGeom>
            <a:gradFill>
              <a:gsLst>
                <a:gs pos="0">
                  <a:srgbClr val="C1001B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2" name="모서리가 둥근 직사각형 49">
              <a:extLst>
                <a:ext uri="{FF2B5EF4-FFF2-40B4-BE49-F238E27FC236}">
                  <a16:creationId xmlns:a16="http://schemas.microsoft.com/office/drawing/2014/main" id="{6894A7BC-44F2-BCC8-013E-A2EDF0B476FD}"/>
                </a:ext>
              </a:extLst>
            </p:cNvPr>
            <p:cNvSpPr/>
            <p:nvPr/>
          </p:nvSpPr>
          <p:spPr>
            <a:xfrm>
              <a:off x="5442890" y="2816018"/>
              <a:ext cx="1049646" cy="32312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TextBox 17">
              <a:extLst>
                <a:ext uri="{FF2B5EF4-FFF2-40B4-BE49-F238E27FC236}">
                  <a16:creationId xmlns:a16="http://schemas.microsoft.com/office/drawing/2014/main" id="{1FA5075D-F1E3-0C4F-26EF-B36A0ACADA2F}"/>
                </a:ext>
              </a:extLst>
            </p:cNvPr>
            <p:cNvSpPr txBox="1"/>
            <p:nvPr/>
          </p:nvSpPr>
          <p:spPr>
            <a:xfrm>
              <a:off x="5798416" y="2825847"/>
              <a:ext cx="338596" cy="176935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TITLE</a:t>
              </a:r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5A12890D-F16C-824E-D54F-D3D65F30CFBE}"/>
                </a:ext>
              </a:extLst>
            </p:cNvPr>
            <p:cNvSpPr/>
            <p:nvPr/>
          </p:nvSpPr>
          <p:spPr>
            <a:xfrm>
              <a:off x="5232171" y="3287194"/>
              <a:ext cx="1459785" cy="14539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5EE2F45-449C-D6A0-7FE0-94A604502E01}"/>
                </a:ext>
              </a:extLst>
            </p:cNvPr>
            <p:cNvSpPr txBox="1"/>
            <p:nvPr/>
          </p:nvSpPr>
          <p:spPr>
            <a:xfrm>
              <a:off x="5757500" y="3771352"/>
              <a:ext cx="530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2400" b="1" dirty="0">
                  <a:solidFill>
                    <a:srgbClr val="C1001B"/>
                  </a:solidFill>
                  <a:latin typeface="DIN Condensed" pitchFamily="2" charset="0"/>
                  <a:ea typeface="Pretendard" panose="02000503000000020004" pitchFamily="2" charset="-127"/>
                  <a:cs typeface="Pretendard" panose="02000503000000020004" pitchFamily="2" charset="-127"/>
                </a:rPr>
                <a:t>-</a:t>
              </a:r>
              <a:endParaRPr kumimoji="1" lang="ko-KR" altLang="en-US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6" name="모서리가 둥근 직사각형 53">
              <a:extLst>
                <a:ext uri="{FF2B5EF4-FFF2-40B4-BE49-F238E27FC236}">
                  <a16:creationId xmlns:a16="http://schemas.microsoft.com/office/drawing/2014/main" id="{6C19CCB5-7837-F3AF-0D9E-6A8B964EB59A}"/>
                </a:ext>
              </a:extLst>
            </p:cNvPr>
            <p:cNvSpPr/>
            <p:nvPr/>
          </p:nvSpPr>
          <p:spPr>
            <a:xfrm>
              <a:off x="5051737" y="5120536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7" name="모서리가 둥근 직사각형 54">
              <a:extLst>
                <a:ext uri="{FF2B5EF4-FFF2-40B4-BE49-F238E27FC236}">
                  <a16:creationId xmlns:a16="http://schemas.microsoft.com/office/drawing/2014/main" id="{DDA1B3EF-BFD9-9931-5CD9-C7F49F6F6D3A}"/>
                </a:ext>
              </a:extLst>
            </p:cNvPr>
            <p:cNvSpPr/>
            <p:nvPr/>
          </p:nvSpPr>
          <p:spPr>
            <a:xfrm>
              <a:off x="5051737" y="4869160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8" name="TextBox 90">
              <a:extLst>
                <a:ext uri="{FF2B5EF4-FFF2-40B4-BE49-F238E27FC236}">
                  <a16:creationId xmlns:a16="http://schemas.microsoft.com/office/drawing/2014/main" id="{ADECD5F0-E4F3-056C-58E3-D0558219F666}"/>
                </a:ext>
              </a:extLst>
            </p:cNvPr>
            <p:cNvSpPr txBox="1"/>
            <p:nvPr/>
          </p:nvSpPr>
          <p:spPr>
            <a:xfrm>
              <a:off x="5708746" y="4914582"/>
              <a:ext cx="494591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0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sz="1050" dirty="0"/>
                <a:t>-</a:t>
              </a:r>
              <a:endParaRPr lang="ko-KR" altLang="en-US" sz="1050" dirty="0"/>
            </a:p>
          </p:txBody>
        </p:sp>
        <p:sp>
          <p:nvSpPr>
            <p:cNvPr id="69" name="TextBox 90">
              <a:extLst>
                <a:ext uri="{FF2B5EF4-FFF2-40B4-BE49-F238E27FC236}">
                  <a16:creationId xmlns:a16="http://schemas.microsoft.com/office/drawing/2014/main" id="{74C9CF8E-1EE2-4A09-1D61-D3A70254AFD9}"/>
                </a:ext>
              </a:extLst>
            </p:cNvPr>
            <p:cNvSpPr txBox="1"/>
            <p:nvPr/>
          </p:nvSpPr>
          <p:spPr>
            <a:xfrm>
              <a:off x="5625500" y="5162139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0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sz="1050" dirty="0"/>
                <a:t>-</a:t>
              </a:r>
              <a:endParaRPr lang="ko-KR" altLang="en-US" sz="1050" dirty="0"/>
            </a:p>
          </p:txBody>
        </p:sp>
        <p:sp>
          <p:nvSpPr>
            <p:cNvPr id="70" name="모서리가 둥근 직사각형 57">
              <a:extLst>
                <a:ext uri="{FF2B5EF4-FFF2-40B4-BE49-F238E27FC236}">
                  <a16:creationId xmlns:a16="http://schemas.microsoft.com/office/drawing/2014/main" id="{57CFC938-E7B6-4A0C-AAE4-5E57209C18A3}"/>
                </a:ext>
              </a:extLst>
            </p:cNvPr>
            <p:cNvSpPr/>
            <p:nvPr/>
          </p:nvSpPr>
          <p:spPr>
            <a:xfrm>
              <a:off x="7212817" y="5120536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1" name="모서리가 둥근 직사각형 58">
              <a:extLst>
                <a:ext uri="{FF2B5EF4-FFF2-40B4-BE49-F238E27FC236}">
                  <a16:creationId xmlns:a16="http://schemas.microsoft.com/office/drawing/2014/main" id="{BC143F3E-54C4-0A55-C840-72FAB69BD18E}"/>
                </a:ext>
              </a:extLst>
            </p:cNvPr>
            <p:cNvSpPr/>
            <p:nvPr/>
          </p:nvSpPr>
          <p:spPr>
            <a:xfrm>
              <a:off x="7212817" y="4869160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2" name="TextBox 90">
              <a:extLst>
                <a:ext uri="{FF2B5EF4-FFF2-40B4-BE49-F238E27FC236}">
                  <a16:creationId xmlns:a16="http://schemas.microsoft.com/office/drawing/2014/main" id="{18E261B5-7BBD-B600-079E-7A248BDE4B7D}"/>
                </a:ext>
              </a:extLst>
            </p:cNvPr>
            <p:cNvSpPr txBox="1"/>
            <p:nvPr/>
          </p:nvSpPr>
          <p:spPr>
            <a:xfrm>
              <a:off x="7794646" y="4914582"/>
              <a:ext cx="644952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A98371A4-D908-7A95-1B7D-ACDDA38EA149}"/>
                </a:ext>
              </a:extLst>
            </p:cNvPr>
            <p:cNvSpPr txBox="1"/>
            <p:nvPr/>
          </p:nvSpPr>
          <p:spPr>
            <a:xfrm>
              <a:off x="7786580" y="5162139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sp>
          <p:nvSpPr>
            <p:cNvPr id="74" name="모서리가 둥근 직사각형 62">
              <a:extLst>
                <a:ext uri="{FF2B5EF4-FFF2-40B4-BE49-F238E27FC236}">
                  <a16:creationId xmlns:a16="http://schemas.microsoft.com/office/drawing/2014/main" id="{CC8D7AA2-158A-E87F-F10E-9A33B58FD906}"/>
                </a:ext>
              </a:extLst>
            </p:cNvPr>
            <p:cNvSpPr/>
            <p:nvPr/>
          </p:nvSpPr>
          <p:spPr>
            <a:xfrm>
              <a:off x="9357532" y="4869160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75" name="TextBox 90">
              <a:extLst>
                <a:ext uri="{FF2B5EF4-FFF2-40B4-BE49-F238E27FC236}">
                  <a16:creationId xmlns:a16="http://schemas.microsoft.com/office/drawing/2014/main" id="{3BB812E7-688C-AF64-48C8-68EDDDB6EF37}"/>
                </a:ext>
              </a:extLst>
            </p:cNvPr>
            <p:cNvSpPr txBox="1"/>
            <p:nvPr/>
          </p:nvSpPr>
          <p:spPr>
            <a:xfrm>
              <a:off x="9939361" y="4914582"/>
              <a:ext cx="644952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/>
                <a:t>-</a:t>
              </a:r>
              <a:endParaRPr lang="ko-KR" altLang="en-US" dirty="0"/>
            </a:p>
          </p:txBody>
        </p:sp>
        <p:pic>
          <p:nvPicPr>
            <p:cNvPr id="76" name="그래픽 75">
              <a:extLst>
                <a:ext uri="{FF2B5EF4-FFF2-40B4-BE49-F238E27FC236}">
                  <a16:creationId xmlns:a16="http://schemas.microsoft.com/office/drawing/2014/main" id="{821F7C76-5BFE-7F42-F5FE-67110BE9D8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6150" y="4908807"/>
              <a:ext cx="103712" cy="117360"/>
            </a:xfrm>
            <a:prstGeom prst="rect">
              <a:avLst/>
            </a:prstGeom>
          </p:spPr>
        </p:pic>
        <p:pic>
          <p:nvPicPr>
            <p:cNvPr id="77" name="그래픽 76">
              <a:extLst>
                <a:ext uri="{FF2B5EF4-FFF2-40B4-BE49-F238E27FC236}">
                  <a16:creationId xmlns:a16="http://schemas.microsoft.com/office/drawing/2014/main" id="{A88D454E-7CFC-768C-C406-CE1B32285F3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6150" y="5160232"/>
              <a:ext cx="103712" cy="117360"/>
            </a:xfrm>
            <a:prstGeom prst="rect">
              <a:avLst/>
            </a:prstGeom>
          </p:spPr>
        </p:pic>
        <p:pic>
          <p:nvPicPr>
            <p:cNvPr id="78" name="그래픽 77">
              <a:extLst>
                <a:ext uri="{FF2B5EF4-FFF2-40B4-BE49-F238E27FC236}">
                  <a16:creationId xmlns:a16="http://schemas.microsoft.com/office/drawing/2014/main" id="{85A9D208-9A2B-E9FF-40E2-BD0186CBDC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53064" y="4908807"/>
              <a:ext cx="103712" cy="117360"/>
            </a:xfrm>
            <a:prstGeom prst="rect">
              <a:avLst/>
            </a:prstGeom>
          </p:spPr>
        </p:pic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DAB3AF39-F737-5E57-5915-3F4EA9E92F9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53064" y="5160232"/>
              <a:ext cx="103712" cy="117360"/>
            </a:xfrm>
            <a:prstGeom prst="rect">
              <a:avLst/>
            </a:prstGeom>
          </p:spPr>
        </p:pic>
        <p:pic>
          <p:nvPicPr>
            <p:cNvPr id="80" name="그래픽 79">
              <a:extLst>
                <a:ext uri="{FF2B5EF4-FFF2-40B4-BE49-F238E27FC236}">
                  <a16:creationId xmlns:a16="http://schemas.microsoft.com/office/drawing/2014/main" id="{C225A576-7886-9FD4-78D2-416BF61AD1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03140" y="4908807"/>
              <a:ext cx="103712" cy="117360"/>
            </a:xfrm>
            <a:prstGeom prst="rect">
              <a:avLst/>
            </a:prstGeom>
          </p:spPr>
        </p:pic>
        <p:sp>
          <p:nvSpPr>
            <p:cNvPr id="81" name="모서리가 둥근 직사각형 61">
              <a:extLst>
                <a:ext uri="{FF2B5EF4-FFF2-40B4-BE49-F238E27FC236}">
                  <a16:creationId xmlns:a16="http://schemas.microsoft.com/office/drawing/2014/main" id="{0B075062-FA7A-292D-D0EE-67E37DA7559D}"/>
                </a:ext>
              </a:extLst>
            </p:cNvPr>
            <p:cNvSpPr/>
            <p:nvPr/>
          </p:nvSpPr>
          <p:spPr>
            <a:xfrm>
              <a:off x="9357532" y="5120536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rgbClr val="C00000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AB606C9-10A0-E881-447D-54BE6C23F5E5}"/>
                </a:ext>
              </a:extLst>
            </p:cNvPr>
            <p:cNvSpPr txBox="1"/>
            <p:nvPr/>
          </p:nvSpPr>
          <p:spPr>
            <a:xfrm>
              <a:off x="9931295" y="5162139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B93EDB5C-48F9-7C10-8B67-F8DA7DA10A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03140" y="5160232"/>
              <a:ext cx="103712" cy="117360"/>
            </a:xfrm>
            <a:prstGeom prst="rect">
              <a:avLst/>
            </a:prstGeom>
          </p:spPr>
        </p:pic>
        <p:sp>
          <p:nvSpPr>
            <p:cNvPr id="85" name="모서리가 둥근 직사각형 49">
              <a:extLst>
                <a:ext uri="{FF2B5EF4-FFF2-40B4-BE49-F238E27FC236}">
                  <a16:creationId xmlns:a16="http://schemas.microsoft.com/office/drawing/2014/main" id="{0617457B-AA4B-79F6-C4B3-BE5970409B2D}"/>
                </a:ext>
              </a:extLst>
            </p:cNvPr>
            <p:cNvSpPr/>
            <p:nvPr/>
          </p:nvSpPr>
          <p:spPr>
            <a:xfrm>
              <a:off x="7536160" y="2816018"/>
              <a:ext cx="1049646" cy="32312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6" name="TextBox 17">
              <a:extLst>
                <a:ext uri="{FF2B5EF4-FFF2-40B4-BE49-F238E27FC236}">
                  <a16:creationId xmlns:a16="http://schemas.microsoft.com/office/drawing/2014/main" id="{B20A399E-756F-F01E-42F2-C12E0E12EA3D}"/>
                </a:ext>
              </a:extLst>
            </p:cNvPr>
            <p:cNvSpPr txBox="1"/>
            <p:nvPr/>
          </p:nvSpPr>
          <p:spPr>
            <a:xfrm>
              <a:off x="7891686" y="2825847"/>
              <a:ext cx="338596" cy="176935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TITLE</a:t>
              </a:r>
            </a:p>
          </p:txBody>
        </p:sp>
        <p:sp>
          <p:nvSpPr>
            <p:cNvPr id="87" name="모서리가 둥근 직사각형 49">
              <a:extLst>
                <a:ext uri="{FF2B5EF4-FFF2-40B4-BE49-F238E27FC236}">
                  <a16:creationId xmlns:a16="http://schemas.microsoft.com/office/drawing/2014/main" id="{711DD856-4E62-E2F7-2D8D-A74EB20528B1}"/>
                </a:ext>
              </a:extLst>
            </p:cNvPr>
            <p:cNvSpPr/>
            <p:nvPr/>
          </p:nvSpPr>
          <p:spPr>
            <a:xfrm>
              <a:off x="9696400" y="2816018"/>
              <a:ext cx="1049646" cy="323123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88" name="TextBox 17">
              <a:extLst>
                <a:ext uri="{FF2B5EF4-FFF2-40B4-BE49-F238E27FC236}">
                  <a16:creationId xmlns:a16="http://schemas.microsoft.com/office/drawing/2014/main" id="{C4156082-EA77-1138-D956-A1C5E861F8E8}"/>
                </a:ext>
              </a:extLst>
            </p:cNvPr>
            <p:cNvSpPr txBox="1"/>
            <p:nvPr/>
          </p:nvSpPr>
          <p:spPr>
            <a:xfrm>
              <a:off x="10051926" y="2825847"/>
              <a:ext cx="338596" cy="176935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TITLE</a:t>
              </a:r>
            </a:p>
          </p:txBody>
        </p:sp>
        <p:sp>
          <p:nvSpPr>
            <p:cNvPr id="90" name="모서리가 둥근 직사각형 53">
              <a:extLst>
                <a:ext uri="{FF2B5EF4-FFF2-40B4-BE49-F238E27FC236}">
                  <a16:creationId xmlns:a16="http://schemas.microsoft.com/office/drawing/2014/main" id="{96CB899E-6EB7-9AC0-C8E8-0F64FE90733F}"/>
                </a:ext>
              </a:extLst>
            </p:cNvPr>
            <p:cNvSpPr/>
            <p:nvPr/>
          </p:nvSpPr>
          <p:spPr>
            <a:xfrm>
              <a:off x="5051737" y="5687524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91" name="모서리가 둥근 직사각형 54">
              <a:extLst>
                <a:ext uri="{FF2B5EF4-FFF2-40B4-BE49-F238E27FC236}">
                  <a16:creationId xmlns:a16="http://schemas.microsoft.com/office/drawing/2014/main" id="{3EEADA70-7A02-9915-9B7C-5E8082711634}"/>
                </a:ext>
              </a:extLst>
            </p:cNvPr>
            <p:cNvSpPr/>
            <p:nvPr/>
          </p:nvSpPr>
          <p:spPr>
            <a:xfrm>
              <a:off x="5051737" y="5436148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2" name="TextBox 90">
              <a:extLst>
                <a:ext uri="{FF2B5EF4-FFF2-40B4-BE49-F238E27FC236}">
                  <a16:creationId xmlns:a16="http://schemas.microsoft.com/office/drawing/2014/main" id="{037DCF3F-342D-FCB8-243F-E9C45A618629}"/>
                </a:ext>
              </a:extLst>
            </p:cNvPr>
            <p:cNvSpPr txBox="1"/>
            <p:nvPr/>
          </p:nvSpPr>
          <p:spPr>
            <a:xfrm>
              <a:off x="5708746" y="5481570"/>
              <a:ext cx="494591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0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sz="1050" dirty="0"/>
                <a:t>-</a:t>
              </a:r>
              <a:endParaRPr lang="ko-KR" altLang="en-US" sz="1050" dirty="0"/>
            </a:p>
          </p:txBody>
        </p:sp>
        <p:sp>
          <p:nvSpPr>
            <p:cNvPr id="93" name="TextBox 90">
              <a:extLst>
                <a:ext uri="{FF2B5EF4-FFF2-40B4-BE49-F238E27FC236}">
                  <a16:creationId xmlns:a16="http://schemas.microsoft.com/office/drawing/2014/main" id="{D3255331-FBAC-F328-010C-A7BE6EF15A84}"/>
                </a:ext>
              </a:extLst>
            </p:cNvPr>
            <p:cNvSpPr txBox="1"/>
            <p:nvPr/>
          </p:nvSpPr>
          <p:spPr>
            <a:xfrm>
              <a:off x="5625500" y="5729127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0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sz="1050" dirty="0"/>
                <a:t>-</a:t>
              </a:r>
              <a:endParaRPr lang="ko-KR" altLang="en-US" sz="1050" dirty="0"/>
            </a:p>
          </p:txBody>
        </p:sp>
        <p:sp>
          <p:nvSpPr>
            <p:cNvPr id="94" name="모서리가 둥근 직사각형 57">
              <a:extLst>
                <a:ext uri="{FF2B5EF4-FFF2-40B4-BE49-F238E27FC236}">
                  <a16:creationId xmlns:a16="http://schemas.microsoft.com/office/drawing/2014/main" id="{DE761D4B-3421-EA65-0B6A-296DCDA47794}"/>
                </a:ext>
              </a:extLst>
            </p:cNvPr>
            <p:cNvSpPr/>
            <p:nvPr/>
          </p:nvSpPr>
          <p:spPr>
            <a:xfrm>
              <a:off x="7212817" y="5687524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5" name="모서리가 둥근 직사각형 58">
              <a:extLst>
                <a:ext uri="{FF2B5EF4-FFF2-40B4-BE49-F238E27FC236}">
                  <a16:creationId xmlns:a16="http://schemas.microsoft.com/office/drawing/2014/main" id="{D87164F8-9815-623E-F5CD-3A72FAB786E3}"/>
                </a:ext>
              </a:extLst>
            </p:cNvPr>
            <p:cNvSpPr/>
            <p:nvPr/>
          </p:nvSpPr>
          <p:spPr>
            <a:xfrm>
              <a:off x="7212817" y="5436148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6" name="TextBox 90">
              <a:extLst>
                <a:ext uri="{FF2B5EF4-FFF2-40B4-BE49-F238E27FC236}">
                  <a16:creationId xmlns:a16="http://schemas.microsoft.com/office/drawing/2014/main" id="{8F6D67F7-0B3B-0208-DBFF-B2D14234148B}"/>
                </a:ext>
              </a:extLst>
            </p:cNvPr>
            <p:cNvSpPr txBox="1"/>
            <p:nvPr/>
          </p:nvSpPr>
          <p:spPr>
            <a:xfrm>
              <a:off x="7794646" y="5481570"/>
              <a:ext cx="644952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ADA32E2-FCB0-2084-450B-E7A90EF04220}"/>
                </a:ext>
              </a:extLst>
            </p:cNvPr>
            <p:cNvSpPr txBox="1"/>
            <p:nvPr/>
          </p:nvSpPr>
          <p:spPr>
            <a:xfrm>
              <a:off x="7786580" y="5729127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sp>
          <p:nvSpPr>
            <p:cNvPr id="98" name="모서리가 둥근 직사각형 62">
              <a:extLst>
                <a:ext uri="{FF2B5EF4-FFF2-40B4-BE49-F238E27FC236}">
                  <a16:creationId xmlns:a16="http://schemas.microsoft.com/office/drawing/2014/main" id="{30D6C686-DFEA-C944-8D90-4C67282DC8B5}"/>
                </a:ext>
              </a:extLst>
            </p:cNvPr>
            <p:cNvSpPr/>
            <p:nvPr/>
          </p:nvSpPr>
          <p:spPr>
            <a:xfrm>
              <a:off x="9357532" y="5436148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89000"/>
              </a:schemeClr>
            </a:solidFill>
            <a:ln w="6350">
              <a:solidFill>
                <a:srgbClr val="C1001B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9" name="TextBox 90">
              <a:extLst>
                <a:ext uri="{FF2B5EF4-FFF2-40B4-BE49-F238E27FC236}">
                  <a16:creationId xmlns:a16="http://schemas.microsoft.com/office/drawing/2014/main" id="{112E5F4B-F7A4-7CCB-B493-455179A2B91A}"/>
                </a:ext>
              </a:extLst>
            </p:cNvPr>
            <p:cNvSpPr txBox="1"/>
            <p:nvPr/>
          </p:nvSpPr>
          <p:spPr>
            <a:xfrm>
              <a:off x="9939361" y="5481570"/>
              <a:ext cx="644952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/>
                <a:t>-</a:t>
              </a:r>
              <a:endParaRPr lang="ko-KR" altLang="en-US" dirty="0"/>
            </a:p>
          </p:txBody>
        </p:sp>
        <p:pic>
          <p:nvPicPr>
            <p:cNvPr id="100" name="그래픽 99">
              <a:extLst>
                <a:ext uri="{FF2B5EF4-FFF2-40B4-BE49-F238E27FC236}">
                  <a16:creationId xmlns:a16="http://schemas.microsoft.com/office/drawing/2014/main" id="{01AEEFC9-D7F1-2CE4-02B5-CBE4517D67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6150" y="5475795"/>
              <a:ext cx="103712" cy="117360"/>
            </a:xfrm>
            <a:prstGeom prst="rect">
              <a:avLst/>
            </a:prstGeom>
          </p:spPr>
        </p:pic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C5E4FCD1-1925-F9FD-C332-DB242C889F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096150" y="5727220"/>
              <a:ext cx="103712" cy="117360"/>
            </a:xfrm>
            <a:prstGeom prst="rect">
              <a:avLst/>
            </a:prstGeom>
          </p:spPr>
        </p:pic>
        <p:pic>
          <p:nvPicPr>
            <p:cNvPr id="102" name="그래픽 101">
              <a:extLst>
                <a:ext uri="{FF2B5EF4-FFF2-40B4-BE49-F238E27FC236}">
                  <a16:creationId xmlns:a16="http://schemas.microsoft.com/office/drawing/2014/main" id="{1E58ECEE-8203-D054-7E1E-1B1F33D74D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53064" y="5475795"/>
              <a:ext cx="103712" cy="117360"/>
            </a:xfrm>
            <a:prstGeom prst="rect">
              <a:avLst/>
            </a:prstGeom>
          </p:spPr>
        </p:pic>
        <p:pic>
          <p:nvPicPr>
            <p:cNvPr id="103" name="그래픽 102">
              <a:extLst>
                <a:ext uri="{FF2B5EF4-FFF2-40B4-BE49-F238E27FC236}">
                  <a16:creationId xmlns:a16="http://schemas.microsoft.com/office/drawing/2014/main" id="{38EFC6B9-F2F9-B57B-98BE-205E7E6810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7253064" y="5727220"/>
              <a:ext cx="103712" cy="117360"/>
            </a:xfrm>
            <a:prstGeom prst="rect">
              <a:avLst/>
            </a:prstGeom>
          </p:spPr>
        </p:pic>
        <p:pic>
          <p:nvPicPr>
            <p:cNvPr id="104" name="그래픽 103">
              <a:extLst>
                <a:ext uri="{FF2B5EF4-FFF2-40B4-BE49-F238E27FC236}">
                  <a16:creationId xmlns:a16="http://schemas.microsoft.com/office/drawing/2014/main" id="{F491B1BF-2073-98D9-A169-98193E024E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03140" y="5475795"/>
              <a:ext cx="103712" cy="117360"/>
            </a:xfrm>
            <a:prstGeom prst="rect">
              <a:avLst/>
            </a:prstGeom>
          </p:spPr>
        </p:pic>
        <p:sp>
          <p:nvSpPr>
            <p:cNvPr id="105" name="모서리가 둥근 직사각형 61">
              <a:extLst>
                <a:ext uri="{FF2B5EF4-FFF2-40B4-BE49-F238E27FC236}">
                  <a16:creationId xmlns:a16="http://schemas.microsoft.com/office/drawing/2014/main" id="{9CBF3CE0-B289-EA3C-4DB5-01337CE48133}"/>
                </a:ext>
              </a:extLst>
            </p:cNvPr>
            <p:cNvSpPr/>
            <p:nvPr/>
          </p:nvSpPr>
          <p:spPr>
            <a:xfrm>
              <a:off x="9357532" y="5687524"/>
              <a:ext cx="1808609" cy="196595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6350">
              <a:solidFill>
                <a:srgbClr val="C00000"/>
              </a:solidFill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E921C587-0A56-E334-883E-A24980A3C790}"/>
                </a:ext>
              </a:extLst>
            </p:cNvPr>
            <p:cNvSpPr txBox="1"/>
            <p:nvPr/>
          </p:nvSpPr>
          <p:spPr>
            <a:xfrm>
              <a:off x="9931295" y="5729127"/>
              <a:ext cx="661083" cy="1032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spAutoFit/>
            </a:bodyPr>
            <a:lstStyle>
              <a:defPPr>
                <a:defRPr lang="ko-KR"/>
              </a:defPPr>
              <a:lvl1pPr algn="ctr">
                <a:defRPr sz="1050">
                  <a:solidFill>
                    <a:schemeClr val="bg2">
                      <a:lumMod val="25000"/>
                    </a:schemeClr>
                  </a:solidFill>
                  <a:latin typeface="Pretendard SemiBold"/>
                  <a:ea typeface="Pretendard SemiBold"/>
                  <a:cs typeface="Pretendard SemiBold"/>
                </a:defRPr>
              </a:lvl1pPr>
            </a:lstStyle>
            <a:p>
              <a:r>
                <a:rPr lang="en-US" altLang="ko-KR" dirty="0"/>
                <a:t>-</a:t>
              </a:r>
              <a:endParaRPr lang="ko-KR" altLang="en-US" dirty="0"/>
            </a:p>
          </p:txBody>
        </p: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B81C911A-F356-5D1A-1F8F-82D715E150A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03140" y="5727220"/>
              <a:ext cx="103712" cy="117360"/>
            </a:xfrm>
            <a:prstGeom prst="rect">
              <a:avLst/>
            </a:prstGeom>
          </p:spPr>
        </p:pic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D4FE8800-E6AD-B993-04CB-FA0C1225AC82}"/>
                </a:ext>
              </a:extLst>
            </p:cNvPr>
            <p:cNvSpPr/>
            <p:nvPr/>
          </p:nvSpPr>
          <p:spPr>
            <a:xfrm>
              <a:off x="7371843" y="3272177"/>
              <a:ext cx="1459785" cy="14539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510BB9C8-0842-3327-FE25-93FDAE9CA8C2}"/>
                </a:ext>
              </a:extLst>
            </p:cNvPr>
            <p:cNvSpPr txBox="1"/>
            <p:nvPr/>
          </p:nvSpPr>
          <p:spPr>
            <a:xfrm>
              <a:off x="7897172" y="3756335"/>
              <a:ext cx="530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2400" b="1" dirty="0">
                  <a:solidFill>
                    <a:srgbClr val="C1001B"/>
                  </a:solidFill>
                  <a:latin typeface="DIN Condensed" pitchFamily="2" charset="0"/>
                  <a:ea typeface="Pretendard" panose="02000503000000020004" pitchFamily="2" charset="-127"/>
                  <a:cs typeface="Pretendard" panose="02000503000000020004" pitchFamily="2" charset="-127"/>
                </a:rPr>
                <a:t>-</a:t>
              </a:r>
              <a:endParaRPr kumimoji="1" lang="ko-KR" altLang="en-US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F621EEC3-571C-6B9B-2179-A105A94544DA}"/>
                </a:ext>
              </a:extLst>
            </p:cNvPr>
            <p:cNvSpPr/>
            <p:nvPr/>
          </p:nvSpPr>
          <p:spPr>
            <a:xfrm>
              <a:off x="9506852" y="3307782"/>
              <a:ext cx="1459785" cy="145393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07055" sx="101591" sy="101591" algn="ctr" rotWithShape="0">
                <a:prstClr val="black">
                  <a:alpha val="1403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19B0061A-EA78-9196-B1C7-8F52D6F8B101}"/>
                </a:ext>
              </a:extLst>
            </p:cNvPr>
            <p:cNvSpPr txBox="1"/>
            <p:nvPr/>
          </p:nvSpPr>
          <p:spPr>
            <a:xfrm>
              <a:off x="10032181" y="3791940"/>
              <a:ext cx="5305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2400" b="1" dirty="0">
                  <a:solidFill>
                    <a:srgbClr val="C1001B"/>
                  </a:solidFill>
                  <a:latin typeface="DIN Condensed" pitchFamily="2" charset="0"/>
                  <a:ea typeface="Pretendard" panose="02000503000000020004" pitchFamily="2" charset="-127"/>
                  <a:cs typeface="Pretendard" panose="02000503000000020004" pitchFamily="2" charset="-127"/>
                </a:rPr>
                <a:t>-</a:t>
              </a:r>
              <a:endParaRPr kumimoji="1" lang="ko-KR" altLang="en-US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4BBB8F3C-10E5-1A9D-B6B4-87A5E3D2671D}"/>
              </a:ext>
            </a:extLst>
          </p:cNvPr>
          <p:cNvGrpSpPr/>
          <p:nvPr/>
        </p:nvGrpSpPr>
        <p:grpSpPr>
          <a:xfrm>
            <a:off x="469695" y="2090971"/>
            <a:ext cx="4263160" cy="3512255"/>
            <a:chOff x="479425" y="2545645"/>
            <a:chExt cx="3617534" cy="3512255"/>
          </a:xfrm>
        </p:grpSpPr>
        <p:sp>
          <p:nvSpPr>
            <p:cNvPr id="7" name="모서리가 둥근 직사각형 5">
              <a:extLst>
                <a:ext uri="{FF2B5EF4-FFF2-40B4-BE49-F238E27FC236}">
                  <a16:creationId xmlns:a16="http://schemas.microsoft.com/office/drawing/2014/main" id="{4F6E8029-16B5-2195-07EE-D9FBC2071C9A}"/>
                </a:ext>
              </a:extLst>
            </p:cNvPr>
            <p:cNvSpPr>
              <a:spLocks/>
            </p:cNvSpPr>
            <p:nvPr/>
          </p:nvSpPr>
          <p:spPr>
            <a:xfrm>
              <a:off x="479425" y="2545645"/>
              <a:ext cx="3617534" cy="3512255"/>
            </a:xfrm>
            <a:prstGeom prst="roundRect">
              <a:avLst>
                <a:gd name="adj" fmla="val 10439"/>
              </a:avLst>
            </a:prstGeom>
            <a:solidFill>
              <a:schemeClr val="bg1">
                <a:alpha val="70000"/>
              </a:schemeClr>
            </a:solidFill>
            <a:ln w="12700">
              <a:gradFill>
                <a:gsLst>
                  <a:gs pos="0">
                    <a:schemeClr val="bg1"/>
                  </a:gs>
                  <a:gs pos="37000">
                    <a:schemeClr val="bg1">
                      <a:lumMod val="85000"/>
                    </a:schemeClr>
                  </a:gs>
                  <a:gs pos="99000">
                    <a:schemeClr val="bg1">
                      <a:lumMod val="85000"/>
                    </a:schemeClr>
                  </a:gs>
                  <a:gs pos="69000">
                    <a:schemeClr val="bg1">
                      <a:lumMod val="95000"/>
                    </a:schemeClr>
                  </a:gs>
                </a:gsLst>
                <a:lin ang="2700000" scaled="0"/>
              </a:gradFill>
            </a:ln>
            <a:effectLst>
              <a:outerShdw blurRad="312382" sx="102308" sy="102308" algn="ctr" rotWithShape="0">
                <a:prstClr val="black">
                  <a:alpha val="11221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kumimoji="1"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204F0978-9BA3-4258-D09D-212569A0B544}"/>
                </a:ext>
              </a:extLst>
            </p:cNvPr>
            <p:cNvSpPr/>
            <p:nvPr/>
          </p:nvSpPr>
          <p:spPr>
            <a:xfrm>
              <a:off x="1358437" y="2797064"/>
              <a:ext cx="1859511" cy="3077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9" name="TextBox 17">
              <a:extLst>
                <a:ext uri="{FF2B5EF4-FFF2-40B4-BE49-F238E27FC236}">
                  <a16:creationId xmlns:a16="http://schemas.microsoft.com/office/drawing/2014/main" id="{545090AF-1B25-B741-16E1-246FF5187575}"/>
                </a:ext>
              </a:extLst>
            </p:cNvPr>
            <p:cNvSpPr txBox="1"/>
            <p:nvPr/>
          </p:nvSpPr>
          <p:spPr>
            <a:xfrm>
              <a:off x="1988272" y="2812453"/>
              <a:ext cx="599844" cy="276999"/>
            </a:xfrm>
            <a:prstGeom prst="rect">
              <a:avLst/>
            </a:prstGeom>
            <a:noFill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algn="ctr">
                <a:defRPr sz="1200" b="1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 dirty="0"/>
                <a:t>TITLE</a:t>
              </a:r>
            </a:p>
          </p:txBody>
        </p:sp>
        <p:sp>
          <p:nvSpPr>
            <p:cNvPr id="26" name="위쪽 화살표[U] 25">
              <a:extLst>
                <a:ext uri="{FF2B5EF4-FFF2-40B4-BE49-F238E27FC236}">
                  <a16:creationId xmlns:a16="http://schemas.microsoft.com/office/drawing/2014/main" id="{A54BCF6D-3FEA-016B-0214-91F412579B53}"/>
                </a:ext>
              </a:extLst>
            </p:cNvPr>
            <p:cNvSpPr/>
            <p:nvPr/>
          </p:nvSpPr>
          <p:spPr>
            <a:xfrm rot="10800000">
              <a:off x="1169193" y="5161219"/>
              <a:ext cx="378487" cy="353134"/>
            </a:xfrm>
            <a:prstGeom prst="upArrow">
              <a:avLst/>
            </a:prstGeom>
            <a:gradFill>
              <a:gsLst>
                <a:gs pos="0">
                  <a:srgbClr val="C1001B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D1F2E8ED-E949-A3C5-55F8-C1CAF36AA520}"/>
                </a:ext>
              </a:extLst>
            </p:cNvPr>
            <p:cNvGrpSpPr/>
            <p:nvPr/>
          </p:nvGrpSpPr>
          <p:grpSpPr>
            <a:xfrm>
              <a:off x="548259" y="3478590"/>
              <a:ext cx="1672441" cy="1730731"/>
              <a:chOff x="2347120" y="3653167"/>
              <a:chExt cx="1668143" cy="1730731"/>
            </a:xfrm>
          </p:grpSpPr>
          <p:sp>
            <p:nvSpPr>
              <p:cNvPr id="112" name="모서리가 둥근 직사각형 26">
                <a:extLst>
                  <a:ext uri="{FF2B5EF4-FFF2-40B4-BE49-F238E27FC236}">
                    <a16:creationId xmlns:a16="http://schemas.microsoft.com/office/drawing/2014/main" id="{C474B40D-8A60-9322-5C9E-14BFCB4FCBAE}"/>
                  </a:ext>
                </a:extLst>
              </p:cNvPr>
              <p:cNvSpPr/>
              <p:nvPr/>
            </p:nvSpPr>
            <p:spPr>
              <a:xfrm>
                <a:off x="2347120" y="3653167"/>
                <a:ext cx="1668143" cy="1730731"/>
              </a:xfrm>
              <a:prstGeom prst="roundRect">
                <a:avLst/>
              </a:prstGeom>
              <a:solidFill>
                <a:schemeClr val="bg1">
                  <a:lumMod val="85000"/>
                  <a:alpha val="80805"/>
                </a:schemeClr>
              </a:solidFill>
              <a:ln w="6350">
                <a:noFill/>
              </a:ln>
              <a:effectLst>
                <a:outerShdw sx="1000" sy="1000" algn="ctr" rotWithShape="0">
                  <a:prstClr val="black">
                    <a:alpha val="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30" name="Text 9">
                <a:extLst>
                  <a:ext uri="{FF2B5EF4-FFF2-40B4-BE49-F238E27FC236}">
                    <a16:creationId xmlns:a16="http://schemas.microsoft.com/office/drawing/2014/main" id="{88FEEDDD-27BA-7F80-5F80-9C44ADB173C0}"/>
                  </a:ext>
                </a:extLst>
              </p:cNvPr>
              <p:cNvSpPr txBox="1"/>
              <p:nvPr/>
            </p:nvSpPr>
            <p:spPr>
              <a:xfrm>
                <a:off x="2461342" y="4900721"/>
                <a:ext cx="1417321" cy="18466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algn="ctr">
                  <a:defRPr sz="1000">
                    <a:solidFill>
                      <a:srgbClr val="DC2626"/>
                    </a:solidFill>
                    <a:latin typeface="Pretendard-Regular"/>
                    <a:ea typeface="Pretendard-Regular"/>
                    <a:cs typeface="Pretendard-Regular"/>
                    <a:sym typeface="Pretendard-Regular"/>
                  </a:defRPr>
                </a:lvl1pPr>
              </a:lstStyle>
              <a:p>
                <a:r>
                  <a:rPr lang="en-US" altLang="ko-KR" sz="12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</a:t>
                </a:r>
                <a:endParaRPr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  <p:sp>
            <p:nvSpPr>
              <p:cNvPr id="31" name="Text 10">
                <a:extLst>
                  <a:ext uri="{FF2B5EF4-FFF2-40B4-BE49-F238E27FC236}">
                    <a16:creationId xmlns:a16="http://schemas.microsoft.com/office/drawing/2014/main" id="{E94BBCCB-EE97-D27A-C842-F1ADFD247547}"/>
                  </a:ext>
                </a:extLst>
              </p:cNvPr>
              <p:cNvSpPr txBox="1"/>
              <p:nvPr/>
            </p:nvSpPr>
            <p:spPr>
              <a:xfrm>
                <a:off x="2461342" y="4715545"/>
                <a:ext cx="1417321" cy="1538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algn="ctr">
                  <a:defRPr sz="600">
                    <a:solidFill>
                      <a:srgbClr val="DC2626"/>
                    </a:solidFill>
                    <a:latin typeface="Pretendard-Regular"/>
                    <a:ea typeface="Pretendard-Regular"/>
                    <a:cs typeface="Pretendard-Regular"/>
                    <a:sym typeface="Pretendard-Regular"/>
                  </a:defRPr>
                </a:lvl1pPr>
              </a:lstStyle>
              <a:p>
                <a:r>
                  <a:rPr lang="en-US" altLang="ko-KR" sz="10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-</a:t>
                </a:r>
                <a:endParaRPr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p:txBody>
          </p:sp>
        </p:grpSp>
        <p:sp>
          <p:nvSpPr>
            <p:cNvPr id="113" name="모서리가 둥근 직사각형 7">
              <a:extLst>
                <a:ext uri="{FF2B5EF4-FFF2-40B4-BE49-F238E27FC236}">
                  <a16:creationId xmlns:a16="http://schemas.microsoft.com/office/drawing/2014/main" id="{301D929C-CB15-6C1D-1E53-2370FDB402A9}"/>
                </a:ext>
              </a:extLst>
            </p:cNvPr>
            <p:cNvSpPr/>
            <p:nvPr/>
          </p:nvSpPr>
          <p:spPr>
            <a:xfrm>
              <a:off x="677931" y="5573331"/>
              <a:ext cx="3070086" cy="307777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00000"/>
                </a:gs>
                <a:gs pos="100000">
                  <a:srgbClr val="FF000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0" name="위쪽 화살표[U] 25">
              <a:extLst>
                <a:ext uri="{FF2B5EF4-FFF2-40B4-BE49-F238E27FC236}">
                  <a16:creationId xmlns:a16="http://schemas.microsoft.com/office/drawing/2014/main" id="{A3F6CA7A-B6FC-B22B-D49D-77D50AC396D0}"/>
                </a:ext>
              </a:extLst>
            </p:cNvPr>
            <p:cNvSpPr/>
            <p:nvPr/>
          </p:nvSpPr>
          <p:spPr>
            <a:xfrm rot="10800000">
              <a:off x="2969585" y="5131412"/>
              <a:ext cx="378487" cy="353134"/>
            </a:xfrm>
            <a:prstGeom prst="upArrow">
              <a:avLst/>
            </a:prstGeom>
            <a:gradFill>
              <a:gsLst>
                <a:gs pos="0">
                  <a:srgbClr val="C1001B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1" name="모서리가 둥근 직사각형 26">
              <a:extLst>
                <a:ext uri="{FF2B5EF4-FFF2-40B4-BE49-F238E27FC236}">
                  <a16:creationId xmlns:a16="http://schemas.microsoft.com/office/drawing/2014/main" id="{1768984E-A25B-DC19-D8A5-A5F6BCC7FB80}"/>
                </a:ext>
              </a:extLst>
            </p:cNvPr>
            <p:cNvSpPr/>
            <p:nvPr/>
          </p:nvSpPr>
          <p:spPr>
            <a:xfrm>
              <a:off x="2322609" y="3475066"/>
              <a:ext cx="1672441" cy="1730731"/>
            </a:xfrm>
            <a:prstGeom prst="roundRect">
              <a:avLst/>
            </a:prstGeom>
            <a:solidFill>
              <a:schemeClr val="bg1">
                <a:lumMod val="85000"/>
                <a:alpha val="80805"/>
              </a:schemeClr>
            </a:solidFill>
            <a:ln w="6350">
              <a:noFill/>
            </a:ln>
            <a:effectLst>
              <a:outerShdw sx="1000" sy="1000" algn="ctr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23" name="Text 9">
              <a:extLst>
                <a:ext uri="{FF2B5EF4-FFF2-40B4-BE49-F238E27FC236}">
                  <a16:creationId xmlns:a16="http://schemas.microsoft.com/office/drawing/2014/main" id="{1FB0D069-C045-8119-FF3A-97143588BC2E}"/>
                </a:ext>
              </a:extLst>
            </p:cNvPr>
            <p:cNvSpPr txBox="1"/>
            <p:nvPr/>
          </p:nvSpPr>
          <p:spPr>
            <a:xfrm>
              <a:off x="2431998" y="4726144"/>
              <a:ext cx="1420973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algn="ctr">
                <a:defRPr sz="1000">
                  <a:solidFill>
                    <a:srgbClr val="DC2626"/>
                  </a:solidFill>
                  <a:latin typeface="Pretendard-Regular"/>
                  <a:ea typeface="Pretendard-Regular"/>
                  <a:cs typeface="Pretendard-Regular"/>
                  <a:sym typeface="Pretendard-Regular"/>
                </a:defRPr>
              </a:lvl1pPr>
            </a:lstStyle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</a:t>
              </a:r>
              <a:endParaRPr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24" name="Text 10">
              <a:extLst>
                <a:ext uri="{FF2B5EF4-FFF2-40B4-BE49-F238E27FC236}">
                  <a16:creationId xmlns:a16="http://schemas.microsoft.com/office/drawing/2014/main" id="{E76D4A88-8407-A1A2-217B-F8397B19ED08}"/>
                </a:ext>
              </a:extLst>
            </p:cNvPr>
            <p:cNvSpPr txBox="1"/>
            <p:nvPr/>
          </p:nvSpPr>
          <p:spPr>
            <a:xfrm>
              <a:off x="2431998" y="4540968"/>
              <a:ext cx="142097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algn="ctr">
                <a:defRPr sz="600">
                  <a:solidFill>
                    <a:srgbClr val="DC2626"/>
                  </a:solidFill>
                  <a:latin typeface="Pretendard-Regular"/>
                  <a:ea typeface="Pretendard-Regular"/>
                  <a:cs typeface="Pretendard-Regular"/>
                  <a:sym typeface="Pretendard-Regular"/>
                </a:defRPr>
              </a:lvl1pPr>
            </a:lstStyle>
            <a:p>
              <a:r>
                <a:rPr lang="en-US" altLang="ko-KR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-</a:t>
              </a:r>
              <a:endParaRPr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3618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FC62-56EF-5EB7-8747-A208C300E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B4BD995-4BD3-8E64-B8CD-2D39CAC26653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F14DE9D9-5F7F-55DD-E41E-6126C8013DBA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FB95E973-E28B-639F-6B22-36BE13652372}"/>
              </a:ext>
            </a:extLst>
          </p:cNvPr>
          <p:cNvSpPr>
            <a:spLocks/>
          </p:cNvSpPr>
          <p:nvPr/>
        </p:nvSpPr>
        <p:spPr>
          <a:xfrm>
            <a:off x="487362" y="2078055"/>
            <a:ext cx="6236268" cy="2159579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3">
            <a:extLst>
              <a:ext uri="{FF2B5EF4-FFF2-40B4-BE49-F238E27FC236}">
                <a16:creationId xmlns:a16="http://schemas.microsoft.com/office/drawing/2014/main" id="{0636112E-9F19-8899-102D-780F25B68185}"/>
              </a:ext>
            </a:extLst>
          </p:cNvPr>
          <p:cNvSpPr/>
          <p:nvPr/>
        </p:nvSpPr>
        <p:spPr>
          <a:xfrm>
            <a:off x="2675741" y="2329474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17">
            <a:extLst>
              <a:ext uri="{FF2B5EF4-FFF2-40B4-BE49-F238E27FC236}">
                <a16:creationId xmlns:a16="http://schemas.microsoft.com/office/drawing/2014/main" id="{5F5CC493-4D4C-FA5F-04B6-FC8B9D041AC6}"/>
              </a:ext>
            </a:extLst>
          </p:cNvPr>
          <p:cNvSpPr txBox="1"/>
          <p:nvPr/>
        </p:nvSpPr>
        <p:spPr>
          <a:xfrm>
            <a:off x="3478698" y="2344863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A922C93-F8D6-7BDC-C688-8DCF166D60DE}"/>
              </a:ext>
            </a:extLst>
          </p:cNvPr>
          <p:cNvSpPr/>
          <p:nvPr/>
        </p:nvSpPr>
        <p:spPr>
          <a:xfrm>
            <a:off x="697091" y="284435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88D67E-8721-77E5-4FDC-0F8474122F29}"/>
              </a:ext>
            </a:extLst>
          </p:cNvPr>
          <p:cNvSpPr txBox="1"/>
          <p:nvPr/>
        </p:nvSpPr>
        <p:spPr>
          <a:xfrm>
            <a:off x="697091" y="3121351"/>
            <a:ext cx="1061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kumimoji="1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400" dirty="0">
                <a:solidFill>
                  <a:srgbClr val="C1001B"/>
                </a:solidFill>
              </a:rPr>
              <a:t>TEXT</a:t>
            </a:r>
            <a:endParaRPr lang="ko-KR" altLang="en-US" sz="1400" dirty="0">
              <a:solidFill>
                <a:srgbClr val="C1001B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33C581A-C7EE-4D74-EFEA-90FB56652ED7}"/>
              </a:ext>
            </a:extLst>
          </p:cNvPr>
          <p:cNvSpPr/>
          <p:nvPr/>
        </p:nvSpPr>
        <p:spPr>
          <a:xfrm>
            <a:off x="487362" y="1543876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 39">
            <a:extLst>
              <a:ext uri="{FF2B5EF4-FFF2-40B4-BE49-F238E27FC236}">
                <a16:creationId xmlns:a16="http://schemas.microsoft.com/office/drawing/2014/main" id="{8C5AB117-3942-7C3A-2467-94BF5BAA0D91}"/>
              </a:ext>
            </a:extLst>
          </p:cNvPr>
          <p:cNvSpPr txBox="1"/>
          <p:nvPr/>
        </p:nvSpPr>
        <p:spPr>
          <a:xfrm>
            <a:off x="3246321" y="1628800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B313C4D-1F8F-A44B-960A-8C4EB34F3B7E}"/>
              </a:ext>
            </a:extLst>
          </p:cNvPr>
          <p:cNvSpPr>
            <a:spLocks/>
          </p:cNvSpPr>
          <p:nvPr/>
        </p:nvSpPr>
        <p:spPr>
          <a:xfrm>
            <a:off x="6827678" y="2078055"/>
            <a:ext cx="4879734" cy="2159579"/>
          </a:xfrm>
          <a:prstGeom prst="roundRect">
            <a:avLst>
              <a:gd name="adj" fmla="val 10439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60619D-A48B-E274-7BBE-9BFBE6ADB85C}"/>
              </a:ext>
            </a:extLst>
          </p:cNvPr>
          <p:cNvSpPr txBox="1"/>
          <p:nvPr/>
        </p:nvSpPr>
        <p:spPr>
          <a:xfrm>
            <a:off x="1933824" y="2844352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lang="ko-KR" altLang="en-US" sz="1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Shape 54">
            <a:extLst>
              <a:ext uri="{FF2B5EF4-FFF2-40B4-BE49-F238E27FC236}">
                <a16:creationId xmlns:a16="http://schemas.microsoft.com/office/drawing/2014/main" id="{A01096AB-F46F-D4F8-0DDC-CD9C8EF006AF}"/>
              </a:ext>
            </a:extLst>
          </p:cNvPr>
          <p:cNvSpPr/>
          <p:nvPr/>
        </p:nvSpPr>
        <p:spPr>
          <a:xfrm>
            <a:off x="2008560" y="3160303"/>
            <a:ext cx="4454677" cy="365760"/>
          </a:xfrm>
          <a:prstGeom prst="roundRect">
            <a:avLst>
              <a:gd name="adj" fmla="val 15000"/>
            </a:avLst>
          </a:prstGeom>
          <a:solidFill>
            <a:schemeClr val="bg1">
              <a:lumMod val="8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>
              <a:solidFill>
                <a:schemeClr val="lt1"/>
              </a:solidFill>
            </a:endParaRPr>
          </a:p>
        </p:txBody>
      </p:sp>
      <p:sp>
        <p:nvSpPr>
          <p:cNvPr id="15" name="Text 55">
            <a:extLst>
              <a:ext uri="{FF2B5EF4-FFF2-40B4-BE49-F238E27FC236}">
                <a16:creationId xmlns:a16="http://schemas.microsoft.com/office/drawing/2014/main" id="{D0634598-897B-B915-4300-4B96814F10D7}"/>
              </a:ext>
            </a:extLst>
          </p:cNvPr>
          <p:cNvSpPr txBox="1"/>
          <p:nvPr/>
        </p:nvSpPr>
        <p:spPr>
          <a:xfrm>
            <a:off x="4207845" y="3266239"/>
            <a:ext cx="5610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000">
                <a:solidFill>
                  <a:srgbClr val="065F46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lang="en-US" altLang="ko-KR" dirty="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dirty="0">
              <a:solidFill>
                <a:schemeClr val="bg2">
                  <a:lumMod val="25000"/>
                </a:schemeClr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6" name="Text 56">
            <a:extLst>
              <a:ext uri="{FF2B5EF4-FFF2-40B4-BE49-F238E27FC236}">
                <a16:creationId xmlns:a16="http://schemas.microsoft.com/office/drawing/2014/main" id="{A6FDFE64-890A-2C54-86FB-9F5D2FED8D9D}"/>
              </a:ext>
            </a:extLst>
          </p:cNvPr>
          <p:cNvSpPr txBox="1"/>
          <p:nvPr/>
        </p:nvSpPr>
        <p:spPr>
          <a:xfrm>
            <a:off x="2008560" y="3673390"/>
            <a:ext cx="57708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altLang="ko-KR" sz="1000" b="1" dirty="0" err="1">
                <a:solidFill>
                  <a:srgbClr val="C1001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sz="1000" b="1" dirty="0">
              <a:solidFill>
                <a:srgbClr val="C1001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Text 52">
            <a:extLst>
              <a:ext uri="{FF2B5EF4-FFF2-40B4-BE49-F238E27FC236}">
                <a16:creationId xmlns:a16="http://schemas.microsoft.com/office/drawing/2014/main" id="{5E297737-2C63-5C4A-D1F8-432B8DB38463}"/>
              </a:ext>
            </a:extLst>
          </p:cNvPr>
          <p:cNvSpPr txBox="1"/>
          <p:nvPr/>
        </p:nvSpPr>
        <p:spPr>
          <a:xfrm>
            <a:off x="1074135" y="3528347"/>
            <a:ext cx="307777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sz="900">
                <a:solidFill>
                  <a:srgbClr val="02A56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sz="1000" dirty="0">
                <a:solidFill>
                  <a:schemeClr val="bg2">
                    <a:lumMod val="25000"/>
                  </a:schemeClr>
                </a:solidFill>
              </a:rPr>
              <a:t>TEXT</a:t>
            </a:r>
            <a:endParaRPr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949D36DD-684A-803B-4D9D-3C963141944A}"/>
              </a:ext>
            </a:extLst>
          </p:cNvPr>
          <p:cNvSpPr/>
          <p:nvPr/>
        </p:nvSpPr>
        <p:spPr>
          <a:xfrm>
            <a:off x="8337790" y="2329474"/>
            <a:ext cx="1859511" cy="307777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TextBox 17">
            <a:extLst>
              <a:ext uri="{FF2B5EF4-FFF2-40B4-BE49-F238E27FC236}">
                <a16:creationId xmlns:a16="http://schemas.microsoft.com/office/drawing/2014/main" id="{3449F4F1-9F1A-EA47-C276-27220C9FA063}"/>
              </a:ext>
            </a:extLst>
          </p:cNvPr>
          <p:cNvSpPr txBox="1"/>
          <p:nvPr/>
        </p:nvSpPr>
        <p:spPr>
          <a:xfrm>
            <a:off x="9140747" y="2344863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1CD20AED-9C2F-79AC-69B0-67A8132CE1EB}"/>
              </a:ext>
            </a:extLst>
          </p:cNvPr>
          <p:cNvSpPr/>
          <p:nvPr/>
        </p:nvSpPr>
        <p:spPr>
          <a:xfrm>
            <a:off x="7055502" y="2844352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25AACA-AEB6-609B-496E-21B3128D93B8}"/>
              </a:ext>
            </a:extLst>
          </p:cNvPr>
          <p:cNvSpPr txBox="1"/>
          <p:nvPr/>
        </p:nvSpPr>
        <p:spPr>
          <a:xfrm>
            <a:off x="8261956" y="2844352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2" name="Shape 54">
            <a:extLst>
              <a:ext uri="{FF2B5EF4-FFF2-40B4-BE49-F238E27FC236}">
                <a16:creationId xmlns:a16="http://schemas.microsoft.com/office/drawing/2014/main" id="{D25565DC-CDA0-2340-183A-8630361EB9AB}"/>
              </a:ext>
            </a:extLst>
          </p:cNvPr>
          <p:cNvSpPr/>
          <p:nvPr/>
        </p:nvSpPr>
        <p:spPr>
          <a:xfrm>
            <a:off x="8336693" y="3160303"/>
            <a:ext cx="3110328" cy="365760"/>
          </a:xfrm>
          <a:prstGeom prst="roundRect">
            <a:avLst>
              <a:gd name="adj" fmla="val 15000"/>
            </a:avLst>
          </a:prstGeom>
          <a:solidFill>
            <a:schemeClr val="bg1">
              <a:lumMod val="95000"/>
              <a:alpha val="80805"/>
            </a:schemeClr>
          </a:solidFill>
          <a:ln w="6350">
            <a:noFill/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>
              <a:solidFill>
                <a:schemeClr val="lt1"/>
              </a:solidFill>
            </a:endParaRPr>
          </a:p>
        </p:txBody>
      </p:sp>
      <p:sp>
        <p:nvSpPr>
          <p:cNvPr id="23" name="Text 55">
            <a:extLst>
              <a:ext uri="{FF2B5EF4-FFF2-40B4-BE49-F238E27FC236}">
                <a16:creationId xmlns:a16="http://schemas.microsoft.com/office/drawing/2014/main" id="{93A8634C-06F8-C368-7ED7-4AD428453D4C}"/>
              </a:ext>
            </a:extLst>
          </p:cNvPr>
          <p:cNvSpPr txBox="1"/>
          <p:nvPr/>
        </p:nvSpPr>
        <p:spPr>
          <a:xfrm>
            <a:off x="9863804" y="3266239"/>
            <a:ext cx="56106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>
              <a:defRPr sz="1000">
                <a:solidFill>
                  <a:schemeClr val="bg2">
                    <a:lumMod val="25000"/>
                  </a:schemeClr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4" name="Text 56">
            <a:extLst>
              <a:ext uri="{FF2B5EF4-FFF2-40B4-BE49-F238E27FC236}">
                <a16:creationId xmlns:a16="http://schemas.microsoft.com/office/drawing/2014/main" id="{03393104-D065-72E0-3DC8-82DC5BD5B063}"/>
              </a:ext>
            </a:extLst>
          </p:cNvPr>
          <p:cNvSpPr txBox="1"/>
          <p:nvPr/>
        </p:nvSpPr>
        <p:spPr>
          <a:xfrm>
            <a:off x="8336692" y="3682236"/>
            <a:ext cx="57708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>
              <a:defRPr sz="1000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23013-541F-F634-3AC0-AF97F7E9BBC3}"/>
              </a:ext>
            </a:extLst>
          </p:cNvPr>
          <p:cNvSpPr txBox="1"/>
          <p:nvPr/>
        </p:nvSpPr>
        <p:spPr>
          <a:xfrm>
            <a:off x="5969201" y="4509650"/>
            <a:ext cx="2535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lang="ko-KR" altLang="en-US" sz="12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EFA082-D88B-CF56-F8EF-AD3A2D7B2071}"/>
              </a:ext>
            </a:extLst>
          </p:cNvPr>
          <p:cNvSpPr txBox="1"/>
          <p:nvPr/>
        </p:nvSpPr>
        <p:spPr>
          <a:xfrm>
            <a:off x="7057879" y="3121351"/>
            <a:ext cx="1061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kumimoji="1" b="1">
                <a:solidFill>
                  <a:srgbClr val="04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sz="1400" dirty="0">
                <a:solidFill>
                  <a:srgbClr val="C1001B"/>
                </a:solidFill>
              </a:rPr>
              <a:t>TEXT</a:t>
            </a:r>
            <a:endParaRPr lang="ko-KR" altLang="en-US" sz="1400" dirty="0">
              <a:solidFill>
                <a:srgbClr val="C1001B"/>
              </a:solidFill>
            </a:endParaRPr>
          </a:p>
        </p:txBody>
      </p:sp>
      <p:sp>
        <p:nvSpPr>
          <p:cNvPr id="27" name="Text 52">
            <a:extLst>
              <a:ext uri="{FF2B5EF4-FFF2-40B4-BE49-F238E27FC236}">
                <a16:creationId xmlns:a16="http://schemas.microsoft.com/office/drawing/2014/main" id="{B734C681-C906-2ACC-4033-1A14A2A500D7}"/>
              </a:ext>
            </a:extLst>
          </p:cNvPr>
          <p:cNvSpPr txBox="1"/>
          <p:nvPr/>
        </p:nvSpPr>
        <p:spPr>
          <a:xfrm>
            <a:off x="7434923" y="3528347"/>
            <a:ext cx="307777" cy="153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 algn="ctr">
              <a:defRPr sz="900">
                <a:solidFill>
                  <a:srgbClr val="02A566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r>
              <a:rPr lang="en-US" sz="1000" dirty="0">
                <a:solidFill>
                  <a:schemeClr val="bg2">
                    <a:lumMod val="25000"/>
                  </a:schemeClr>
                </a:solidFill>
              </a:rPr>
              <a:t>TEXT</a:t>
            </a:r>
            <a:endParaRPr sz="1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0" name="모서리가 둥근 직사각형 25">
            <a:extLst>
              <a:ext uri="{FF2B5EF4-FFF2-40B4-BE49-F238E27FC236}">
                <a16:creationId xmlns:a16="http://schemas.microsoft.com/office/drawing/2014/main" id="{E58242CD-55AE-A0E9-1F58-5CA29559BF40}"/>
              </a:ext>
            </a:extLst>
          </p:cNvPr>
          <p:cNvSpPr>
            <a:spLocks/>
          </p:cNvSpPr>
          <p:nvPr/>
        </p:nvSpPr>
        <p:spPr>
          <a:xfrm>
            <a:off x="487362" y="4384961"/>
            <a:ext cx="11217274" cy="1205349"/>
          </a:xfrm>
          <a:prstGeom prst="roundRect">
            <a:avLst>
              <a:gd name="adj" fmla="val 1675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7CDE6E-5D87-B06F-BD8F-CDE091A1B5DD}"/>
              </a:ext>
            </a:extLst>
          </p:cNvPr>
          <p:cNvSpPr txBox="1"/>
          <p:nvPr/>
        </p:nvSpPr>
        <p:spPr>
          <a:xfrm>
            <a:off x="5934737" y="4756802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 56">
            <a:extLst>
              <a:ext uri="{FF2B5EF4-FFF2-40B4-BE49-F238E27FC236}">
                <a16:creationId xmlns:a16="http://schemas.microsoft.com/office/drawing/2014/main" id="{C133E68E-AFA8-4A32-FD5C-8BBD8515D255}"/>
              </a:ext>
            </a:extLst>
          </p:cNvPr>
          <p:cNvSpPr txBox="1"/>
          <p:nvPr/>
        </p:nvSpPr>
        <p:spPr>
          <a:xfrm>
            <a:off x="6064740" y="5240160"/>
            <a:ext cx="62518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800">
                <a:solidFill>
                  <a:srgbClr val="6B7280"/>
                </a:solidFill>
                <a:latin typeface="Pretendard-Regular"/>
                <a:ea typeface="Pretendard-Regular"/>
                <a:cs typeface="Pretendard-Regular"/>
                <a:sym typeface="Pretendard-Regular"/>
              </a:defRPr>
            </a:lvl1pPr>
          </a:lstStyle>
          <a:p>
            <a:pPr algn="ctr"/>
            <a:r>
              <a:rPr lang="en-US" altLang="ko-KR" sz="11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sz="11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6612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1B53-C02C-1B45-B57C-CE848FEF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A9BBB0-0656-B698-3168-CF979DD26F31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34B74D14-F341-31EB-8F59-B5BB5CD5D2B0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2068A10C-FC43-16FE-87B0-DF7A4926CB45}"/>
              </a:ext>
            </a:extLst>
          </p:cNvPr>
          <p:cNvSpPr>
            <a:spLocks/>
          </p:cNvSpPr>
          <p:nvPr/>
        </p:nvSpPr>
        <p:spPr>
          <a:xfrm>
            <a:off x="509917" y="1556792"/>
            <a:ext cx="5535793" cy="4608512"/>
          </a:xfrm>
          <a:prstGeom prst="roundRect">
            <a:avLst>
              <a:gd name="adj" fmla="val 623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3">
            <a:extLst>
              <a:ext uri="{FF2B5EF4-FFF2-40B4-BE49-F238E27FC236}">
                <a16:creationId xmlns:a16="http://schemas.microsoft.com/office/drawing/2014/main" id="{9DE9837A-6664-6F0D-2888-6250261EB18E}"/>
              </a:ext>
            </a:extLst>
          </p:cNvPr>
          <p:cNvSpPr>
            <a:spLocks/>
          </p:cNvSpPr>
          <p:nvPr/>
        </p:nvSpPr>
        <p:spPr>
          <a:xfrm>
            <a:off x="6196152" y="1556792"/>
            <a:ext cx="5535793" cy="4608512"/>
          </a:xfrm>
          <a:prstGeom prst="roundRect">
            <a:avLst>
              <a:gd name="adj" fmla="val 623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모서리가 둥근 직사각형 5">
            <a:extLst>
              <a:ext uri="{FF2B5EF4-FFF2-40B4-BE49-F238E27FC236}">
                <a16:creationId xmlns:a16="http://schemas.microsoft.com/office/drawing/2014/main" id="{DCB49B58-E9CC-C650-7BB1-286A9FBEF91F}"/>
              </a:ext>
            </a:extLst>
          </p:cNvPr>
          <p:cNvSpPr/>
          <p:nvPr/>
        </p:nvSpPr>
        <p:spPr>
          <a:xfrm>
            <a:off x="8034293" y="180821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B79F71F8-31F9-C7F0-E74F-477298F944B7}"/>
              </a:ext>
            </a:extLst>
          </p:cNvPr>
          <p:cNvSpPr txBox="1"/>
          <p:nvPr/>
        </p:nvSpPr>
        <p:spPr>
          <a:xfrm>
            <a:off x="8664126" y="1823601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9" name="TextBox 17">
            <a:extLst>
              <a:ext uri="{FF2B5EF4-FFF2-40B4-BE49-F238E27FC236}">
                <a16:creationId xmlns:a16="http://schemas.microsoft.com/office/drawing/2014/main" id="{78D741CE-BF48-A6A9-47E5-D7F5296A9459}"/>
              </a:ext>
            </a:extLst>
          </p:cNvPr>
          <p:cNvSpPr txBox="1"/>
          <p:nvPr/>
        </p:nvSpPr>
        <p:spPr>
          <a:xfrm>
            <a:off x="8842861" y="217084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60A0D5C9-451C-498C-A686-552396A91EDB}"/>
              </a:ext>
            </a:extLst>
          </p:cNvPr>
          <p:cNvSpPr/>
          <p:nvPr/>
        </p:nvSpPr>
        <p:spPr>
          <a:xfrm>
            <a:off x="2348058" y="1808212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DACAC386-C652-DE0F-9E2E-87AC5249F64E}"/>
              </a:ext>
            </a:extLst>
          </p:cNvPr>
          <p:cNvSpPr txBox="1"/>
          <p:nvPr/>
        </p:nvSpPr>
        <p:spPr>
          <a:xfrm>
            <a:off x="2977891" y="1823601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C0E54A-FA59-1A0A-A8ED-63A9B8845862}"/>
              </a:ext>
            </a:extLst>
          </p:cNvPr>
          <p:cNvSpPr txBox="1"/>
          <p:nvPr/>
        </p:nvSpPr>
        <p:spPr>
          <a:xfrm>
            <a:off x="3156625" y="2170842"/>
            <a:ext cx="242374" cy="246221"/>
          </a:xfrm>
          <a:prstGeom prst="rect">
            <a:avLst/>
          </a:prstGeom>
          <a:noFill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000" b="1">
                <a:solidFill>
                  <a:schemeClr val="bg2">
                    <a:lumMod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en" altLang="ko-KR" dirty="0"/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C67A789-FB49-82CF-51AE-38D126B1C724}"/>
              </a:ext>
            </a:extLst>
          </p:cNvPr>
          <p:cNvSpPr txBox="1"/>
          <p:nvPr/>
        </p:nvSpPr>
        <p:spPr>
          <a:xfrm>
            <a:off x="3151016" y="3263279"/>
            <a:ext cx="253595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AF35A04B-BA99-FA23-8CB7-6692E6C696D8}"/>
              </a:ext>
            </a:extLst>
          </p:cNvPr>
          <p:cNvSpPr txBox="1"/>
          <p:nvPr/>
        </p:nvSpPr>
        <p:spPr>
          <a:xfrm>
            <a:off x="8837250" y="3263279"/>
            <a:ext cx="253596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rgbClr val="12CD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>
                <a:solidFill>
                  <a:srgbClr val="C1001B"/>
                </a:solidFill>
              </a:rPr>
              <a:t>-</a:t>
            </a:r>
            <a:endParaRPr lang="ko-KR" altLang="en-US" dirty="0">
              <a:solidFill>
                <a:srgbClr val="C1001B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4965678-E316-01C9-59FE-E3C5C8F19CE5}"/>
              </a:ext>
            </a:extLst>
          </p:cNvPr>
          <p:cNvSpPr/>
          <p:nvPr/>
        </p:nvSpPr>
        <p:spPr>
          <a:xfrm>
            <a:off x="692823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228DAF8-5B4D-55E1-9A25-B00C4A94736B}"/>
              </a:ext>
            </a:extLst>
          </p:cNvPr>
          <p:cNvSpPr/>
          <p:nvPr/>
        </p:nvSpPr>
        <p:spPr>
          <a:xfrm>
            <a:off x="4178921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E0296859-0F57-878B-0A55-45DF6AA58367}"/>
              </a:ext>
            </a:extLst>
          </p:cNvPr>
          <p:cNvSpPr/>
          <p:nvPr/>
        </p:nvSpPr>
        <p:spPr>
          <a:xfrm>
            <a:off x="2435872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DF7ACA92-8261-1892-9187-358727BCD0C0}"/>
              </a:ext>
            </a:extLst>
          </p:cNvPr>
          <p:cNvSpPr/>
          <p:nvPr/>
        </p:nvSpPr>
        <p:spPr>
          <a:xfrm>
            <a:off x="6379058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8F459A3-33AE-9EEE-20CF-07AB9F52EED0}"/>
              </a:ext>
            </a:extLst>
          </p:cNvPr>
          <p:cNvSpPr/>
          <p:nvPr/>
        </p:nvSpPr>
        <p:spPr>
          <a:xfrm>
            <a:off x="9865156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CFCF704-3B9D-C6F7-0475-1F43A04F6EF9}"/>
              </a:ext>
            </a:extLst>
          </p:cNvPr>
          <p:cNvSpPr/>
          <p:nvPr/>
        </p:nvSpPr>
        <p:spPr>
          <a:xfrm>
            <a:off x="8122107" y="3667514"/>
            <a:ext cx="1683882" cy="1683882"/>
          </a:xfrm>
          <a:prstGeom prst="ellipse">
            <a:avLst/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1C664-6FC2-767D-41E6-4B220711A941}"/>
              </a:ext>
            </a:extLst>
          </p:cNvPr>
          <p:cNvSpPr txBox="1"/>
          <p:nvPr/>
        </p:nvSpPr>
        <p:spPr>
          <a:xfrm>
            <a:off x="1408768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-</a:t>
            </a:r>
            <a:endParaRPr lang="ko-KR" altLang="en-US" sz="1200" dirty="0">
              <a:solidFill>
                <a:schemeClr val="bg1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868A53-FCFC-A902-9411-7B7953ED9381}"/>
              </a:ext>
            </a:extLst>
          </p:cNvPr>
          <p:cNvSpPr txBox="1"/>
          <p:nvPr/>
        </p:nvSpPr>
        <p:spPr>
          <a:xfrm>
            <a:off x="3151817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2E40F9-2A2E-CC80-7845-F10FA6C81D53}"/>
              </a:ext>
            </a:extLst>
          </p:cNvPr>
          <p:cNvSpPr txBox="1"/>
          <p:nvPr/>
        </p:nvSpPr>
        <p:spPr>
          <a:xfrm>
            <a:off x="4894866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4CA50F-CBE6-A038-B021-3C81FC0DF5B0}"/>
              </a:ext>
            </a:extLst>
          </p:cNvPr>
          <p:cNvSpPr txBox="1"/>
          <p:nvPr/>
        </p:nvSpPr>
        <p:spPr>
          <a:xfrm>
            <a:off x="7095003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3AE4AC-4785-28D4-6AA1-CFABB0224D56}"/>
              </a:ext>
            </a:extLst>
          </p:cNvPr>
          <p:cNvSpPr txBox="1"/>
          <p:nvPr/>
        </p:nvSpPr>
        <p:spPr>
          <a:xfrm>
            <a:off x="8838053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CB4E6A-697A-A81F-50D5-7EA975FD8DCB}"/>
              </a:ext>
            </a:extLst>
          </p:cNvPr>
          <p:cNvSpPr txBox="1"/>
          <p:nvPr/>
        </p:nvSpPr>
        <p:spPr>
          <a:xfrm>
            <a:off x="10581102" y="4456735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>
                <a:solidFill>
                  <a:schemeClr val="bg1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8106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BFD2-4E6C-1393-1F1E-E176D8983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5BFFB13-9558-0134-E77A-8A17D58D3AF0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174EFAC7-B8CB-065A-7842-0C93DDCE1FA0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28" name="모서리가 둥근 직사각형 34">
            <a:extLst>
              <a:ext uri="{FF2B5EF4-FFF2-40B4-BE49-F238E27FC236}">
                <a16:creationId xmlns:a16="http://schemas.microsoft.com/office/drawing/2014/main" id="{DCB89375-FAB7-2CF7-A229-4AB53944EAB1}"/>
              </a:ext>
            </a:extLst>
          </p:cNvPr>
          <p:cNvSpPr>
            <a:spLocks/>
          </p:cNvSpPr>
          <p:nvPr/>
        </p:nvSpPr>
        <p:spPr>
          <a:xfrm>
            <a:off x="8094662" y="2090971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29" name="모서리가 둥근 직사각형 35">
            <a:extLst>
              <a:ext uri="{FF2B5EF4-FFF2-40B4-BE49-F238E27FC236}">
                <a16:creationId xmlns:a16="http://schemas.microsoft.com/office/drawing/2014/main" id="{8AFA11F3-F338-884B-AD3C-5B009B68E49D}"/>
              </a:ext>
            </a:extLst>
          </p:cNvPr>
          <p:cNvSpPr/>
          <p:nvPr/>
        </p:nvSpPr>
        <p:spPr>
          <a:xfrm>
            <a:off x="8973674" y="234239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TextBox 17">
            <a:extLst>
              <a:ext uri="{FF2B5EF4-FFF2-40B4-BE49-F238E27FC236}">
                <a16:creationId xmlns:a16="http://schemas.microsoft.com/office/drawing/2014/main" id="{208CFA3C-DBC7-11B6-607D-0A0D5CB15E27}"/>
              </a:ext>
            </a:extLst>
          </p:cNvPr>
          <p:cNvSpPr txBox="1"/>
          <p:nvPr/>
        </p:nvSpPr>
        <p:spPr>
          <a:xfrm>
            <a:off x="9603507" y="235777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FC1BE9DA-74E7-3F45-30DD-05F787CBF294}"/>
              </a:ext>
            </a:extLst>
          </p:cNvPr>
          <p:cNvSpPr/>
          <p:nvPr/>
        </p:nvSpPr>
        <p:spPr>
          <a:xfrm>
            <a:off x="9372498" y="311226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6C5E3C2-7734-EA8F-DCD5-2947129647C6}"/>
              </a:ext>
            </a:extLst>
          </p:cNvPr>
          <p:cNvSpPr txBox="1"/>
          <p:nvPr/>
        </p:nvSpPr>
        <p:spPr>
          <a:xfrm>
            <a:off x="9755611" y="3412365"/>
            <a:ext cx="3048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3" name="모서리가 둥근 직사각형 39">
            <a:extLst>
              <a:ext uri="{FF2B5EF4-FFF2-40B4-BE49-F238E27FC236}">
                <a16:creationId xmlns:a16="http://schemas.microsoft.com/office/drawing/2014/main" id="{7176FDA0-110F-6BD4-B241-57A98E493CBB}"/>
              </a:ext>
            </a:extLst>
          </p:cNvPr>
          <p:cNvSpPr/>
          <p:nvPr/>
        </p:nvSpPr>
        <p:spPr>
          <a:xfrm>
            <a:off x="487362" y="1556792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8C77DBE6-7426-63A2-8DCC-67D8BFD2AA97}"/>
              </a:ext>
            </a:extLst>
          </p:cNvPr>
          <p:cNvSpPr txBox="1"/>
          <p:nvPr/>
        </p:nvSpPr>
        <p:spPr>
          <a:xfrm>
            <a:off x="3246321" y="1641716"/>
            <a:ext cx="5699357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4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35" name="위쪽 화살표[U] 41">
            <a:extLst>
              <a:ext uri="{FF2B5EF4-FFF2-40B4-BE49-F238E27FC236}">
                <a16:creationId xmlns:a16="http://schemas.microsoft.com/office/drawing/2014/main" id="{DB5DE3CB-2E1D-B70B-54A2-C4D7D4179CE5}"/>
              </a:ext>
            </a:extLst>
          </p:cNvPr>
          <p:cNvSpPr/>
          <p:nvPr/>
        </p:nvSpPr>
        <p:spPr>
          <a:xfrm rot="5400000">
            <a:off x="7583843" y="3377559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36" name="모서리가 둥근 직사각형 42">
            <a:extLst>
              <a:ext uri="{FF2B5EF4-FFF2-40B4-BE49-F238E27FC236}">
                <a16:creationId xmlns:a16="http://schemas.microsoft.com/office/drawing/2014/main" id="{31F92CCF-A4F3-88F5-3AA9-A52814AAC4DF}"/>
              </a:ext>
            </a:extLst>
          </p:cNvPr>
          <p:cNvSpPr>
            <a:spLocks/>
          </p:cNvSpPr>
          <p:nvPr/>
        </p:nvSpPr>
        <p:spPr>
          <a:xfrm>
            <a:off x="4295170" y="2090971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37" name="모서리가 둥근 직사각형 43">
            <a:extLst>
              <a:ext uri="{FF2B5EF4-FFF2-40B4-BE49-F238E27FC236}">
                <a16:creationId xmlns:a16="http://schemas.microsoft.com/office/drawing/2014/main" id="{47D84573-699C-EBB3-ABD4-3188463359B7}"/>
              </a:ext>
            </a:extLst>
          </p:cNvPr>
          <p:cNvSpPr/>
          <p:nvPr/>
        </p:nvSpPr>
        <p:spPr>
          <a:xfrm>
            <a:off x="5174182" y="234239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TextBox 17">
            <a:extLst>
              <a:ext uri="{FF2B5EF4-FFF2-40B4-BE49-F238E27FC236}">
                <a16:creationId xmlns:a16="http://schemas.microsoft.com/office/drawing/2014/main" id="{E72681D1-6C97-A234-9680-07163A548DC3}"/>
              </a:ext>
            </a:extLst>
          </p:cNvPr>
          <p:cNvSpPr txBox="1"/>
          <p:nvPr/>
        </p:nvSpPr>
        <p:spPr>
          <a:xfrm>
            <a:off x="5804017" y="235777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EEEDF9D-EC80-E1B1-D27A-7B40BDA77CFF}"/>
              </a:ext>
            </a:extLst>
          </p:cNvPr>
          <p:cNvSpPr/>
          <p:nvPr/>
        </p:nvSpPr>
        <p:spPr>
          <a:xfrm>
            <a:off x="5573006" y="311226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BA9267-2DD7-6EA8-2645-3DD6AC8379FE}"/>
              </a:ext>
            </a:extLst>
          </p:cNvPr>
          <p:cNvSpPr txBox="1"/>
          <p:nvPr/>
        </p:nvSpPr>
        <p:spPr>
          <a:xfrm>
            <a:off x="5946620" y="3412365"/>
            <a:ext cx="30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위쪽 화살표[U] 47">
            <a:extLst>
              <a:ext uri="{FF2B5EF4-FFF2-40B4-BE49-F238E27FC236}">
                <a16:creationId xmlns:a16="http://schemas.microsoft.com/office/drawing/2014/main" id="{83C144F7-F8C6-BE38-6623-79CFC1EE29D2}"/>
              </a:ext>
            </a:extLst>
          </p:cNvPr>
          <p:cNvSpPr/>
          <p:nvPr/>
        </p:nvSpPr>
        <p:spPr>
          <a:xfrm rot="5400000">
            <a:off x="3780908" y="3377558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2" name="모서리가 둥근 직사각형 48">
            <a:extLst>
              <a:ext uri="{FF2B5EF4-FFF2-40B4-BE49-F238E27FC236}">
                <a16:creationId xmlns:a16="http://schemas.microsoft.com/office/drawing/2014/main" id="{2675E387-2BB7-4CE9-DC6B-23FEAC0B9C69}"/>
              </a:ext>
            </a:extLst>
          </p:cNvPr>
          <p:cNvSpPr>
            <a:spLocks/>
          </p:cNvSpPr>
          <p:nvPr/>
        </p:nvSpPr>
        <p:spPr>
          <a:xfrm>
            <a:off x="487362" y="2090971"/>
            <a:ext cx="3617534" cy="3512255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43" name="모서리가 둥근 직사각형 49">
            <a:extLst>
              <a:ext uri="{FF2B5EF4-FFF2-40B4-BE49-F238E27FC236}">
                <a16:creationId xmlns:a16="http://schemas.microsoft.com/office/drawing/2014/main" id="{837E42E4-7419-3D77-C78B-A4FE5134B1AD}"/>
              </a:ext>
            </a:extLst>
          </p:cNvPr>
          <p:cNvSpPr/>
          <p:nvPr/>
        </p:nvSpPr>
        <p:spPr>
          <a:xfrm>
            <a:off x="1366374" y="2342390"/>
            <a:ext cx="1859511" cy="307777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F3434D44-2B9C-727F-D20A-EE720CF42F2D}"/>
              </a:ext>
            </a:extLst>
          </p:cNvPr>
          <p:cNvSpPr txBox="1"/>
          <p:nvPr/>
        </p:nvSpPr>
        <p:spPr>
          <a:xfrm>
            <a:off x="1996209" y="2357779"/>
            <a:ext cx="599844" cy="276999"/>
          </a:xfrm>
          <a:prstGeom prst="rect">
            <a:avLst/>
          </a:prstGeom>
          <a:noFill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en-US" altLang="ko-KR" dirty="0"/>
              <a:t>TITLE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95B24819-DCA6-0258-55D1-BF6D4672EAA8}"/>
              </a:ext>
            </a:extLst>
          </p:cNvPr>
          <p:cNvSpPr/>
          <p:nvPr/>
        </p:nvSpPr>
        <p:spPr>
          <a:xfrm>
            <a:off x="1765198" y="3112266"/>
            <a:ext cx="1061862" cy="106186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07055" sx="101591" sy="101591" algn="ctr" rotWithShape="0">
              <a:prstClr val="black">
                <a:alpha val="1403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BED16A3-15F9-A30C-6049-91390E5B479E}"/>
              </a:ext>
            </a:extLst>
          </p:cNvPr>
          <p:cNvSpPr txBox="1"/>
          <p:nvPr/>
        </p:nvSpPr>
        <p:spPr>
          <a:xfrm>
            <a:off x="2143684" y="3412365"/>
            <a:ext cx="304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sz="2400" b="1" dirty="0">
                <a:solidFill>
                  <a:srgbClr val="C1001B"/>
                </a:solidFill>
                <a:latin typeface="DIN Condensed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endParaRPr kumimoji="1" lang="ko-KR" altLang="en-US" sz="2400" b="1" dirty="0">
              <a:solidFill>
                <a:srgbClr val="C1001B"/>
              </a:solidFill>
              <a:latin typeface="DIN Condensed" pitchFamily="2" charset="0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모서리가 둥근 직사각형 53">
            <a:extLst>
              <a:ext uri="{FF2B5EF4-FFF2-40B4-BE49-F238E27FC236}">
                <a16:creationId xmlns:a16="http://schemas.microsoft.com/office/drawing/2014/main" id="{E52E1C9D-EAD9-294A-E4F9-573A73C1C648}"/>
              </a:ext>
            </a:extLst>
          </p:cNvPr>
          <p:cNvSpPr/>
          <p:nvPr/>
        </p:nvSpPr>
        <p:spPr>
          <a:xfrm>
            <a:off x="673422" y="5136154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48" name="모서리가 둥근 직사각형 54">
            <a:extLst>
              <a:ext uri="{FF2B5EF4-FFF2-40B4-BE49-F238E27FC236}">
                <a16:creationId xmlns:a16="http://schemas.microsoft.com/office/drawing/2014/main" id="{2A7C5CE9-1FD1-4C08-1B9E-070A7E56E069}"/>
              </a:ext>
            </a:extLst>
          </p:cNvPr>
          <p:cNvSpPr/>
          <p:nvPr/>
        </p:nvSpPr>
        <p:spPr>
          <a:xfrm>
            <a:off x="673422" y="4742615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TextBox 90">
            <a:extLst>
              <a:ext uri="{FF2B5EF4-FFF2-40B4-BE49-F238E27FC236}">
                <a16:creationId xmlns:a16="http://schemas.microsoft.com/office/drawing/2014/main" id="{FDCCAB04-84B7-0C96-4349-8C1F926E8D99}"/>
              </a:ext>
            </a:extLst>
          </p:cNvPr>
          <p:cNvSpPr txBox="1"/>
          <p:nvPr/>
        </p:nvSpPr>
        <p:spPr>
          <a:xfrm>
            <a:off x="1837353" y="4813725"/>
            <a:ext cx="876198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1050" dirty="0"/>
              <a:t>-</a:t>
            </a:r>
            <a:endParaRPr lang="ko-KR" altLang="en-US" sz="1050" dirty="0"/>
          </a:p>
        </p:txBody>
      </p:sp>
      <p:sp>
        <p:nvSpPr>
          <p:cNvPr id="50" name="TextBox 90">
            <a:extLst>
              <a:ext uri="{FF2B5EF4-FFF2-40B4-BE49-F238E27FC236}">
                <a16:creationId xmlns:a16="http://schemas.microsoft.com/office/drawing/2014/main" id="{388D98BA-8CEC-2FFD-019C-B4E232D16104}"/>
              </a:ext>
            </a:extLst>
          </p:cNvPr>
          <p:cNvSpPr txBox="1"/>
          <p:nvPr/>
        </p:nvSpPr>
        <p:spPr>
          <a:xfrm>
            <a:off x="1689878" y="5201285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0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sz="1050" dirty="0"/>
              <a:t>-</a:t>
            </a:r>
            <a:endParaRPr lang="ko-KR" altLang="en-US" sz="1050" dirty="0"/>
          </a:p>
        </p:txBody>
      </p:sp>
      <p:sp>
        <p:nvSpPr>
          <p:cNvPr id="51" name="모서리가 둥근 직사각형 57">
            <a:extLst>
              <a:ext uri="{FF2B5EF4-FFF2-40B4-BE49-F238E27FC236}">
                <a16:creationId xmlns:a16="http://schemas.microsoft.com/office/drawing/2014/main" id="{BE5565E2-F296-DB3B-597C-4CD63FBBB940}"/>
              </a:ext>
            </a:extLst>
          </p:cNvPr>
          <p:cNvSpPr/>
          <p:nvPr/>
        </p:nvSpPr>
        <p:spPr>
          <a:xfrm>
            <a:off x="4501907" y="5136154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모서리가 둥근 직사각형 58">
            <a:extLst>
              <a:ext uri="{FF2B5EF4-FFF2-40B4-BE49-F238E27FC236}">
                <a16:creationId xmlns:a16="http://schemas.microsoft.com/office/drawing/2014/main" id="{2FD0E199-F7C7-C41D-9F68-886DD92EB780}"/>
              </a:ext>
            </a:extLst>
          </p:cNvPr>
          <p:cNvSpPr/>
          <p:nvPr/>
        </p:nvSpPr>
        <p:spPr>
          <a:xfrm>
            <a:off x="4501907" y="4742615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TextBox 90">
            <a:extLst>
              <a:ext uri="{FF2B5EF4-FFF2-40B4-BE49-F238E27FC236}">
                <a16:creationId xmlns:a16="http://schemas.microsoft.com/office/drawing/2014/main" id="{7F3492AC-C644-451D-9912-A41BAE822B7C}"/>
              </a:ext>
            </a:extLst>
          </p:cNvPr>
          <p:cNvSpPr txBox="1"/>
          <p:nvPr/>
        </p:nvSpPr>
        <p:spPr>
          <a:xfrm>
            <a:off x="5532652" y="4813725"/>
            <a:ext cx="114257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45B96C5-4309-2CFE-7941-58652DC8AD6D}"/>
              </a:ext>
            </a:extLst>
          </p:cNvPr>
          <p:cNvSpPr txBox="1"/>
          <p:nvPr/>
        </p:nvSpPr>
        <p:spPr>
          <a:xfrm>
            <a:off x="5518363" y="5201285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5" name="모서리가 둥근 직사각형 62">
            <a:extLst>
              <a:ext uri="{FF2B5EF4-FFF2-40B4-BE49-F238E27FC236}">
                <a16:creationId xmlns:a16="http://schemas.microsoft.com/office/drawing/2014/main" id="{D0C8EE97-D193-370C-DA9D-47152946FE4E}"/>
              </a:ext>
            </a:extLst>
          </p:cNvPr>
          <p:cNvSpPr/>
          <p:nvPr/>
        </p:nvSpPr>
        <p:spPr>
          <a:xfrm>
            <a:off x="8301399" y="4742615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>
              <a:alpha val="89000"/>
            </a:schemeClr>
          </a:solidFill>
          <a:ln w="6350">
            <a:solidFill>
              <a:srgbClr val="C1001B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TextBox 90">
            <a:extLst>
              <a:ext uri="{FF2B5EF4-FFF2-40B4-BE49-F238E27FC236}">
                <a16:creationId xmlns:a16="http://schemas.microsoft.com/office/drawing/2014/main" id="{AC2E0ED1-58F5-6653-B48C-D7991AE5401F}"/>
              </a:ext>
            </a:extLst>
          </p:cNvPr>
          <p:cNvSpPr txBox="1"/>
          <p:nvPr/>
        </p:nvSpPr>
        <p:spPr>
          <a:xfrm>
            <a:off x="9332144" y="4813725"/>
            <a:ext cx="1142571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/>
              <a:t>-</a:t>
            </a:r>
            <a:endParaRPr lang="ko-KR" altLang="en-US" dirty="0"/>
          </a:p>
        </p:txBody>
      </p:sp>
      <p:pic>
        <p:nvPicPr>
          <p:cNvPr id="58" name="그래픽 57">
            <a:extLst>
              <a:ext uri="{FF2B5EF4-FFF2-40B4-BE49-F238E27FC236}">
                <a16:creationId xmlns:a16="http://schemas.microsoft.com/office/drawing/2014/main" id="{49A045DD-7A1A-395C-CB06-1C8CE1321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103" y="4804684"/>
            <a:ext cx="183732" cy="183732"/>
          </a:xfrm>
          <a:prstGeom prst="rect">
            <a:avLst/>
          </a:prstGeom>
        </p:spPr>
      </p:pic>
      <p:pic>
        <p:nvPicPr>
          <p:cNvPr id="59" name="그래픽 58">
            <a:extLst>
              <a:ext uri="{FF2B5EF4-FFF2-40B4-BE49-F238E27FC236}">
                <a16:creationId xmlns:a16="http://schemas.microsoft.com/office/drawing/2014/main" id="{FE9CDD00-48F3-D0A1-5E27-A8AA39B055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2103" y="5198300"/>
            <a:ext cx="183732" cy="183732"/>
          </a:xfrm>
          <a:prstGeom prst="rect">
            <a:avLst/>
          </a:prstGeom>
        </p:spPr>
      </p:pic>
      <p:pic>
        <p:nvPicPr>
          <p:cNvPr id="60" name="그래픽 59">
            <a:extLst>
              <a:ext uri="{FF2B5EF4-FFF2-40B4-BE49-F238E27FC236}">
                <a16:creationId xmlns:a16="http://schemas.microsoft.com/office/drawing/2014/main" id="{6DCEF848-4DE6-2DF7-6356-F512E8197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206" y="4804684"/>
            <a:ext cx="183732" cy="183732"/>
          </a:xfrm>
          <a:prstGeom prst="rect">
            <a:avLst/>
          </a:prstGeom>
        </p:spPr>
      </p:pic>
      <p:pic>
        <p:nvPicPr>
          <p:cNvPr id="61" name="그래픽 60">
            <a:extLst>
              <a:ext uri="{FF2B5EF4-FFF2-40B4-BE49-F238E27FC236}">
                <a16:creationId xmlns:a16="http://schemas.microsoft.com/office/drawing/2014/main" id="{E7366E4C-B645-C7DF-D6B4-4B41303FBC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3206" y="5198300"/>
            <a:ext cx="183732" cy="183732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5D780C19-A982-8644-EF76-DD5A18B1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197" y="4804684"/>
            <a:ext cx="183732" cy="183732"/>
          </a:xfrm>
          <a:prstGeom prst="rect">
            <a:avLst/>
          </a:prstGeom>
        </p:spPr>
      </p:pic>
      <p:sp>
        <p:nvSpPr>
          <p:cNvPr id="27" name="모서리가 둥근 직사각형 61">
            <a:extLst>
              <a:ext uri="{FF2B5EF4-FFF2-40B4-BE49-F238E27FC236}">
                <a16:creationId xmlns:a16="http://schemas.microsoft.com/office/drawing/2014/main" id="{33FED63A-4558-E3BF-6DAA-6A944008E051}"/>
              </a:ext>
            </a:extLst>
          </p:cNvPr>
          <p:cNvSpPr/>
          <p:nvPr/>
        </p:nvSpPr>
        <p:spPr>
          <a:xfrm>
            <a:off x="8301399" y="5136154"/>
            <a:ext cx="3204061" cy="30777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C00000"/>
            </a:solidFill>
          </a:ln>
          <a:effectLst>
            <a:outerShdw sx="1000" sy="1000" algn="ctr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2FB21E6-DF86-774B-1234-C6E17DB9AB0C}"/>
              </a:ext>
            </a:extLst>
          </p:cNvPr>
          <p:cNvSpPr txBox="1"/>
          <p:nvPr/>
        </p:nvSpPr>
        <p:spPr>
          <a:xfrm>
            <a:off x="9317855" y="5201285"/>
            <a:ext cx="1171149" cy="161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defPPr>
              <a:defRPr lang="ko-KR"/>
            </a:defPPr>
            <a:lvl1pPr algn="ctr">
              <a:defRPr sz="1050">
                <a:solidFill>
                  <a:schemeClr val="bg2">
                    <a:lumMod val="25000"/>
                  </a:schemeClr>
                </a:solidFill>
                <a:latin typeface="Pretendard SemiBold"/>
                <a:ea typeface="Pretendard SemiBold"/>
                <a:cs typeface="Pretendard SemiBold"/>
              </a:defRPr>
            </a:lvl1pPr>
          </a:lstStyle>
          <a:p>
            <a:r>
              <a:rPr lang="en-US" altLang="ko-KR" dirty="0"/>
              <a:t>-</a:t>
            </a:r>
            <a:endParaRPr lang="ko-KR" altLang="en-US" dirty="0"/>
          </a:p>
        </p:txBody>
      </p:sp>
      <p:pic>
        <p:nvPicPr>
          <p:cNvPr id="63" name="그래픽 62">
            <a:extLst>
              <a:ext uri="{FF2B5EF4-FFF2-40B4-BE49-F238E27FC236}">
                <a16:creationId xmlns:a16="http://schemas.microsoft.com/office/drawing/2014/main" id="{9F09A0F7-6BE2-A428-8FB9-95E2FFF88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2197" y="5198300"/>
            <a:ext cx="183732" cy="18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86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B16C2-701B-ABDC-A1C6-EBA7F69D4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7DD3F6-EC91-E81D-31BB-68C8CDA8923A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A231F8E-C7C1-C7C8-FD69-3C942E49AAD9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8">
            <a:extLst>
              <a:ext uri="{FF2B5EF4-FFF2-40B4-BE49-F238E27FC236}">
                <a16:creationId xmlns:a16="http://schemas.microsoft.com/office/drawing/2014/main" id="{68422C8C-FA6F-85ED-5F99-F51D894800FB}"/>
              </a:ext>
            </a:extLst>
          </p:cNvPr>
          <p:cNvSpPr>
            <a:spLocks/>
          </p:cNvSpPr>
          <p:nvPr/>
        </p:nvSpPr>
        <p:spPr>
          <a:xfrm>
            <a:off x="479376" y="1196752"/>
            <a:ext cx="5406301" cy="5242114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1">
            <a:extLst>
              <a:ext uri="{FF2B5EF4-FFF2-40B4-BE49-F238E27FC236}">
                <a16:creationId xmlns:a16="http://schemas.microsoft.com/office/drawing/2014/main" id="{DDD0525E-E719-BCDC-EC0A-687A56E718C8}"/>
              </a:ext>
            </a:extLst>
          </p:cNvPr>
          <p:cNvSpPr>
            <a:spLocks/>
          </p:cNvSpPr>
          <p:nvPr/>
        </p:nvSpPr>
        <p:spPr>
          <a:xfrm>
            <a:off x="6111924" y="4819241"/>
            <a:ext cx="5600700" cy="1619625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위쪽 화살표[U] 41">
            <a:extLst>
              <a:ext uri="{FF2B5EF4-FFF2-40B4-BE49-F238E27FC236}">
                <a16:creationId xmlns:a16="http://schemas.microsoft.com/office/drawing/2014/main" id="{E34C1F7E-0B3D-C04D-3F2C-45BE035DEDBD}"/>
              </a:ext>
            </a:extLst>
          </p:cNvPr>
          <p:cNvSpPr/>
          <p:nvPr/>
        </p:nvSpPr>
        <p:spPr>
          <a:xfrm rot="10800000">
            <a:off x="8426095" y="4265214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3E615759-D60C-FEA5-6E82-0A18F9390A08}"/>
              </a:ext>
            </a:extLst>
          </p:cNvPr>
          <p:cNvSpPr>
            <a:spLocks/>
          </p:cNvSpPr>
          <p:nvPr/>
        </p:nvSpPr>
        <p:spPr>
          <a:xfrm>
            <a:off x="6107685" y="2995020"/>
            <a:ext cx="5600700" cy="1619625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위쪽 화살표[U] 47">
            <a:extLst>
              <a:ext uri="{FF2B5EF4-FFF2-40B4-BE49-F238E27FC236}">
                <a16:creationId xmlns:a16="http://schemas.microsoft.com/office/drawing/2014/main" id="{E9A84A69-96A5-77A7-09E3-8323FA2639B1}"/>
              </a:ext>
            </a:extLst>
          </p:cNvPr>
          <p:cNvSpPr/>
          <p:nvPr/>
        </p:nvSpPr>
        <p:spPr>
          <a:xfrm rot="10800000">
            <a:off x="8432828" y="2494195"/>
            <a:ext cx="720647" cy="872494"/>
          </a:xfrm>
          <a:prstGeom prst="upArrow">
            <a:avLst/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모서리가 둥근 직사각형 10">
            <a:extLst>
              <a:ext uri="{FF2B5EF4-FFF2-40B4-BE49-F238E27FC236}">
                <a16:creationId xmlns:a16="http://schemas.microsoft.com/office/drawing/2014/main" id="{3E46DC08-D082-234E-4F5C-565B787169A7}"/>
              </a:ext>
            </a:extLst>
          </p:cNvPr>
          <p:cNvSpPr>
            <a:spLocks/>
          </p:cNvSpPr>
          <p:nvPr/>
        </p:nvSpPr>
        <p:spPr>
          <a:xfrm>
            <a:off x="6111924" y="1196752"/>
            <a:ext cx="5600700" cy="1619625"/>
          </a:xfrm>
          <a:prstGeom prst="roundRect">
            <a:avLst>
              <a:gd name="adj" fmla="val 1641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222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B54D-DC78-3D03-8778-B44F3FE9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596B155-E8FC-DE20-380A-B55D96BEC0D0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E335B02-E442-852B-A194-E0BA810AC914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18">
            <a:extLst>
              <a:ext uri="{FF2B5EF4-FFF2-40B4-BE49-F238E27FC236}">
                <a16:creationId xmlns:a16="http://schemas.microsoft.com/office/drawing/2014/main" id="{25B8E4BD-4AE1-2FFB-9942-0C43179EC177}"/>
              </a:ext>
            </a:extLst>
          </p:cNvPr>
          <p:cNvSpPr/>
          <p:nvPr/>
        </p:nvSpPr>
        <p:spPr>
          <a:xfrm>
            <a:off x="488950" y="1258437"/>
            <a:ext cx="11212271" cy="4878839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72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3B7B5-8A3C-6AE2-7A8C-1E4A26BF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8C767E8-6D2A-F393-1AE1-3F05EACE4972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FCAF9FD-0210-DF21-2F63-55D72FB12F14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1601320F-A5A8-9C58-A72A-3C98D898F1EA}"/>
              </a:ext>
            </a:extLst>
          </p:cNvPr>
          <p:cNvSpPr/>
          <p:nvPr/>
        </p:nvSpPr>
        <p:spPr>
          <a:xfrm>
            <a:off x="488951" y="1258437"/>
            <a:ext cx="5291918" cy="4878839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EAD30442-EFFD-08C2-BEE0-F1770E087AE2}"/>
              </a:ext>
            </a:extLst>
          </p:cNvPr>
          <p:cNvSpPr/>
          <p:nvPr/>
        </p:nvSpPr>
        <p:spPr>
          <a:xfrm>
            <a:off x="6409304" y="1258437"/>
            <a:ext cx="5291918" cy="4878839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30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4A48-ECBF-298F-0CE3-671CC31A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488397B-F1B2-91D6-6EFC-56A44A6F73F8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2859D333-E4E1-0813-ADC3-7C6E98EFA4DE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6" name="모서리가 둥근 직사각형 9">
            <a:extLst>
              <a:ext uri="{FF2B5EF4-FFF2-40B4-BE49-F238E27FC236}">
                <a16:creationId xmlns:a16="http://schemas.microsoft.com/office/drawing/2014/main" id="{04B68F3F-8BA8-4B4C-B594-F95195DB6C50}"/>
              </a:ext>
            </a:extLst>
          </p:cNvPr>
          <p:cNvSpPr>
            <a:spLocks/>
          </p:cNvSpPr>
          <p:nvPr/>
        </p:nvSpPr>
        <p:spPr>
          <a:xfrm>
            <a:off x="4323654" y="1258437"/>
            <a:ext cx="3544691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8BF004BC-16B9-4BDA-4E13-2B2665DD8630}"/>
              </a:ext>
            </a:extLst>
          </p:cNvPr>
          <p:cNvSpPr>
            <a:spLocks/>
          </p:cNvSpPr>
          <p:nvPr/>
        </p:nvSpPr>
        <p:spPr>
          <a:xfrm>
            <a:off x="8152731" y="1258436"/>
            <a:ext cx="3544691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모서리가 둥근 직사각형 11">
            <a:extLst>
              <a:ext uri="{FF2B5EF4-FFF2-40B4-BE49-F238E27FC236}">
                <a16:creationId xmlns:a16="http://schemas.microsoft.com/office/drawing/2014/main" id="{9005FAEC-BC6A-01A6-A5EB-02F03152BB3B}"/>
              </a:ext>
            </a:extLst>
          </p:cNvPr>
          <p:cNvSpPr>
            <a:spLocks/>
          </p:cNvSpPr>
          <p:nvPr/>
        </p:nvSpPr>
        <p:spPr>
          <a:xfrm>
            <a:off x="494578" y="1258436"/>
            <a:ext cx="3544691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617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57AF-E349-9DCE-0A65-04BE52FA4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6FF305C-6038-F8BF-689B-D92503E0BE34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41DC6510-C264-B2BE-97A5-2AFD746DCD44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3FBCFF9A-072C-88F7-6899-05571C1BE540}"/>
              </a:ext>
            </a:extLst>
          </p:cNvPr>
          <p:cNvSpPr>
            <a:spLocks/>
          </p:cNvSpPr>
          <p:nvPr/>
        </p:nvSpPr>
        <p:spPr>
          <a:xfrm>
            <a:off x="9042516" y="1258437"/>
            <a:ext cx="2654906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12">
            <a:extLst>
              <a:ext uri="{FF2B5EF4-FFF2-40B4-BE49-F238E27FC236}">
                <a16:creationId xmlns:a16="http://schemas.microsoft.com/office/drawing/2014/main" id="{7267BE42-1EBA-7A07-6DAC-29A0B9B418A8}"/>
              </a:ext>
            </a:extLst>
          </p:cNvPr>
          <p:cNvSpPr>
            <a:spLocks/>
          </p:cNvSpPr>
          <p:nvPr/>
        </p:nvSpPr>
        <p:spPr>
          <a:xfrm>
            <a:off x="6190053" y="1258437"/>
            <a:ext cx="2654906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14">
            <a:extLst>
              <a:ext uri="{FF2B5EF4-FFF2-40B4-BE49-F238E27FC236}">
                <a16:creationId xmlns:a16="http://schemas.microsoft.com/office/drawing/2014/main" id="{E48556F2-8D30-DAF1-13FA-5A20D6452643}"/>
              </a:ext>
            </a:extLst>
          </p:cNvPr>
          <p:cNvSpPr>
            <a:spLocks/>
          </p:cNvSpPr>
          <p:nvPr/>
        </p:nvSpPr>
        <p:spPr>
          <a:xfrm>
            <a:off x="3337591" y="1258437"/>
            <a:ext cx="2654906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모서리가 둥근 직사각형 16">
            <a:extLst>
              <a:ext uri="{FF2B5EF4-FFF2-40B4-BE49-F238E27FC236}">
                <a16:creationId xmlns:a16="http://schemas.microsoft.com/office/drawing/2014/main" id="{067E53A4-F902-E705-EBE6-EF7E600DBBAB}"/>
              </a:ext>
            </a:extLst>
          </p:cNvPr>
          <p:cNvSpPr>
            <a:spLocks/>
          </p:cNvSpPr>
          <p:nvPr/>
        </p:nvSpPr>
        <p:spPr>
          <a:xfrm>
            <a:off x="485129" y="1258437"/>
            <a:ext cx="2654906" cy="4799463"/>
          </a:xfrm>
          <a:prstGeom prst="roundRect">
            <a:avLst>
              <a:gd name="adj" fmla="val 14523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4221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BBE3-0D28-1AC7-2E64-BF433BAD6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FB7977-F611-01DE-B5DD-4043DB9C356B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03971F29-9482-0D8A-7630-573C81356C9F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">
            <a:extLst>
              <a:ext uri="{FF2B5EF4-FFF2-40B4-BE49-F238E27FC236}">
                <a16:creationId xmlns:a16="http://schemas.microsoft.com/office/drawing/2014/main" id="{237E0AD7-DE24-41F7-6C1F-0AE6AA533C9B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7">
            <a:extLst>
              <a:ext uri="{FF2B5EF4-FFF2-40B4-BE49-F238E27FC236}">
                <a16:creationId xmlns:a16="http://schemas.microsoft.com/office/drawing/2014/main" id="{C46A00F1-C1D5-21C2-5237-2A21A0E76CCA}"/>
              </a:ext>
            </a:extLst>
          </p:cNvPr>
          <p:cNvSpPr>
            <a:spLocks/>
          </p:cNvSpPr>
          <p:nvPr/>
        </p:nvSpPr>
        <p:spPr>
          <a:xfrm>
            <a:off x="3865248" y="1258437"/>
            <a:ext cx="7831452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1446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CAD5E-F7C1-E344-374E-5688D5440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A93A53B-BC72-8C0D-E8DC-343DF385E355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758E61FE-663D-B42E-88A0-7BF7EB78B07D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3">
            <a:extLst>
              <a:ext uri="{FF2B5EF4-FFF2-40B4-BE49-F238E27FC236}">
                <a16:creationId xmlns:a16="http://schemas.microsoft.com/office/drawing/2014/main" id="{2ADEB65F-74A1-CFCA-7208-A04CDC32CD98}"/>
              </a:ext>
            </a:extLst>
          </p:cNvPr>
          <p:cNvSpPr>
            <a:spLocks/>
          </p:cNvSpPr>
          <p:nvPr/>
        </p:nvSpPr>
        <p:spPr>
          <a:xfrm>
            <a:off x="8435805" y="1258437"/>
            <a:ext cx="3260895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55EC70C3-C491-AA5D-A40B-15E7AA7D4CA1}"/>
              </a:ext>
            </a:extLst>
          </p:cNvPr>
          <p:cNvSpPr>
            <a:spLocks/>
          </p:cNvSpPr>
          <p:nvPr/>
        </p:nvSpPr>
        <p:spPr>
          <a:xfrm>
            <a:off x="479426" y="1258437"/>
            <a:ext cx="7831452" cy="4804226"/>
          </a:xfrm>
          <a:prstGeom prst="roundRect">
            <a:avLst>
              <a:gd name="adj" fmla="val 4526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5951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6B9AB-DF32-4F7F-DF4D-E83202DC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C1667-865C-5D31-4F58-20F545373F45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794EF729-6285-B4E7-2A79-868EE7D2DD47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92D7417-99A7-CB79-9AB5-8981F3599B79}"/>
              </a:ext>
            </a:extLst>
          </p:cNvPr>
          <p:cNvSpPr/>
          <p:nvPr/>
        </p:nvSpPr>
        <p:spPr>
          <a:xfrm>
            <a:off x="8102279" y="1631789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933B652-5D61-10D5-8DA9-1967F1CD7FB0}"/>
              </a:ext>
            </a:extLst>
          </p:cNvPr>
          <p:cNvSpPr/>
          <p:nvPr/>
        </p:nvSpPr>
        <p:spPr>
          <a:xfrm>
            <a:off x="480349" y="1631789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CA96838-F666-C9F8-0677-7AF65AB83B8B}"/>
              </a:ext>
            </a:extLst>
          </p:cNvPr>
          <p:cNvSpPr/>
          <p:nvPr/>
        </p:nvSpPr>
        <p:spPr>
          <a:xfrm>
            <a:off x="4298789" y="1631789"/>
            <a:ext cx="3594422" cy="3594422"/>
          </a:xfrm>
          <a:prstGeom prst="ellipse">
            <a:avLst/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제목 2">
            <a:extLst>
              <a:ext uri="{FF2B5EF4-FFF2-40B4-BE49-F238E27FC236}">
                <a16:creationId xmlns:a16="http://schemas.microsoft.com/office/drawing/2014/main" id="{77E80171-A179-2593-6723-CB8271FFFCC3}"/>
              </a:ext>
            </a:extLst>
          </p:cNvPr>
          <p:cNvSpPr txBox="1">
            <a:spLocks/>
          </p:cNvSpPr>
          <p:nvPr/>
        </p:nvSpPr>
        <p:spPr>
          <a:xfrm>
            <a:off x="1842187" y="5805264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ctr"/>
            <a:r>
              <a:rPr lang="ko-KR" altLang="en-US" sz="1800" dirty="0">
                <a:latin typeface="LG Smart UI SemiBold" panose="020B0700000101010101" pitchFamily="34" charset="-127"/>
              </a:rPr>
              <a:t>핵심 메시지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Key</a:t>
            </a:r>
            <a:r>
              <a:rPr lang="ko-KR" altLang="en-US" sz="1800" dirty="0">
                <a:latin typeface="LG Smart UI SemiBold" panose="020B0700000101010101" pitchFamily="34" charset="-127"/>
              </a:rPr>
              <a:t> </a:t>
            </a:r>
            <a:r>
              <a:rPr lang="en-US" altLang="ko-KR" sz="1800" dirty="0">
                <a:latin typeface="LG Smart UI SemiBold" panose="020B0700000101010101" pitchFamily="34" charset="-127"/>
              </a:rPr>
              <a:t>Takeaways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8628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CD72F-BC0C-D84C-A5E1-20398ABC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47252FE-D4DD-B835-0682-EC0FB6B5DDF5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CEA3F06D-7BAC-3C7E-654B-75B3346A5CA0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모서리가 둥근 직사각형 23">
            <a:extLst>
              <a:ext uri="{FF2B5EF4-FFF2-40B4-BE49-F238E27FC236}">
                <a16:creationId xmlns:a16="http://schemas.microsoft.com/office/drawing/2014/main" id="{783502D7-2358-CCC7-9418-EF3A22CBA0CF}"/>
              </a:ext>
            </a:extLst>
          </p:cNvPr>
          <p:cNvSpPr/>
          <p:nvPr/>
        </p:nvSpPr>
        <p:spPr>
          <a:xfrm>
            <a:off x="479425" y="1434388"/>
            <a:ext cx="11217275" cy="385292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1001B"/>
              </a:gs>
              <a:gs pos="100000">
                <a:srgbClr val="FF000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TITLE</a:t>
            </a:r>
            <a:endParaRPr lang="ko-KR" altLang="en-US" sz="1200" b="1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모서리가 둥근 직사각형 24">
            <a:extLst>
              <a:ext uri="{FF2B5EF4-FFF2-40B4-BE49-F238E27FC236}">
                <a16:creationId xmlns:a16="http://schemas.microsoft.com/office/drawing/2014/main" id="{A0A1B789-F4DD-E28F-EAF0-09062A7BC09C}"/>
              </a:ext>
            </a:extLst>
          </p:cNvPr>
          <p:cNvSpPr>
            <a:spLocks/>
          </p:cNvSpPr>
          <p:nvPr/>
        </p:nvSpPr>
        <p:spPr>
          <a:xfrm>
            <a:off x="8086725" y="1988840"/>
            <a:ext cx="3617534" cy="4176464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모서리가 둥근 직사각형 25">
            <a:extLst>
              <a:ext uri="{FF2B5EF4-FFF2-40B4-BE49-F238E27FC236}">
                <a16:creationId xmlns:a16="http://schemas.microsoft.com/office/drawing/2014/main" id="{4D2D444A-6DA6-3210-BDC4-046D9B1C7A4B}"/>
              </a:ext>
            </a:extLst>
          </p:cNvPr>
          <p:cNvSpPr>
            <a:spLocks/>
          </p:cNvSpPr>
          <p:nvPr/>
        </p:nvSpPr>
        <p:spPr>
          <a:xfrm>
            <a:off x="4287233" y="1988840"/>
            <a:ext cx="3617534" cy="4176464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8" name="모서리가 둥근 직사각형 26">
            <a:extLst>
              <a:ext uri="{FF2B5EF4-FFF2-40B4-BE49-F238E27FC236}">
                <a16:creationId xmlns:a16="http://schemas.microsoft.com/office/drawing/2014/main" id="{1749A966-969D-1A19-98F1-9B3605936AD8}"/>
              </a:ext>
            </a:extLst>
          </p:cNvPr>
          <p:cNvSpPr>
            <a:spLocks/>
          </p:cNvSpPr>
          <p:nvPr/>
        </p:nvSpPr>
        <p:spPr>
          <a:xfrm>
            <a:off x="479425" y="1988840"/>
            <a:ext cx="3617534" cy="4176464"/>
          </a:xfrm>
          <a:prstGeom prst="roundRect">
            <a:avLst>
              <a:gd name="adj" fmla="val 1043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096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A758A-27C8-3103-393F-12E23C191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AC2B58-DF26-E6A9-08CF-100C6DC4CD73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53D2F91F-BDE0-8970-4160-92F306EFF8ED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5" name="제목 2">
            <a:extLst>
              <a:ext uri="{FF2B5EF4-FFF2-40B4-BE49-F238E27FC236}">
                <a16:creationId xmlns:a16="http://schemas.microsoft.com/office/drawing/2014/main" id="{2801DD43-9BC1-BF93-813E-9B2E34E9799A}"/>
              </a:ext>
            </a:extLst>
          </p:cNvPr>
          <p:cNvSpPr txBox="1">
            <a:spLocks/>
          </p:cNvSpPr>
          <p:nvPr/>
        </p:nvSpPr>
        <p:spPr>
          <a:xfrm>
            <a:off x="1842187" y="60932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pPr algn="ctr"/>
            <a:r>
              <a:rPr lang="ko-KR" altLang="en-US" sz="1800" dirty="0">
                <a:latin typeface="LG Smart UI SemiBold" panose="020B0700000101010101" pitchFamily="34" charset="-127"/>
              </a:rPr>
              <a:t>핵심 메시지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Key</a:t>
            </a:r>
            <a:r>
              <a:rPr lang="ko-KR" altLang="en-US" sz="1800" dirty="0">
                <a:latin typeface="LG Smart UI SemiBold" panose="020B0700000101010101" pitchFamily="34" charset="-127"/>
              </a:rPr>
              <a:t> </a:t>
            </a:r>
            <a:r>
              <a:rPr lang="en-US" altLang="ko-KR" sz="1800" dirty="0">
                <a:latin typeface="LG Smart UI SemiBold" panose="020B0700000101010101" pitchFamily="34" charset="-127"/>
              </a:rPr>
              <a:t>Takeaways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sp>
        <p:nvSpPr>
          <p:cNvPr id="6" name="모서리가 둥근 직사각형 18">
            <a:extLst>
              <a:ext uri="{FF2B5EF4-FFF2-40B4-BE49-F238E27FC236}">
                <a16:creationId xmlns:a16="http://schemas.microsoft.com/office/drawing/2014/main" id="{A917D502-8A9F-4844-9EF9-960A81E5D547}"/>
              </a:ext>
            </a:extLst>
          </p:cNvPr>
          <p:cNvSpPr/>
          <p:nvPr/>
        </p:nvSpPr>
        <p:spPr>
          <a:xfrm>
            <a:off x="488950" y="1480202"/>
            <a:ext cx="11212271" cy="4435308"/>
          </a:xfrm>
          <a:prstGeom prst="roundRect">
            <a:avLst>
              <a:gd name="adj" fmla="val 2709"/>
            </a:avLst>
          </a:prstGeom>
          <a:solidFill>
            <a:schemeClr val="bg1">
              <a:alpha val="70000"/>
            </a:schemeClr>
          </a:solidFill>
          <a:ln w="12700">
            <a:gradFill>
              <a:gsLst>
                <a:gs pos="0">
                  <a:schemeClr val="bg1"/>
                </a:gs>
                <a:gs pos="37000">
                  <a:schemeClr val="bg1">
                    <a:lumMod val="85000"/>
                  </a:schemeClr>
                </a:gs>
                <a:gs pos="99000">
                  <a:schemeClr val="bg1">
                    <a:lumMod val="85000"/>
                  </a:schemeClr>
                </a:gs>
                <a:gs pos="69000">
                  <a:schemeClr val="bg1">
                    <a:lumMod val="95000"/>
                  </a:schemeClr>
                </a:gs>
              </a:gsLst>
              <a:lin ang="2700000" scaled="0"/>
            </a:gradFill>
          </a:ln>
          <a:effectLst>
            <a:outerShdw blurRad="312382" sx="102308" sy="102308" algn="ctr" rotWithShape="0">
              <a:prstClr val="black">
                <a:alpha val="11221"/>
              </a:prstClr>
            </a:outerShdw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kumimoji="1"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773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8EE09-F7D1-931D-8BD2-C4261F58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9D66AAE-24A2-7BCD-D6AD-B8E45A704A7D}"/>
              </a:ext>
            </a:extLst>
          </p:cNvPr>
          <p:cNvSpPr txBox="1">
            <a:spLocks/>
          </p:cNvSpPr>
          <p:nvPr/>
        </p:nvSpPr>
        <p:spPr>
          <a:xfrm>
            <a:off x="191344" y="126955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페이지 제목 </a:t>
            </a:r>
            <a:r>
              <a:rPr lang="en-US" altLang="ko-KR" sz="2400" dirty="0">
                <a:latin typeface="LG Smart UI SemiBold" panose="020B0700000101010101" pitchFamily="34" charset="-127"/>
                <a:ea typeface="LG Smart UI SemiBold" panose="020B0700000101010101" pitchFamily="34" charset="-127"/>
              </a:rPr>
              <a:t>/ Page title</a:t>
            </a:r>
            <a:endParaRPr lang="ko-KR" altLang="en-US" sz="2400" dirty="0">
              <a:latin typeface="LG Smart UI SemiBold" panose="020B0700000101010101" pitchFamily="34" charset="-127"/>
              <a:ea typeface="LG Smart UI SemiBold" panose="020B0700000101010101" pitchFamily="34" charset="-127"/>
            </a:endParaRPr>
          </a:p>
        </p:txBody>
      </p:sp>
      <p:sp>
        <p:nvSpPr>
          <p:cNvPr id="4" name="제목 2">
            <a:extLst>
              <a:ext uri="{FF2B5EF4-FFF2-40B4-BE49-F238E27FC236}">
                <a16:creationId xmlns:a16="http://schemas.microsoft.com/office/drawing/2014/main" id="{DC2794D6-00F4-AEAB-599A-B6CA2339D61C}"/>
              </a:ext>
            </a:extLst>
          </p:cNvPr>
          <p:cNvSpPr txBox="1">
            <a:spLocks/>
          </p:cNvSpPr>
          <p:nvPr/>
        </p:nvSpPr>
        <p:spPr>
          <a:xfrm>
            <a:off x="263352" y="692696"/>
            <a:ext cx="8523067" cy="452898"/>
          </a:xfrm>
          <a:prstGeom prst="rect">
            <a:avLst/>
          </a:prstGeom>
        </p:spPr>
        <p:txBody>
          <a:bodyPr anchor="ctr"/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LG스마트체2.0 Regular" panose="020B0600000101010101"/>
                <a:cs typeface="+mj-cs"/>
              </a:defRPr>
            </a:lvl1pPr>
          </a:lstStyle>
          <a:p>
            <a:r>
              <a:rPr lang="ko-KR" altLang="en-US" sz="1800" dirty="0">
                <a:latin typeface="LG Smart UI SemiBold" panose="020B0700000101010101" pitchFamily="34" charset="-127"/>
              </a:rPr>
              <a:t>헤드라인 </a:t>
            </a:r>
            <a:r>
              <a:rPr lang="en-US" altLang="ko-KR" sz="1800" dirty="0">
                <a:latin typeface="LG Smart UI SemiBold" panose="020B0700000101010101" pitchFamily="34" charset="-127"/>
              </a:rPr>
              <a:t>/ Headline</a:t>
            </a:r>
            <a:endParaRPr lang="ko-KR" altLang="en-US" sz="1800" dirty="0">
              <a:latin typeface="LG Smart UI SemiBold" panose="020B0700000101010101" pitchFamily="34" charset="-127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85D846A-740B-8695-DB62-DB0E42518D7D}"/>
              </a:ext>
            </a:extLst>
          </p:cNvPr>
          <p:cNvGrpSpPr/>
          <p:nvPr/>
        </p:nvGrpSpPr>
        <p:grpSpPr>
          <a:xfrm>
            <a:off x="6186743" y="1258437"/>
            <a:ext cx="5001600" cy="4983293"/>
            <a:chOff x="3451184" y="1455586"/>
            <a:chExt cx="5001600" cy="4983293"/>
          </a:xfrm>
        </p:grpSpPr>
        <p:sp>
          <p:nvSpPr>
            <p:cNvPr id="29" name="육각형 28">
              <a:extLst>
                <a:ext uri="{FF2B5EF4-FFF2-40B4-BE49-F238E27FC236}">
                  <a16:creationId xmlns:a16="http://schemas.microsoft.com/office/drawing/2014/main" id="{34D789CD-D8E0-7261-05F0-64BEEFFB7DDB}"/>
                </a:ext>
              </a:extLst>
            </p:cNvPr>
            <p:cNvSpPr/>
            <p:nvPr/>
          </p:nvSpPr>
          <p:spPr>
            <a:xfrm>
              <a:off x="3451184" y="1455586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육각형 39">
              <a:extLst>
                <a:ext uri="{FF2B5EF4-FFF2-40B4-BE49-F238E27FC236}">
                  <a16:creationId xmlns:a16="http://schemas.microsoft.com/office/drawing/2014/main" id="{49D57D50-C8A9-45A9-6BAF-31E3334167BB}"/>
                </a:ext>
              </a:extLst>
            </p:cNvPr>
            <p:cNvSpPr/>
            <p:nvPr/>
          </p:nvSpPr>
          <p:spPr>
            <a:xfrm>
              <a:off x="3451184" y="4005064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1" name="육각형 40">
              <a:extLst>
                <a:ext uri="{FF2B5EF4-FFF2-40B4-BE49-F238E27FC236}">
                  <a16:creationId xmlns:a16="http://schemas.microsoft.com/office/drawing/2014/main" id="{912E2D7E-8454-931A-C2A3-D4981030748E}"/>
                </a:ext>
              </a:extLst>
            </p:cNvPr>
            <p:cNvSpPr/>
            <p:nvPr/>
          </p:nvSpPr>
          <p:spPr>
            <a:xfrm>
              <a:off x="5663952" y="2730325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0CA5B4AC-A435-315E-0F76-AF9404F97874}"/>
              </a:ext>
            </a:extLst>
          </p:cNvPr>
          <p:cNvGrpSpPr/>
          <p:nvPr/>
        </p:nvGrpSpPr>
        <p:grpSpPr>
          <a:xfrm flipH="1">
            <a:off x="1030040" y="1258436"/>
            <a:ext cx="5001600" cy="4983293"/>
            <a:chOff x="3451184" y="1455586"/>
            <a:chExt cx="5001600" cy="4983293"/>
          </a:xfrm>
        </p:grpSpPr>
        <p:sp>
          <p:nvSpPr>
            <p:cNvPr id="52" name="육각형 51">
              <a:extLst>
                <a:ext uri="{FF2B5EF4-FFF2-40B4-BE49-F238E27FC236}">
                  <a16:creationId xmlns:a16="http://schemas.microsoft.com/office/drawing/2014/main" id="{2528B625-7782-CEFE-AF86-7BFA72D3904A}"/>
                </a:ext>
              </a:extLst>
            </p:cNvPr>
            <p:cNvSpPr/>
            <p:nvPr/>
          </p:nvSpPr>
          <p:spPr>
            <a:xfrm>
              <a:off x="3451184" y="1455586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육각형 52">
              <a:extLst>
                <a:ext uri="{FF2B5EF4-FFF2-40B4-BE49-F238E27FC236}">
                  <a16:creationId xmlns:a16="http://schemas.microsoft.com/office/drawing/2014/main" id="{207D78EA-71D8-96D9-7042-8E6D9716E1EF}"/>
                </a:ext>
              </a:extLst>
            </p:cNvPr>
            <p:cNvSpPr/>
            <p:nvPr/>
          </p:nvSpPr>
          <p:spPr>
            <a:xfrm>
              <a:off x="3451184" y="4005064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4" name="육각형 53">
              <a:extLst>
                <a:ext uri="{FF2B5EF4-FFF2-40B4-BE49-F238E27FC236}">
                  <a16:creationId xmlns:a16="http://schemas.microsoft.com/office/drawing/2014/main" id="{581483B7-BDDF-437C-7687-327AE8A8608F}"/>
                </a:ext>
              </a:extLst>
            </p:cNvPr>
            <p:cNvSpPr/>
            <p:nvPr/>
          </p:nvSpPr>
          <p:spPr>
            <a:xfrm>
              <a:off x="5663952" y="2730325"/>
              <a:ext cx="2788832" cy="2433815"/>
            </a:xfrm>
            <a:prstGeom prst="hexagon">
              <a:avLst>
                <a:gd name="adj" fmla="val 27656"/>
                <a:gd name="vf" fmla="val 115470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  <a:effectLst>
              <a:outerShdw blurRad="312420" sx="102000" sy="102000" algn="tl" rotWithShape="0">
                <a:prstClr val="black">
                  <a:alpha val="11000"/>
                </a:prstClr>
              </a:outerShdw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212230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CB28C5-3FBD-074C-8D44-04ACF1675249}">
  <we:reference id="wa104381909" version="3.5.1.0" store="ko-KR" storeType="OMEX"/>
  <we:alternateReferences>
    <we:reference id="wa104381909" version="3.5.1.0" store="WA1043819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10986</TotalTime>
  <Words>364</Words>
  <Application>Microsoft Office PowerPoint</Application>
  <PresentationFormat>와이드스크린</PresentationFormat>
  <Paragraphs>204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4" baseType="lpstr">
      <vt:lpstr>DIN Condensed</vt:lpstr>
      <vt:lpstr>LG Smart UI SemiBold</vt:lpstr>
      <vt:lpstr>LG스마트체2.0 Regular</vt:lpstr>
      <vt:lpstr>Pretendard</vt:lpstr>
      <vt:lpstr>Pretendard Medium</vt:lpstr>
      <vt:lpstr>Pretendard SemiBold</vt:lpstr>
      <vt:lpstr>맑은 고딕</vt:lpstr>
      <vt:lpstr>Arial</vt:lpstr>
      <vt:lpstr>Arial Narrow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kw.park</dc:creator>
  <cp:lastModifiedBy>Hyun-Jung Kim</cp:lastModifiedBy>
  <cp:revision>524</cp:revision>
  <cp:lastPrinted>2021-11-18T07:16:15Z</cp:lastPrinted>
  <dcterms:created xsi:type="dcterms:W3CDTF">2021-03-23T11:07:42Z</dcterms:created>
  <dcterms:modified xsi:type="dcterms:W3CDTF">2026-04-10T21:19:24Z</dcterms:modified>
</cp:coreProperties>
</file>