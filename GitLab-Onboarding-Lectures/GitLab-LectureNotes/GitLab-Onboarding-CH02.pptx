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3578BF-D5BF-412E-A789-8F1B001B3324}" v="72" dt="2026-04-26T15:25:28.3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5636" autoAdjust="0"/>
  </p:normalViewPr>
  <p:slideViewPr>
    <p:cSldViewPr snapToGrid="0" showGuides="1">
      <p:cViewPr varScale="1">
        <p:scale>
          <a:sx n="80" d="100"/>
          <a:sy n="80" d="100"/>
        </p:scale>
        <p:origin x="1710" y="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yun-Jung Kim" userId="1116f478dadc471e" providerId="LiveId" clId="{13B27E1A-C8B4-4596-868C-AB25C79F61AF}"/>
    <pc:docChg chg="undo custSel addSld modSld">
      <pc:chgData name="Hyun-Jung Kim" userId="1116f478dadc471e" providerId="LiveId" clId="{13B27E1A-C8B4-4596-868C-AB25C79F61AF}" dt="2026-04-26T15:25:48.559" v="775" actId="14100"/>
      <pc:docMkLst>
        <pc:docMk/>
      </pc:docMkLst>
      <pc:sldChg chg="modSp mod">
        <pc:chgData name="Hyun-Jung Kim" userId="1116f478dadc471e" providerId="LiveId" clId="{13B27E1A-C8B4-4596-868C-AB25C79F61AF}" dt="2026-04-26T13:16:35.813" v="12" actId="20577"/>
        <pc:sldMkLst>
          <pc:docMk/>
          <pc:sldMk cId="707894122" sldId="256"/>
        </pc:sldMkLst>
        <pc:spChg chg="mod">
          <ac:chgData name="Hyun-Jung Kim" userId="1116f478dadc471e" providerId="LiveId" clId="{13B27E1A-C8B4-4596-868C-AB25C79F61AF}" dt="2026-04-26T13:15:51.260" v="7" actId="20577"/>
          <ac:spMkLst>
            <pc:docMk/>
            <pc:sldMk cId="707894122" sldId="256"/>
            <ac:spMk id="2" creationId="{5FD0BE26-4A7C-353F-2A4B-190BADB7ED1F}"/>
          </ac:spMkLst>
        </pc:spChg>
        <pc:spChg chg="mod">
          <ac:chgData name="Hyun-Jung Kim" userId="1116f478dadc471e" providerId="LiveId" clId="{13B27E1A-C8B4-4596-868C-AB25C79F61AF}" dt="2026-04-26T13:16:35.813" v="12" actId="20577"/>
          <ac:spMkLst>
            <pc:docMk/>
            <pc:sldMk cId="707894122" sldId="256"/>
            <ac:spMk id="3" creationId="{E5DE8209-160B-485B-108B-EB4F3B0BDF78}"/>
          </ac:spMkLst>
        </pc:spChg>
      </pc:sldChg>
      <pc:sldChg chg="addSp delSp modSp new mod">
        <pc:chgData name="Hyun-Jung Kim" userId="1116f478dadc471e" providerId="LiveId" clId="{13B27E1A-C8B4-4596-868C-AB25C79F61AF}" dt="2026-04-26T13:21:16.070" v="28" actId="22"/>
        <pc:sldMkLst>
          <pc:docMk/>
          <pc:sldMk cId="722608393" sldId="257"/>
        </pc:sldMkLst>
        <pc:spChg chg="mod">
          <ac:chgData name="Hyun-Jung Kim" userId="1116f478dadc471e" providerId="LiveId" clId="{13B27E1A-C8B4-4596-868C-AB25C79F61AF}" dt="2026-04-26T13:19:38.222" v="26" actId="20577"/>
          <ac:spMkLst>
            <pc:docMk/>
            <pc:sldMk cId="722608393" sldId="257"/>
            <ac:spMk id="2" creationId="{D82DE8B6-87E1-1144-ACFE-EC33127F7A26}"/>
          </ac:spMkLst>
        </pc:spChg>
        <pc:spChg chg="mod">
          <ac:chgData name="Hyun-Jung Kim" userId="1116f478dadc471e" providerId="LiveId" clId="{13B27E1A-C8B4-4596-868C-AB25C79F61AF}" dt="2026-04-26T13:19:11.365" v="16" actId="27636"/>
          <ac:spMkLst>
            <pc:docMk/>
            <pc:sldMk cId="722608393" sldId="257"/>
            <ac:spMk id="3" creationId="{E2A6AA1C-AE22-F179-238B-6060BE28FF83}"/>
          </ac:spMkLst>
        </pc:spChg>
        <pc:spChg chg="add del">
          <ac:chgData name="Hyun-Jung Kim" userId="1116f478dadc471e" providerId="LiveId" clId="{13B27E1A-C8B4-4596-868C-AB25C79F61AF}" dt="2026-04-26T13:21:16.070" v="28" actId="22"/>
          <ac:spMkLst>
            <pc:docMk/>
            <pc:sldMk cId="722608393" sldId="257"/>
            <ac:spMk id="5" creationId="{3B6FE419-EDDD-CADF-9FFF-1376F722A659}"/>
          </ac:spMkLst>
        </pc:spChg>
      </pc:sldChg>
      <pc:sldChg chg="modSp add mod modNotesTx">
        <pc:chgData name="Hyun-Jung Kim" userId="1116f478dadc471e" providerId="LiveId" clId="{13B27E1A-C8B4-4596-868C-AB25C79F61AF}" dt="2026-04-26T13:22:21.980" v="73" actId="6549"/>
        <pc:sldMkLst>
          <pc:docMk/>
          <pc:sldMk cId="3345626799" sldId="258"/>
        </pc:sldMkLst>
        <pc:spChg chg="mod">
          <ac:chgData name="Hyun-Jung Kim" userId="1116f478dadc471e" providerId="LiveId" clId="{13B27E1A-C8B4-4596-868C-AB25C79F61AF}" dt="2026-04-26T13:21:54.938" v="70" actId="20577"/>
          <ac:spMkLst>
            <pc:docMk/>
            <pc:sldMk cId="3345626799" sldId="258"/>
            <ac:spMk id="2" creationId="{03AEA096-90CA-5150-E440-21E35690986C}"/>
          </ac:spMkLst>
        </pc:spChg>
        <pc:spChg chg="mod">
          <ac:chgData name="Hyun-Jung Kim" userId="1116f478dadc471e" providerId="LiveId" clId="{13B27E1A-C8B4-4596-868C-AB25C79F61AF}" dt="2026-04-26T13:22:00.031" v="72" actId="27636"/>
          <ac:spMkLst>
            <pc:docMk/>
            <pc:sldMk cId="3345626799" sldId="258"/>
            <ac:spMk id="3" creationId="{96D01BB4-0143-49DA-133F-FE9E768B1C81}"/>
          </ac:spMkLst>
        </pc:spChg>
      </pc:sldChg>
      <pc:sldChg chg="addSp delSp modSp add mod modNotesTx">
        <pc:chgData name="Hyun-Jung Kim" userId="1116f478dadc471e" providerId="LiveId" clId="{13B27E1A-C8B4-4596-868C-AB25C79F61AF}" dt="2026-04-26T13:48:28.939" v="277" actId="22"/>
        <pc:sldMkLst>
          <pc:docMk/>
          <pc:sldMk cId="706955519" sldId="259"/>
        </pc:sldMkLst>
        <pc:spChg chg="mod">
          <ac:chgData name="Hyun-Jung Kim" userId="1116f478dadc471e" providerId="LiveId" clId="{13B27E1A-C8B4-4596-868C-AB25C79F61AF}" dt="2026-04-26T13:25:06.504" v="141" actId="20577"/>
          <ac:spMkLst>
            <pc:docMk/>
            <pc:sldMk cId="706955519" sldId="259"/>
            <ac:spMk id="2" creationId="{411F1C7B-8925-3298-CBE1-DDEEDC84955D}"/>
          </ac:spMkLst>
        </pc:spChg>
        <pc:spChg chg="mod">
          <ac:chgData name="Hyun-Jung Kim" userId="1116f478dadc471e" providerId="LiveId" clId="{13B27E1A-C8B4-4596-868C-AB25C79F61AF}" dt="2026-04-26T13:48:03.069" v="273"/>
          <ac:spMkLst>
            <pc:docMk/>
            <pc:sldMk cId="706955519" sldId="259"/>
            <ac:spMk id="3" creationId="{6752D7F2-5953-B3A1-2FFF-FD98E440A231}"/>
          </ac:spMkLst>
        </pc:spChg>
        <pc:spChg chg="add mod">
          <ac:chgData name="Hyun-Jung Kim" userId="1116f478dadc471e" providerId="LiveId" clId="{13B27E1A-C8B4-4596-868C-AB25C79F61AF}" dt="2026-04-26T13:48:09.188" v="275" actId="1076"/>
          <ac:spMkLst>
            <pc:docMk/>
            <pc:sldMk cId="706955519" sldId="259"/>
            <ac:spMk id="5" creationId="{408C13BD-6B81-6C48-4FDB-0F4DC40D3395}"/>
          </ac:spMkLst>
        </pc:spChg>
        <pc:spChg chg="add mod">
          <ac:chgData name="Hyun-Jung Kim" userId="1116f478dadc471e" providerId="LiveId" clId="{13B27E1A-C8B4-4596-868C-AB25C79F61AF}" dt="2026-04-26T13:46:57.138" v="247" actId="1076"/>
          <ac:spMkLst>
            <pc:docMk/>
            <pc:sldMk cId="706955519" sldId="259"/>
            <ac:spMk id="7" creationId="{892092C0-CC15-1AF9-E955-1D8396594C9B}"/>
          </ac:spMkLst>
        </pc:spChg>
        <pc:spChg chg="add del mod">
          <ac:chgData name="Hyun-Jung Kim" userId="1116f478dadc471e" providerId="LiveId" clId="{13B27E1A-C8B4-4596-868C-AB25C79F61AF}" dt="2026-04-26T13:47:02.178" v="249" actId="478"/>
          <ac:spMkLst>
            <pc:docMk/>
            <pc:sldMk cId="706955519" sldId="259"/>
            <ac:spMk id="9" creationId="{8A54CF93-1463-DFFA-932E-A33A0B2705ED}"/>
          </ac:spMkLst>
        </pc:spChg>
        <pc:spChg chg="add del">
          <ac:chgData name="Hyun-Jung Kim" userId="1116f478dadc471e" providerId="LiveId" clId="{13B27E1A-C8B4-4596-868C-AB25C79F61AF}" dt="2026-04-26T13:48:28.939" v="277" actId="22"/>
          <ac:spMkLst>
            <pc:docMk/>
            <pc:sldMk cId="706955519" sldId="259"/>
            <ac:spMk id="11" creationId="{A3B13384-9C5F-8196-B077-11BEA06790A4}"/>
          </ac:spMkLst>
        </pc:spChg>
      </pc:sldChg>
      <pc:sldChg chg="delSp modSp add mod modNotesTx">
        <pc:chgData name="Hyun-Jung Kim" userId="1116f478dadc471e" providerId="LiveId" clId="{13B27E1A-C8B4-4596-868C-AB25C79F61AF}" dt="2026-04-26T13:48:51.044" v="290" actId="478"/>
        <pc:sldMkLst>
          <pc:docMk/>
          <pc:sldMk cId="2822627529" sldId="260"/>
        </pc:sldMkLst>
        <pc:spChg chg="mod">
          <ac:chgData name="Hyun-Jung Kim" userId="1116f478dadc471e" providerId="LiveId" clId="{13B27E1A-C8B4-4596-868C-AB25C79F61AF}" dt="2026-04-26T13:48:38.869" v="286" actId="20577"/>
          <ac:spMkLst>
            <pc:docMk/>
            <pc:sldMk cId="2822627529" sldId="260"/>
            <ac:spMk id="2" creationId="{D3FCF237-AE9A-0C80-C2D9-BBD5CC2B8566}"/>
          </ac:spMkLst>
        </pc:spChg>
        <pc:spChg chg="mod">
          <ac:chgData name="Hyun-Jung Kim" userId="1116f478dadc471e" providerId="LiveId" clId="{13B27E1A-C8B4-4596-868C-AB25C79F61AF}" dt="2026-04-26T13:48:46.417" v="288" actId="27636"/>
          <ac:spMkLst>
            <pc:docMk/>
            <pc:sldMk cId="2822627529" sldId="260"/>
            <ac:spMk id="3" creationId="{F62CFDAC-5DE0-9644-8F4B-70EBFBA3A879}"/>
          </ac:spMkLst>
        </pc:spChg>
        <pc:spChg chg="del">
          <ac:chgData name="Hyun-Jung Kim" userId="1116f478dadc471e" providerId="LiveId" clId="{13B27E1A-C8B4-4596-868C-AB25C79F61AF}" dt="2026-04-26T13:48:48.289" v="289" actId="478"/>
          <ac:spMkLst>
            <pc:docMk/>
            <pc:sldMk cId="2822627529" sldId="260"/>
            <ac:spMk id="5" creationId="{7D3F492D-3D3C-F105-4338-4F762B6884C9}"/>
          </ac:spMkLst>
        </pc:spChg>
        <pc:spChg chg="del">
          <ac:chgData name="Hyun-Jung Kim" userId="1116f478dadc471e" providerId="LiveId" clId="{13B27E1A-C8B4-4596-868C-AB25C79F61AF}" dt="2026-04-26T13:48:51.044" v="290" actId="478"/>
          <ac:spMkLst>
            <pc:docMk/>
            <pc:sldMk cId="2822627529" sldId="260"/>
            <ac:spMk id="7" creationId="{A1D90437-978A-700E-60F3-40503C2B0A34}"/>
          </ac:spMkLst>
        </pc:spChg>
      </pc:sldChg>
      <pc:sldChg chg="modSp add mod">
        <pc:chgData name="Hyun-Jung Kim" userId="1116f478dadc471e" providerId="LiveId" clId="{13B27E1A-C8B4-4596-868C-AB25C79F61AF}" dt="2026-04-26T13:50:04.417" v="326" actId="27636"/>
        <pc:sldMkLst>
          <pc:docMk/>
          <pc:sldMk cId="1851891386" sldId="261"/>
        </pc:sldMkLst>
        <pc:spChg chg="mod">
          <ac:chgData name="Hyun-Jung Kim" userId="1116f478dadc471e" providerId="LiveId" clId="{13B27E1A-C8B4-4596-868C-AB25C79F61AF}" dt="2026-04-26T13:49:50.808" v="324" actId="20577"/>
          <ac:spMkLst>
            <pc:docMk/>
            <pc:sldMk cId="1851891386" sldId="261"/>
            <ac:spMk id="2" creationId="{E6280F97-DD7B-81A3-56A5-BA6B9DD4A519}"/>
          </ac:spMkLst>
        </pc:spChg>
        <pc:spChg chg="mod">
          <ac:chgData name="Hyun-Jung Kim" userId="1116f478dadc471e" providerId="LiveId" clId="{13B27E1A-C8B4-4596-868C-AB25C79F61AF}" dt="2026-04-26T13:50:04.417" v="326" actId="27636"/>
          <ac:spMkLst>
            <pc:docMk/>
            <pc:sldMk cId="1851891386" sldId="261"/>
            <ac:spMk id="3" creationId="{8838945A-0888-1DDE-575F-0E4E92D0F1A1}"/>
          </ac:spMkLst>
        </pc:spChg>
      </pc:sldChg>
      <pc:sldChg chg="addSp modSp add mod">
        <pc:chgData name="Hyun-Jung Kim" userId="1116f478dadc471e" providerId="LiveId" clId="{13B27E1A-C8B4-4596-868C-AB25C79F61AF}" dt="2026-04-26T14:11:13.095" v="535" actId="1076"/>
        <pc:sldMkLst>
          <pc:docMk/>
          <pc:sldMk cId="4070590070" sldId="262"/>
        </pc:sldMkLst>
        <pc:spChg chg="mod">
          <ac:chgData name="Hyun-Jung Kim" userId="1116f478dadc471e" providerId="LiveId" clId="{13B27E1A-C8B4-4596-868C-AB25C79F61AF}" dt="2026-04-26T14:06:20.425" v="534" actId="27636"/>
          <ac:spMkLst>
            <pc:docMk/>
            <pc:sldMk cId="4070590070" sldId="262"/>
            <ac:spMk id="3" creationId="{2EFBE3D5-B096-E34A-5DF5-0326786FC25A}"/>
          </ac:spMkLst>
        </pc:spChg>
        <pc:spChg chg="add mod">
          <ac:chgData name="Hyun-Jung Kim" userId="1116f478dadc471e" providerId="LiveId" clId="{13B27E1A-C8B4-4596-868C-AB25C79F61AF}" dt="2026-04-26T14:05:23.486" v="496" actId="1076"/>
          <ac:spMkLst>
            <pc:docMk/>
            <pc:sldMk cId="4070590070" sldId="262"/>
            <ac:spMk id="5" creationId="{E126959E-5A8D-DF41-C58F-B949467E63DA}"/>
          </ac:spMkLst>
        </pc:spChg>
        <pc:spChg chg="add mod">
          <ac:chgData name="Hyun-Jung Kim" userId="1116f478dadc471e" providerId="LiveId" clId="{13B27E1A-C8B4-4596-868C-AB25C79F61AF}" dt="2026-04-26T14:11:13.095" v="535" actId="1076"/>
          <ac:spMkLst>
            <pc:docMk/>
            <pc:sldMk cId="4070590070" sldId="262"/>
            <ac:spMk id="7" creationId="{AD65AB45-939A-C090-CF82-9052431B6F72}"/>
          </ac:spMkLst>
        </pc:spChg>
      </pc:sldChg>
      <pc:sldChg chg="delSp modSp add mod modNotesTx">
        <pc:chgData name="Hyun-Jung Kim" userId="1116f478dadc471e" providerId="LiveId" clId="{13B27E1A-C8B4-4596-868C-AB25C79F61AF}" dt="2026-04-26T14:12:14.893" v="542" actId="478"/>
        <pc:sldMkLst>
          <pc:docMk/>
          <pc:sldMk cId="3716635048" sldId="263"/>
        </pc:sldMkLst>
        <pc:spChg chg="mod">
          <ac:chgData name="Hyun-Jung Kim" userId="1116f478dadc471e" providerId="LiveId" clId="{13B27E1A-C8B4-4596-868C-AB25C79F61AF}" dt="2026-04-26T14:11:47.939" v="539"/>
          <ac:spMkLst>
            <pc:docMk/>
            <pc:sldMk cId="3716635048" sldId="263"/>
            <ac:spMk id="2" creationId="{00DF369B-FCE8-ECC6-F182-30279A05C9B8}"/>
          </ac:spMkLst>
        </pc:spChg>
        <pc:spChg chg="mod">
          <ac:chgData name="Hyun-Jung Kim" userId="1116f478dadc471e" providerId="LiveId" clId="{13B27E1A-C8B4-4596-868C-AB25C79F61AF}" dt="2026-04-26T14:12:11.999" v="541" actId="27636"/>
          <ac:spMkLst>
            <pc:docMk/>
            <pc:sldMk cId="3716635048" sldId="263"/>
            <ac:spMk id="3" creationId="{FF169A6E-D4B6-E054-E461-72F44C20DD78}"/>
          </ac:spMkLst>
        </pc:spChg>
        <pc:spChg chg="del">
          <ac:chgData name="Hyun-Jung Kim" userId="1116f478dadc471e" providerId="LiveId" clId="{13B27E1A-C8B4-4596-868C-AB25C79F61AF}" dt="2026-04-26T14:12:14.893" v="542" actId="478"/>
          <ac:spMkLst>
            <pc:docMk/>
            <pc:sldMk cId="3716635048" sldId="263"/>
            <ac:spMk id="5" creationId="{0BE42189-DE9E-DC52-FA80-373460D18886}"/>
          </ac:spMkLst>
        </pc:spChg>
        <pc:spChg chg="del">
          <ac:chgData name="Hyun-Jung Kim" userId="1116f478dadc471e" providerId="LiveId" clId="{13B27E1A-C8B4-4596-868C-AB25C79F61AF}" dt="2026-04-26T14:12:14.893" v="542" actId="478"/>
          <ac:spMkLst>
            <pc:docMk/>
            <pc:sldMk cId="3716635048" sldId="263"/>
            <ac:spMk id="7" creationId="{6F5CBDD9-4184-1BA8-ADB1-6EEAE2B12ABE}"/>
          </ac:spMkLst>
        </pc:spChg>
      </pc:sldChg>
      <pc:sldChg chg="addSp modSp add mod modNotesTx">
        <pc:chgData name="Hyun-Jung Kim" userId="1116f478dadc471e" providerId="LiveId" clId="{13B27E1A-C8B4-4596-868C-AB25C79F61AF}" dt="2026-04-26T14:23:40.540" v="568" actId="20577"/>
        <pc:sldMkLst>
          <pc:docMk/>
          <pc:sldMk cId="4182880513" sldId="264"/>
        </pc:sldMkLst>
        <pc:spChg chg="mod">
          <ac:chgData name="Hyun-Jung Kim" userId="1116f478dadc471e" providerId="LiveId" clId="{13B27E1A-C8B4-4596-868C-AB25C79F61AF}" dt="2026-04-26T14:17:35.241" v="558" actId="20577"/>
          <ac:spMkLst>
            <pc:docMk/>
            <pc:sldMk cId="4182880513" sldId="264"/>
            <ac:spMk id="2" creationId="{02AFC2E1-EE71-0AD7-8BE5-699DBA0BD94A}"/>
          </ac:spMkLst>
        </pc:spChg>
        <pc:spChg chg="mod">
          <ac:chgData name="Hyun-Jung Kim" userId="1116f478dadc471e" providerId="LiveId" clId="{13B27E1A-C8B4-4596-868C-AB25C79F61AF}" dt="2026-04-26T14:18:02.873" v="563" actId="6549"/>
          <ac:spMkLst>
            <pc:docMk/>
            <pc:sldMk cId="4182880513" sldId="264"/>
            <ac:spMk id="3" creationId="{DB06678A-0832-C42B-6E60-864B5D856FE5}"/>
          </ac:spMkLst>
        </pc:spChg>
        <pc:spChg chg="add mod">
          <ac:chgData name="Hyun-Jung Kim" userId="1116f478dadc471e" providerId="LiveId" clId="{13B27E1A-C8B4-4596-868C-AB25C79F61AF}" dt="2026-04-26T14:23:40.540" v="568" actId="20577"/>
          <ac:spMkLst>
            <pc:docMk/>
            <pc:sldMk cId="4182880513" sldId="264"/>
            <ac:spMk id="5" creationId="{D0C8869A-1436-00BE-46DB-0A5B024A785F}"/>
          </ac:spMkLst>
        </pc:spChg>
      </pc:sldChg>
      <pc:sldChg chg="addSp modSp new mod modNotesTx">
        <pc:chgData name="Hyun-Jung Kim" userId="1116f478dadc471e" providerId="LiveId" clId="{13B27E1A-C8B4-4596-868C-AB25C79F61AF}" dt="2026-04-26T14:34:32.159" v="614" actId="113"/>
        <pc:sldMkLst>
          <pc:docMk/>
          <pc:sldMk cId="2984128543" sldId="265"/>
        </pc:sldMkLst>
        <pc:spChg chg="mod">
          <ac:chgData name="Hyun-Jung Kim" userId="1116f478dadc471e" providerId="LiveId" clId="{13B27E1A-C8B4-4596-868C-AB25C79F61AF}" dt="2026-04-26T14:25:43.486" v="573"/>
          <ac:spMkLst>
            <pc:docMk/>
            <pc:sldMk cId="2984128543" sldId="265"/>
            <ac:spMk id="2" creationId="{97D54743-5525-1845-D899-59FD756B7759}"/>
          </ac:spMkLst>
        </pc:spChg>
        <pc:spChg chg="mod">
          <ac:chgData name="Hyun-Jung Kim" userId="1116f478dadc471e" providerId="LiveId" clId="{13B27E1A-C8B4-4596-868C-AB25C79F61AF}" dt="2026-04-26T14:32:08.713" v="596" actId="1076"/>
          <ac:spMkLst>
            <pc:docMk/>
            <pc:sldMk cId="2984128543" sldId="265"/>
            <ac:spMk id="3" creationId="{C927CFE8-B9B4-0D54-EC58-88246564525A}"/>
          </ac:spMkLst>
        </pc:spChg>
        <pc:spChg chg="add mod">
          <ac:chgData name="Hyun-Jung Kim" userId="1116f478dadc471e" providerId="LiveId" clId="{13B27E1A-C8B4-4596-868C-AB25C79F61AF}" dt="2026-04-26T14:33:59.973" v="611" actId="113"/>
          <ac:spMkLst>
            <pc:docMk/>
            <pc:sldMk cId="2984128543" sldId="265"/>
            <ac:spMk id="5" creationId="{C64AD038-9942-B088-E24B-29002EE999B9}"/>
          </ac:spMkLst>
        </pc:spChg>
        <pc:spChg chg="add mod">
          <ac:chgData name="Hyun-Jung Kim" userId="1116f478dadc471e" providerId="LiveId" clId="{13B27E1A-C8B4-4596-868C-AB25C79F61AF}" dt="2026-04-26T14:34:10.128" v="613" actId="1076"/>
          <ac:spMkLst>
            <pc:docMk/>
            <pc:sldMk cId="2984128543" sldId="265"/>
            <ac:spMk id="7" creationId="{F9A0A9B8-E27F-A266-EE72-6FD0879199D8}"/>
          </ac:spMkLst>
        </pc:spChg>
      </pc:sldChg>
      <pc:sldChg chg="addSp delSp modSp add mod modNotesTx">
        <pc:chgData name="Hyun-Jung Kim" userId="1116f478dadc471e" providerId="LiveId" clId="{13B27E1A-C8B4-4596-868C-AB25C79F61AF}" dt="2026-04-26T15:11:33.953" v="634" actId="20577"/>
        <pc:sldMkLst>
          <pc:docMk/>
          <pc:sldMk cId="3754835153" sldId="266"/>
        </pc:sldMkLst>
        <pc:spChg chg="mod">
          <ac:chgData name="Hyun-Jung Kim" userId="1116f478dadc471e" providerId="LiveId" clId="{13B27E1A-C8B4-4596-868C-AB25C79F61AF}" dt="2026-04-26T14:35:20.635" v="619"/>
          <ac:spMkLst>
            <pc:docMk/>
            <pc:sldMk cId="3754835153" sldId="266"/>
            <ac:spMk id="2" creationId="{6BF52F42-600C-F13E-60FE-76776604EB61}"/>
          </ac:spMkLst>
        </pc:spChg>
        <pc:spChg chg="del">
          <ac:chgData name="Hyun-Jung Kim" userId="1116f478dadc471e" providerId="LiveId" clId="{13B27E1A-C8B4-4596-868C-AB25C79F61AF}" dt="2026-04-26T14:34:43.682" v="617" actId="478"/>
          <ac:spMkLst>
            <pc:docMk/>
            <pc:sldMk cId="3754835153" sldId="266"/>
            <ac:spMk id="3" creationId="{C987CE3F-E2CB-C961-B1F5-F0D949BA0EA8}"/>
          </ac:spMkLst>
        </pc:spChg>
        <pc:spChg chg="del">
          <ac:chgData name="Hyun-Jung Kim" userId="1116f478dadc471e" providerId="LiveId" clId="{13B27E1A-C8B4-4596-868C-AB25C79F61AF}" dt="2026-04-26T14:34:46.472" v="618" actId="478"/>
          <ac:spMkLst>
            <pc:docMk/>
            <pc:sldMk cId="3754835153" sldId="266"/>
            <ac:spMk id="5" creationId="{D47242B6-F572-C314-68A2-3F0608B755E9}"/>
          </ac:spMkLst>
        </pc:spChg>
        <pc:spChg chg="add mod">
          <ac:chgData name="Hyun-Jung Kim" userId="1116f478dadc471e" providerId="LiveId" clId="{13B27E1A-C8B4-4596-868C-AB25C79F61AF}" dt="2026-04-26T14:35:56.820" v="623" actId="27636"/>
          <ac:spMkLst>
            <pc:docMk/>
            <pc:sldMk cId="3754835153" sldId="266"/>
            <ac:spMk id="6" creationId="{EB67ECC1-D058-B22F-1575-A75664512297}"/>
          </ac:spMkLst>
        </pc:spChg>
        <pc:spChg chg="del">
          <ac:chgData name="Hyun-Jung Kim" userId="1116f478dadc471e" providerId="LiveId" clId="{13B27E1A-C8B4-4596-868C-AB25C79F61AF}" dt="2026-04-26T14:34:46.472" v="618" actId="478"/>
          <ac:spMkLst>
            <pc:docMk/>
            <pc:sldMk cId="3754835153" sldId="266"/>
            <ac:spMk id="7" creationId="{BE48C921-678E-BBB8-AE05-84CD24E3CB36}"/>
          </ac:spMkLst>
        </pc:spChg>
        <pc:spChg chg="add mod">
          <ac:chgData name="Hyun-Jung Kim" userId="1116f478dadc471e" providerId="LiveId" clId="{13B27E1A-C8B4-4596-868C-AB25C79F61AF}" dt="2026-04-26T14:38:04.406" v="625" actId="1076"/>
          <ac:spMkLst>
            <pc:docMk/>
            <pc:sldMk cId="3754835153" sldId="266"/>
            <ac:spMk id="9" creationId="{DB191B4E-B389-1EDC-F6EE-9DB580421387}"/>
          </ac:spMkLst>
        </pc:spChg>
        <pc:spChg chg="add mod">
          <ac:chgData name="Hyun-Jung Kim" userId="1116f478dadc471e" providerId="LiveId" clId="{13B27E1A-C8B4-4596-868C-AB25C79F61AF}" dt="2026-04-26T15:10:46.213" v="631" actId="1076"/>
          <ac:spMkLst>
            <pc:docMk/>
            <pc:sldMk cId="3754835153" sldId="266"/>
            <ac:spMk id="11" creationId="{E785F514-AABF-4659-D02C-E8DCB80E7FC2}"/>
          </ac:spMkLst>
        </pc:spChg>
      </pc:sldChg>
      <pc:sldChg chg="delSp modSp add mod modNotesTx">
        <pc:chgData name="Hyun-Jung Kim" userId="1116f478dadc471e" providerId="LiveId" clId="{13B27E1A-C8B4-4596-868C-AB25C79F61AF}" dt="2026-04-26T15:15:43.315" v="648" actId="478"/>
        <pc:sldMkLst>
          <pc:docMk/>
          <pc:sldMk cId="2739013271" sldId="267"/>
        </pc:sldMkLst>
        <pc:spChg chg="mod">
          <ac:chgData name="Hyun-Jung Kim" userId="1116f478dadc471e" providerId="LiveId" clId="{13B27E1A-C8B4-4596-868C-AB25C79F61AF}" dt="2026-04-26T15:11:53.118" v="644" actId="20577"/>
          <ac:spMkLst>
            <pc:docMk/>
            <pc:sldMk cId="2739013271" sldId="267"/>
            <ac:spMk id="2" creationId="{D2850805-B71A-8A72-CFBC-FF099436187A}"/>
          </ac:spMkLst>
        </pc:spChg>
        <pc:spChg chg="mod">
          <ac:chgData name="Hyun-Jung Kim" userId="1116f478dadc471e" providerId="LiveId" clId="{13B27E1A-C8B4-4596-868C-AB25C79F61AF}" dt="2026-04-26T15:15:39.074" v="646" actId="27636"/>
          <ac:spMkLst>
            <pc:docMk/>
            <pc:sldMk cId="2739013271" sldId="267"/>
            <ac:spMk id="6" creationId="{D42D6B2A-9D14-C884-2C97-E5C6D041FE08}"/>
          </ac:spMkLst>
        </pc:spChg>
        <pc:spChg chg="del">
          <ac:chgData name="Hyun-Jung Kim" userId="1116f478dadc471e" providerId="LiveId" clId="{13B27E1A-C8B4-4596-868C-AB25C79F61AF}" dt="2026-04-26T15:15:43.315" v="648" actId="478"/>
          <ac:spMkLst>
            <pc:docMk/>
            <pc:sldMk cId="2739013271" sldId="267"/>
            <ac:spMk id="9" creationId="{BDF03D20-B17E-8DF5-8158-2B05D22910B6}"/>
          </ac:spMkLst>
        </pc:spChg>
        <pc:spChg chg="del">
          <ac:chgData name="Hyun-Jung Kim" userId="1116f478dadc471e" providerId="LiveId" clId="{13B27E1A-C8B4-4596-868C-AB25C79F61AF}" dt="2026-04-26T15:15:41.584" v="647" actId="478"/>
          <ac:spMkLst>
            <pc:docMk/>
            <pc:sldMk cId="2739013271" sldId="267"/>
            <ac:spMk id="11" creationId="{35FAFC23-9315-852E-9039-4D20D370CA83}"/>
          </ac:spMkLst>
        </pc:spChg>
      </pc:sldChg>
      <pc:sldChg chg="addSp delSp modSp add mod modNotesTx">
        <pc:chgData name="Hyun-Jung Kim" userId="1116f478dadc471e" providerId="LiveId" clId="{13B27E1A-C8B4-4596-868C-AB25C79F61AF}" dt="2026-04-26T15:25:48.559" v="775" actId="14100"/>
        <pc:sldMkLst>
          <pc:docMk/>
          <pc:sldMk cId="3710249790" sldId="268"/>
        </pc:sldMkLst>
        <pc:spChg chg="mod">
          <ac:chgData name="Hyun-Jung Kim" userId="1116f478dadc471e" providerId="LiveId" clId="{13B27E1A-C8B4-4596-868C-AB25C79F61AF}" dt="2026-04-26T15:16:51.688" v="653" actId="20577"/>
          <ac:spMkLst>
            <pc:docMk/>
            <pc:sldMk cId="3710249790" sldId="268"/>
            <ac:spMk id="2" creationId="{BE0CA5E2-4C0C-91B5-BB82-ABB6F86BF5DC}"/>
          </ac:spMkLst>
        </pc:spChg>
        <pc:spChg chg="add del">
          <ac:chgData name="Hyun-Jung Kim" userId="1116f478dadc471e" providerId="LiveId" clId="{13B27E1A-C8B4-4596-868C-AB25C79F61AF}" dt="2026-04-26T15:21:52.493" v="659" actId="478"/>
          <ac:spMkLst>
            <pc:docMk/>
            <pc:sldMk cId="3710249790" sldId="268"/>
            <ac:spMk id="4" creationId="{1D6501CF-C0B4-7415-FA52-757FA38FD203}"/>
          </ac:spMkLst>
        </pc:spChg>
        <pc:spChg chg="mod">
          <ac:chgData name="Hyun-Jung Kim" userId="1116f478dadc471e" providerId="LiveId" clId="{13B27E1A-C8B4-4596-868C-AB25C79F61AF}" dt="2026-04-26T15:25:48.559" v="775" actId="14100"/>
          <ac:spMkLst>
            <pc:docMk/>
            <pc:sldMk cId="3710249790" sldId="268"/>
            <ac:spMk id="6" creationId="{912D11CB-181A-E970-C92E-AE2809ABAECD}"/>
          </ac:spMkLst>
        </pc:spChg>
        <pc:spChg chg="add del">
          <ac:chgData name="Hyun-Jung Kim" userId="1116f478dadc471e" providerId="LiveId" clId="{13B27E1A-C8B4-4596-868C-AB25C79F61AF}" dt="2026-04-26T15:22:34.237" v="673" actId="22"/>
          <ac:spMkLst>
            <pc:docMk/>
            <pc:sldMk cId="3710249790" sldId="268"/>
            <ac:spMk id="7" creationId="{5F4F383F-48CD-6E2B-4AA6-57196B411123}"/>
          </ac:spMkLst>
        </pc:spChg>
        <pc:spChg chg="add del mod">
          <ac:chgData name="Hyun-Jung Kim" userId="1116f478dadc471e" providerId="LiveId" clId="{13B27E1A-C8B4-4596-868C-AB25C79F61AF}" dt="2026-04-26T15:22:45.718" v="676" actId="478"/>
          <ac:spMkLst>
            <pc:docMk/>
            <pc:sldMk cId="3710249790" sldId="268"/>
            <ac:spMk id="9" creationId="{69259F12-E8A6-65B2-E3AD-DDED716A4A3E}"/>
          </ac:spMkLst>
        </pc:spChg>
        <pc:spChg chg="add del mod">
          <ac:chgData name="Hyun-Jung Kim" userId="1116f478dadc471e" providerId="LiveId" clId="{13B27E1A-C8B4-4596-868C-AB25C79F61AF}" dt="2026-04-26T15:23:03.286" v="689" actId="478"/>
          <ac:spMkLst>
            <pc:docMk/>
            <pc:sldMk cId="3710249790" sldId="268"/>
            <ac:spMk id="11" creationId="{2EA6C725-0294-9A6D-D7C8-7F475FDA926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D42BAD-2428-4658-90B4-8E9CBF7856D0}" type="datetimeFigureOut">
              <a:rPr lang="ko-KR" altLang="en-US" smtClean="0"/>
              <a:t>2026-04-26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7F5256-0CCE-429A-A7C8-A659F6234E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98902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 확인할 것</a:t>
            </a:r>
            <a:r>
              <a:rPr lang="en-US" altLang="ko-KR" dirty="0"/>
              <a:t>:</a:t>
            </a:r>
          </a:p>
          <a:p>
            <a:endParaRPr lang="en-US" altLang="ko-KR" dirty="0"/>
          </a:p>
          <a:p>
            <a:r>
              <a:rPr lang="en-US" altLang="ko-KR" dirty="0"/>
              <a:t>  - working tree clean</a:t>
            </a:r>
            <a:r>
              <a:rPr lang="ko-KR" altLang="en-US" dirty="0"/>
              <a:t>인가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- </a:t>
            </a:r>
            <a:r>
              <a:rPr lang="ko-KR" altLang="en-US" dirty="0"/>
              <a:t>현재 </a:t>
            </a:r>
            <a:r>
              <a:rPr lang="en-US" altLang="ko-KR" dirty="0"/>
              <a:t>branch</a:t>
            </a:r>
            <a:r>
              <a:rPr lang="ko-KR" altLang="en-US" dirty="0"/>
              <a:t>가 </a:t>
            </a:r>
            <a:r>
              <a:rPr lang="en-US" altLang="ko-KR" dirty="0"/>
              <a:t>main</a:t>
            </a:r>
            <a:r>
              <a:rPr lang="ko-KR" altLang="en-US" dirty="0"/>
              <a:t>인가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- main</a:t>
            </a:r>
            <a:r>
              <a:rPr lang="ko-KR" altLang="en-US" dirty="0"/>
              <a:t>이 </a:t>
            </a:r>
            <a:r>
              <a:rPr lang="en-US" altLang="ko-KR" dirty="0"/>
              <a:t>[origin/main]</a:t>
            </a:r>
            <a:r>
              <a:rPr lang="ko-KR" altLang="en-US" dirty="0"/>
              <a:t>을 추적하고 있는가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- </a:t>
            </a:r>
            <a:r>
              <a:rPr lang="ko-KR" altLang="en-US" dirty="0"/>
              <a:t>마지막 </a:t>
            </a:r>
            <a:r>
              <a:rPr lang="en-US" altLang="ko-KR" dirty="0"/>
              <a:t>commit</a:t>
            </a:r>
            <a:r>
              <a:rPr lang="ko-KR" altLang="en-US" dirty="0"/>
              <a:t>이 </a:t>
            </a:r>
            <a:r>
              <a:rPr lang="en-US" altLang="ko-KR" dirty="0"/>
              <a:t>CH01 commit</a:t>
            </a:r>
            <a:r>
              <a:rPr lang="ko-KR" altLang="en-US" dirty="0"/>
              <a:t>인가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F5256-0CCE-429A-A7C8-A659F6234E5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23944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D8206-7C77-CFCC-1A0C-F7D347D5D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D4085B2-ACAF-8EDF-F5B5-FF788236A4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919FBBC-921E-2882-DFEB-5F848EC527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 </a:t>
            </a:r>
            <a:r>
              <a:rPr lang="en-US" altLang="ko-KR" dirty="0"/>
              <a:t>?? notes.txt</a:t>
            </a:r>
          </a:p>
          <a:p>
            <a:endParaRPr lang="en-US" altLang="ko-KR" dirty="0"/>
          </a:p>
          <a:p>
            <a:r>
              <a:rPr lang="en-US" altLang="ko-KR" dirty="0"/>
              <a:t>  ??</a:t>
            </a:r>
            <a:r>
              <a:rPr lang="ko-KR" altLang="en-US" dirty="0"/>
              <a:t>는 </a:t>
            </a:r>
            <a:r>
              <a:rPr lang="en-US" altLang="ko-KR" dirty="0"/>
              <a:t>Git</a:t>
            </a:r>
            <a:r>
              <a:rPr lang="ko-KR" altLang="en-US" dirty="0"/>
              <a:t>이 이렇게 말하는 겁니다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&gt; </a:t>
            </a:r>
            <a:r>
              <a:rPr lang="ko-KR" altLang="en-US" dirty="0"/>
              <a:t>이 파일은 </a:t>
            </a:r>
            <a:r>
              <a:rPr lang="en-US" altLang="ko-KR" dirty="0"/>
              <a:t>working tree</a:t>
            </a:r>
            <a:r>
              <a:rPr lang="ko-KR" altLang="en-US" dirty="0"/>
              <a:t>에는 있는데</a:t>
            </a:r>
            <a:r>
              <a:rPr lang="en-US" altLang="ko-KR" dirty="0"/>
              <a:t>, </a:t>
            </a:r>
            <a:r>
              <a:rPr lang="ko-KR" altLang="en-US" dirty="0"/>
              <a:t>아직 </a:t>
            </a:r>
            <a:r>
              <a:rPr lang="en-US" altLang="ko-KR" dirty="0"/>
              <a:t>Git</a:t>
            </a:r>
            <a:r>
              <a:rPr lang="ko-KR" altLang="en-US" dirty="0"/>
              <a:t>이 추적하지 않는 </a:t>
            </a:r>
            <a:r>
              <a:rPr lang="en-US" altLang="ko-KR" dirty="0"/>
              <a:t>untracked file</a:t>
            </a:r>
            <a:r>
              <a:rPr lang="ko-KR" altLang="en-US" dirty="0"/>
              <a:t>이다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그리고 </a:t>
            </a:r>
            <a:r>
              <a:rPr lang="en-US" altLang="ko-KR" dirty="0"/>
              <a:t>git diff</a:t>
            </a:r>
            <a:r>
              <a:rPr lang="ko-KR" altLang="en-US" dirty="0"/>
              <a:t>가 아무것도 안 보여준 것도 정상입니다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Concept: git status</a:t>
            </a:r>
            <a:r>
              <a:rPr lang="ko-KR" altLang="en-US" dirty="0"/>
              <a:t>와 </a:t>
            </a:r>
            <a:r>
              <a:rPr lang="en-US" altLang="ko-KR" dirty="0"/>
              <a:t>git diff</a:t>
            </a:r>
            <a:r>
              <a:rPr lang="ko-KR" altLang="en-US" dirty="0"/>
              <a:t>의 차이</a:t>
            </a:r>
          </a:p>
          <a:p>
            <a:endParaRPr lang="ko-KR" altLang="en-US" dirty="0"/>
          </a:p>
          <a:p>
            <a:r>
              <a:rPr lang="ko-KR" altLang="en-US" dirty="0"/>
              <a:t>  </a:t>
            </a:r>
            <a:r>
              <a:rPr lang="en-US" altLang="ko-KR" dirty="0"/>
              <a:t>git status</a:t>
            </a:r>
            <a:r>
              <a:rPr lang="ko-KR" altLang="en-US" dirty="0"/>
              <a:t>는 “상태 </a:t>
            </a:r>
            <a:r>
              <a:rPr lang="ko-KR" altLang="en-US" dirty="0" err="1"/>
              <a:t>요약”입니다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notes.txt </a:t>
            </a:r>
            <a:r>
              <a:rPr lang="ko-KR" altLang="en-US" dirty="0"/>
              <a:t>라는 새 파일이 생겼다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 </a:t>
            </a:r>
            <a:r>
              <a:rPr lang="ko-KR" altLang="en-US" dirty="0"/>
              <a:t>아직 </a:t>
            </a:r>
            <a:r>
              <a:rPr lang="en-US" altLang="ko-KR" dirty="0"/>
              <a:t>Git</a:t>
            </a:r>
            <a:r>
              <a:rPr lang="ko-KR" altLang="en-US" dirty="0"/>
              <a:t>이 추적하지 않는다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반면 </a:t>
            </a:r>
            <a:r>
              <a:rPr lang="en-US" altLang="ko-KR" dirty="0"/>
              <a:t>git diff</a:t>
            </a:r>
            <a:r>
              <a:rPr lang="ko-KR" altLang="en-US" dirty="0"/>
              <a:t>는 기본적으로 “</a:t>
            </a:r>
            <a:r>
              <a:rPr lang="en-US" altLang="ko-KR" dirty="0"/>
              <a:t>Git</a:t>
            </a:r>
            <a:r>
              <a:rPr lang="ko-KR" altLang="en-US" dirty="0"/>
              <a:t>이 이미 추적 중인 파일의 줄 단위 </a:t>
            </a:r>
            <a:r>
              <a:rPr lang="ko-KR" altLang="en-US" dirty="0" err="1"/>
              <a:t>변경”을</a:t>
            </a:r>
            <a:r>
              <a:rPr lang="ko-KR" altLang="en-US" dirty="0"/>
              <a:t> 보여줍니다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지금 </a:t>
            </a:r>
            <a:r>
              <a:rPr lang="en-US" altLang="ko-KR" dirty="0"/>
              <a:t>notes.txt</a:t>
            </a:r>
            <a:r>
              <a:rPr lang="ko-KR" altLang="en-US" dirty="0"/>
              <a:t>는 아직 </a:t>
            </a:r>
            <a:r>
              <a:rPr lang="en-US" altLang="ko-KR" dirty="0"/>
              <a:t>Git</a:t>
            </a:r>
            <a:r>
              <a:rPr lang="ko-KR" altLang="en-US" dirty="0"/>
              <a:t>이 추적하지 않는 새 파일입니다</a:t>
            </a:r>
            <a:r>
              <a:rPr lang="en-US" altLang="ko-KR" dirty="0"/>
              <a:t>. </a:t>
            </a:r>
            <a:r>
              <a:rPr lang="ko-KR" altLang="en-US" dirty="0"/>
              <a:t>그래서 </a:t>
            </a:r>
            <a:r>
              <a:rPr lang="en-US" altLang="ko-KR" dirty="0"/>
              <a:t>git diff </a:t>
            </a:r>
            <a:r>
              <a:rPr lang="ko-KR" altLang="en-US" dirty="0"/>
              <a:t>기본 출력에는 안</a:t>
            </a:r>
          </a:p>
          <a:p>
            <a:r>
              <a:rPr lang="ko-KR" altLang="en-US" dirty="0"/>
              <a:t>  나옵니다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정리하면</a:t>
            </a:r>
            <a:r>
              <a:rPr lang="en-US" altLang="ko-KR" dirty="0"/>
              <a:t>:</a:t>
            </a:r>
          </a:p>
          <a:p>
            <a:endParaRPr lang="en-US" altLang="ko-KR" dirty="0"/>
          </a:p>
          <a:p>
            <a:r>
              <a:rPr lang="en-US" altLang="ko-KR" dirty="0"/>
              <a:t>  git status = </a:t>
            </a:r>
            <a:r>
              <a:rPr lang="ko-KR" altLang="en-US" dirty="0"/>
              <a:t>어떤 파일이 어떤 상태인가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git diff   = tracked file</a:t>
            </a:r>
            <a:r>
              <a:rPr lang="ko-KR" altLang="en-US" dirty="0"/>
              <a:t>에서 실제 줄이 어떻게 바뀌었는가</a:t>
            </a:r>
          </a:p>
          <a:p>
            <a:endParaRPr lang="ko-KR" altLang="en-US" dirty="0"/>
          </a:p>
          <a:p>
            <a:r>
              <a:rPr lang="ko-KR" altLang="en-US" dirty="0"/>
              <a:t>  그래서 실무에서는 둘 다 봐야 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- status</a:t>
            </a:r>
            <a:r>
              <a:rPr lang="ko-KR" altLang="en-US" dirty="0"/>
              <a:t>만 보면 파일 이름은 알지만 내용 변경은 모릅니다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 - diff</a:t>
            </a:r>
            <a:r>
              <a:rPr lang="ko-KR" altLang="en-US" dirty="0"/>
              <a:t>만 보면 </a:t>
            </a:r>
            <a:r>
              <a:rPr lang="en-US" altLang="ko-KR" dirty="0"/>
              <a:t>untracked file</a:t>
            </a:r>
            <a:r>
              <a:rPr lang="ko-KR" altLang="en-US" dirty="0"/>
              <a:t>을 놓칠 수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이제 </a:t>
            </a:r>
            <a:r>
              <a:rPr lang="en-US" altLang="ko-KR" dirty="0"/>
              <a:t>notes.txt</a:t>
            </a:r>
            <a:r>
              <a:rPr lang="ko-KR" altLang="en-US" dirty="0"/>
              <a:t>를 </a:t>
            </a:r>
            <a:r>
              <a:rPr lang="en-US" altLang="ko-KR" dirty="0"/>
              <a:t>staging area</a:t>
            </a:r>
            <a:r>
              <a:rPr lang="ko-KR" altLang="en-US" dirty="0"/>
              <a:t>에 올리겠습니다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git add .\notes.txt</a:t>
            </a:r>
          </a:p>
          <a:p>
            <a:r>
              <a:rPr lang="en-US" altLang="ko-KR" dirty="0"/>
              <a:t>  git status</a:t>
            </a:r>
          </a:p>
          <a:p>
            <a:r>
              <a:rPr lang="en-US" altLang="ko-KR" dirty="0"/>
              <a:t>  git diff --staged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예상 결과</a:t>
            </a:r>
            <a:r>
              <a:rPr lang="en-US" altLang="ko-KR" dirty="0"/>
              <a:t>:</a:t>
            </a:r>
          </a:p>
          <a:p>
            <a:endParaRPr lang="en-US" altLang="ko-KR" dirty="0"/>
          </a:p>
          <a:p>
            <a:r>
              <a:rPr lang="en-US" altLang="ko-KR" dirty="0"/>
              <a:t>  - git status</a:t>
            </a:r>
            <a:r>
              <a:rPr lang="ko-KR" altLang="en-US" dirty="0"/>
              <a:t>에서 </a:t>
            </a:r>
            <a:r>
              <a:rPr lang="en-US" altLang="ko-KR" dirty="0"/>
              <a:t>Changes to be committed </a:t>
            </a:r>
            <a:r>
              <a:rPr lang="ko-KR" altLang="en-US" dirty="0"/>
              <a:t>아래에 </a:t>
            </a:r>
            <a:r>
              <a:rPr lang="en-US" altLang="ko-KR" dirty="0"/>
              <a:t>notes.txt</a:t>
            </a:r>
            <a:r>
              <a:rPr lang="ko-KR" altLang="en-US" dirty="0"/>
              <a:t>가 보입니다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 - git diff --staged</a:t>
            </a:r>
            <a:r>
              <a:rPr lang="ko-KR" altLang="en-US" dirty="0"/>
              <a:t>에서 새 파일 내용이 </a:t>
            </a:r>
            <a:r>
              <a:rPr lang="en-US" altLang="ko-KR" dirty="0"/>
              <a:t>+</a:t>
            </a:r>
            <a:r>
              <a:rPr lang="ko-KR" altLang="en-US" dirty="0"/>
              <a:t>로 표시됩니다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여기서 중요한 문장</a:t>
            </a:r>
            <a:r>
              <a:rPr lang="en-US" altLang="ko-KR" dirty="0"/>
              <a:t>:</a:t>
            </a:r>
          </a:p>
          <a:p>
            <a:endParaRPr lang="en-US" altLang="ko-KR" dirty="0"/>
          </a:p>
          <a:p>
            <a:r>
              <a:rPr lang="en-US" altLang="ko-KR" dirty="0"/>
              <a:t>  &gt; git add</a:t>
            </a:r>
            <a:r>
              <a:rPr lang="ko-KR" altLang="en-US" dirty="0"/>
              <a:t>는 저장이 아닙니다</a:t>
            </a:r>
            <a:r>
              <a:rPr lang="en-US" altLang="ko-KR" dirty="0"/>
              <a:t>. </a:t>
            </a:r>
            <a:r>
              <a:rPr lang="ko-KR" altLang="en-US" dirty="0"/>
              <a:t>다음 </a:t>
            </a:r>
            <a:r>
              <a:rPr lang="en-US" altLang="ko-KR" dirty="0"/>
              <a:t>commit </a:t>
            </a:r>
            <a:r>
              <a:rPr lang="ko-KR" altLang="en-US" dirty="0"/>
              <a:t>후보로 올리는 것입니다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지금 상태는 정확히 </a:t>
            </a:r>
            <a:r>
              <a:rPr lang="ko-KR" altLang="en-US" dirty="0" err="1"/>
              <a:t>이겁니다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working tree: notes.txt </a:t>
            </a:r>
            <a:r>
              <a:rPr lang="ko-KR" altLang="en-US" dirty="0"/>
              <a:t>있음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staging area: notes.txt </a:t>
            </a:r>
            <a:r>
              <a:rPr lang="ko-KR" altLang="en-US" dirty="0"/>
              <a:t>올라가 있음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local history: </a:t>
            </a:r>
            <a:r>
              <a:rPr lang="ko-KR" altLang="en-US" dirty="0"/>
              <a:t>아직 </a:t>
            </a:r>
            <a:r>
              <a:rPr lang="en-US" altLang="ko-KR" dirty="0"/>
              <a:t>CH01 commit</a:t>
            </a:r>
            <a:r>
              <a:rPr lang="ko-KR" altLang="en-US" dirty="0"/>
              <a:t>까지만 있음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remote: </a:t>
            </a:r>
            <a:r>
              <a:rPr lang="ko-KR" altLang="en-US" dirty="0"/>
              <a:t>아직 </a:t>
            </a:r>
            <a:r>
              <a:rPr lang="en-US" altLang="ko-KR" dirty="0"/>
              <a:t>CH01 commit</a:t>
            </a:r>
            <a:r>
              <a:rPr lang="ko-KR" altLang="en-US" dirty="0"/>
              <a:t>까지만 있음</a:t>
            </a:r>
          </a:p>
          <a:p>
            <a:endParaRPr lang="ko-KR" altLang="en-US" dirty="0"/>
          </a:p>
          <a:p>
            <a:r>
              <a:rPr lang="ko-KR" altLang="en-US" dirty="0"/>
              <a:t>  </a:t>
            </a:r>
            <a:r>
              <a:rPr lang="en-US" altLang="ko-KR" dirty="0"/>
              <a:t>git diff --staged</a:t>
            </a:r>
            <a:r>
              <a:rPr lang="ko-KR" altLang="en-US" dirty="0"/>
              <a:t>의 이 부분을 봅시다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--- /dev/null</a:t>
            </a:r>
          </a:p>
          <a:p>
            <a:r>
              <a:rPr lang="en-US" altLang="ko-KR" dirty="0"/>
              <a:t>  +++ b/notes.txt</a:t>
            </a:r>
          </a:p>
          <a:p>
            <a:r>
              <a:rPr lang="en-US" altLang="ko-KR" dirty="0"/>
              <a:t>  @@ -0,0 +1,4 @@</a:t>
            </a:r>
          </a:p>
          <a:p>
            <a:r>
              <a:rPr lang="en-US" altLang="ko-KR" dirty="0"/>
              <a:t>  +2026-04-06 training journal</a:t>
            </a:r>
          </a:p>
          <a:p>
            <a:r>
              <a:rPr lang="en-US" altLang="ko-KR" dirty="0"/>
              <a:t>  +...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뜻은</a:t>
            </a:r>
            <a:r>
              <a:rPr lang="en-US" altLang="ko-KR" dirty="0"/>
              <a:t>:</a:t>
            </a:r>
          </a:p>
          <a:p>
            <a:endParaRPr lang="en-US" altLang="ko-KR" dirty="0"/>
          </a:p>
          <a:p>
            <a:r>
              <a:rPr lang="en-US" altLang="ko-KR" dirty="0"/>
              <a:t>  - /dev/null</a:t>
            </a:r>
            <a:r>
              <a:rPr lang="ko-KR" altLang="en-US" dirty="0"/>
              <a:t>에서 왔다 </a:t>
            </a:r>
            <a:r>
              <a:rPr lang="en-US" altLang="ko-KR" dirty="0"/>
              <a:t>= </a:t>
            </a:r>
            <a:r>
              <a:rPr lang="ko-KR" altLang="en-US" dirty="0"/>
              <a:t>이전에는 파일이 없었다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- b/notes.txt</a:t>
            </a:r>
            <a:r>
              <a:rPr lang="ko-KR" altLang="en-US" dirty="0"/>
              <a:t>로 간다 </a:t>
            </a:r>
            <a:r>
              <a:rPr lang="en-US" altLang="ko-KR" dirty="0"/>
              <a:t>= </a:t>
            </a:r>
            <a:r>
              <a:rPr lang="ko-KR" altLang="en-US" dirty="0"/>
              <a:t>새 파일이 생긴다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- + </a:t>
            </a:r>
            <a:r>
              <a:rPr lang="ko-KR" altLang="en-US" dirty="0"/>
              <a:t>줄들 </a:t>
            </a:r>
            <a:r>
              <a:rPr lang="en-US" altLang="ko-KR" dirty="0"/>
              <a:t>= </a:t>
            </a:r>
            <a:r>
              <a:rPr lang="ko-KR" altLang="en-US" dirty="0"/>
              <a:t>이번 </a:t>
            </a:r>
            <a:r>
              <a:rPr lang="en-US" altLang="ko-KR" dirty="0"/>
              <a:t>commit </a:t>
            </a:r>
            <a:r>
              <a:rPr lang="ko-KR" altLang="en-US" dirty="0"/>
              <a:t>후보에 들어갈 내용</a:t>
            </a:r>
          </a:p>
          <a:p>
            <a:endParaRPr lang="ko-KR" altLang="en-US" dirty="0"/>
          </a:p>
          <a:p>
            <a:r>
              <a:rPr lang="ko-KR" altLang="en-US" dirty="0"/>
              <a:t>  이제 </a:t>
            </a:r>
            <a:r>
              <a:rPr lang="en-US" altLang="ko-KR" dirty="0"/>
              <a:t>local history</a:t>
            </a:r>
            <a:r>
              <a:rPr lang="ko-KR" altLang="en-US" dirty="0"/>
              <a:t>를 바꾸겠습니다</a:t>
            </a:r>
            <a:r>
              <a:rPr lang="en-US" altLang="ko-KR" dirty="0"/>
              <a:t>. </a:t>
            </a:r>
            <a:r>
              <a:rPr lang="ko-KR" altLang="en-US" dirty="0"/>
              <a:t>즉 </a:t>
            </a:r>
            <a:r>
              <a:rPr lang="en-US" altLang="ko-KR" dirty="0"/>
              <a:t>commit</a:t>
            </a:r>
            <a:r>
              <a:rPr lang="ko-KR" altLang="en-US" dirty="0"/>
              <a:t>을 만듭니다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git commit -m "docs: add training journal note"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그 다음 확인합니다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git status</a:t>
            </a:r>
          </a:p>
          <a:p>
            <a:r>
              <a:rPr lang="en-US" altLang="ko-KR" dirty="0"/>
              <a:t>  git log --</a:t>
            </a:r>
            <a:r>
              <a:rPr lang="en-US" altLang="ko-KR" dirty="0" err="1"/>
              <a:t>oneline</a:t>
            </a:r>
            <a:r>
              <a:rPr lang="en-US" altLang="ko-KR" dirty="0"/>
              <a:t> --decorate -3</a:t>
            </a:r>
          </a:p>
          <a:p>
            <a:r>
              <a:rPr lang="en-US" altLang="ko-KR" dirty="0"/>
              <a:t>  git show --stat HEAD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예상 결과</a:t>
            </a:r>
            <a:r>
              <a:rPr lang="en-US" altLang="ko-KR" dirty="0"/>
              <a:t>:</a:t>
            </a:r>
          </a:p>
          <a:p>
            <a:endParaRPr lang="en-US" altLang="ko-KR" dirty="0"/>
          </a:p>
          <a:p>
            <a:r>
              <a:rPr lang="en-US" altLang="ko-KR" dirty="0"/>
              <a:t>  - </a:t>
            </a:r>
            <a:r>
              <a:rPr lang="ko-KR" altLang="en-US" dirty="0"/>
              <a:t>새 </a:t>
            </a:r>
            <a:r>
              <a:rPr lang="en-US" altLang="ko-KR" dirty="0"/>
              <a:t>commit</a:t>
            </a:r>
            <a:r>
              <a:rPr lang="ko-KR" altLang="en-US" dirty="0"/>
              <a:t>이 생깁니다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 - HEAD</a:t>
            </a:r>
            <a:r>
              <a:rPr lang="ko-KR" altLang="en-US" dirty="0"/>
              <a:t>가 새 </a:t>
            </a:r>
            <a:r>
              <a:rPr lang="en-US" altLang="ko-KR" dirty="0"/>
              <a:t>commit</a:t>
            </a:r>
            <a:r>
              <a:rPr lang="ko-KR" altLang="en-US" dirty="0"/>
              <a:t>을 가리킵니다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 - origin/main</a:t>
            </a:r>
            <a:r>
              <a:rPr lang="ko-KR" altLang="en-US" dirty="0"/>
              <a:t>은 아직 이전 </a:t>
            </a:r>
            <a:r>
              <a:rPr lang="en-US" altLang="ko-KR" dirty="0"/>
              <a:t>commit</a:t>
            </a:r>
            <a:r>
              <a:rPr lang="ko-KR" altLang="en-US" dirty="0"/>
              <a:t>에 남아 있을 수 있습니다</a:t>
            </a:r>
            <a:r>
              <a:rPr lang="en-US" altLang="ko-KR" dirty="0"/>
              <a:t>. </a:t>
            </a:r>
            <a:r>
              <a:rPr lang="ko-KR" altLang="en-US" dirty="0"/>
              <a:t>왜냐하면 아직 </a:t>
            </a:r>
            <a:r>
              <a:rPr lang="en-US" altLang="ko-KR" dirty="0"/>
              <a:t>push</a:t>
            </a:r>
            <a:r>
              <a:rPr lang="ko-KR" altLang="en-US" dirty="0"/>
              <a:t>하지 않았기 때</a:t>
            </a:r>
          </a:p>
          <a:p>
            <a:r>
              <a:rPr lang="ko-KR" altLang="en-US" dirty="0"/>
              <a:t>    문입니다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 - git show --stat HEAD</a:t>
            </a:r>
            <a:r>
              <a:rPr lang="ko-KR" altLang="en-US" dirty="0"/>
              <a:t>에는 </a:t>
            </a:r>
            <a:r>
              <a:rPr lang="en-US" altLang="ko-KR" dirty="0"/>
              <a:t>notes.txt 1</a:t>
            </a:r>
            <a:r>
              <a:rPr lang="ko-KR" altLang="en-US" dirty="0"/>
              <a:t>개 파일이 추가된 것으로 보입니다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2B9FA4A-ACE7-AC9C-33F6-2E78894611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F5256-0CCE-429A-A7C8-A659F6234E5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72097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90589-C62B-DAB2-F1C2-54CEB24A0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BC91CDF-3E63-98B4-BC70-07C8119E4C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995AA70-DEE8-4B66-C23B-E539EE8E21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C04E7AF-0250-DAF2-399C-BDDA476DF8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F5256-0CCE-429A-A7C8-A659F6234E5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22900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80FEDC-57AE-AFBA-4141-53C01EE73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1DBDFB3-CFA4-3004-5A7A-D361AEBBC0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114964-85A7-24B0-8267-6A816AE06A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F46044-701F-7CF5-4911-567F4898D9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F5256-0CCE-429A-A7C8-A659F6234E5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70386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1BB6B-2040-FC7A-2426-6FC6B9338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2CF4277-9741-225D-1EC9-57973F4D55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947AC62-46F0-E146-B886-7C8C339837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 </a:t>
            </a:r>
            <a:r>
              <a:rPr lang="en-US" altLang="ko-KR" dirty="0"/>
              <a:t>Concept: restore --staged</a:t>
            </a:r>
          </a:p>
          <a:p>
            <a:endParaRPr lang="en-US" altLang="ko-KR" dirty="0"/>
          </a:p>
          <a:p>
            <a:r>
              <a:rPr lang="en-US" altLang="ko-KR" dirty="0"/>
              <a:t>  git restore --staged &lt;file&gt;</a:t>
            </a:r>
            <a:r>
              <a:rPr lang="ko-KR" altLang="en-US" dirty="0"/>
              <a:t>은 파일 내용을 지우는 명령이 아닙니다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이 명령은</a:t>
            </a:r>
            <a:r>
              <a:rPr lang="en-US" altLang="ko-KR" dirty="0"/>
              <a:t>:</a:t>
            </a:r>
          </a:p>
          <a:p>
            <a:endParaRPr lang="en-US" altLang="ko-KR" dirty="0"/>
          </a:p>
          <a:p>
            <a:r>
              <a:rPr lang="en-US" altLang="ko-KR" dirty="0"/>
              <a:t>  staging area</a:t>
            </a:r>
            <a:r>
              <a:rPr lang="ko-KR" altLang="en-US" dirty="0"/>
              <a:t>에서만 제거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working tree </a:t>
            </a:r>
            <a:r>
              <a:rPr lang="ko-KR" altLang="en-US" dirty="0"/>
              <a:t>파일은 그대로 유지</a:t>
            </a:r>
          </a:p>
          <a:p>
            <a:endParaRPr lang="ko-KR" altLang="en-US" dirty="0"/>
          </a:p>
          <a:p>
            <a:r>
              <a:rPr lang="ko-KR" altLang="en-US" dirty="0"/>
              <a:t>  즉 “이번 </a:t>
            </a:r>
            <a:r>
              <a:rPr lang="en-US" altLang="ko-KR" dirty="0"/>
              <a:t>commit </a:t>
            </a:r>
            <a:r>
              <a:rPr lang="ko-KR" altLang="en-US" dirty="0"/>
              <a:t>후보에서만 </a:t>
            </a:r>
            <a:r>
              <a:rPr lang="ko-KR" altLang="en-US" dirty="0" err="1"/>
              <a:t>빼기”입니다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이제 </a:t>
            </a:r>
            <a:r>
              <a:rPr lang="en-US" altLang="ko-KR" dirty="0"/>
              <a:t>docs/tutorial-guide.md</a:t>
            </a:r>
            <a:r>
              <a:rPr lang="ko-KR" altLang="en-US" dirty="0"/>
              <a:t>를 추가한 뒤 일부러 </a:t>
            </a:r>
            <a:r>
              <a:rPr lang="en-US" altLang="ko-KR" dirty="0"/>
              <a:t>staging</a:t>
            </a:r>
            <a:r>
              <a:rPr lang="ko-KR" altLang="en-US" dirty="0"/>
              <a:t>했다가 되돌리겠습니다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7DEB975-B3B0-2696-B119-96A5530366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F5256-0CCE-429A-A7C8-A659F6234E52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06390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4E1B9-4DDA-A77C-7671-FB65F8461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F585801-C6C6-CF5C-5C42-18564ADC46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AE35610-79DA-B275-44DA-240813200D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 이 차이를 보려면 “다른 팀원이 </a:t>
            </a:r>
            <a:r>
              <a:rPr lang="en-US" altLang="ko-KR" dirty="0"/>
              <a:t>remote</a:t>
            </a:r>
            <a:r>
              <a:rPr lang="ko-KR" altLang="en-US" dirty="0"/>
              <a:t>에 먼저 </a:t>
            </a:r>
            <a:r>
              <a:rPr lang="en-US" altLang="ko-KR" dirty="0"/>
              <a:t>commit</a:t>
            </a:r>
            <a:r>
              <a:rPr lang="ko-KR" altLang="en-US" dirty="0"/>
              <a:t>을 올린 </a:t>
            </a:r>
            <a:r>
              <a:rPr lang="ko-KR" altLang="en-US" dirty="0" err="1"/>
              <a:t>상황”이</a:t>
            </a:r>
            <a:r>
              <a:rPr lang="ko-KR" altLang="en-US" dirty="0"/>
              <a:t> 필요합니다</a:t>
            </a:r>
            <a:r>
              <a:rPr lang="en-US" altLang="ko-KR" dirty="0"/>
              <a:t>. </a:t>
            </a:r>
            <a:r>
              <a:rPr lang="ko-KR" altLang="en-US" dirty="0"/>
              <a:t>우리가 안전하</a:t>
            </a:r>
          </a:p>
          <a:p>
            <a:r>
              <a:rPr lang="ko-KR" altLang="en-US" dirty="0"/>
              <a:t>  게 만들 수 있는 방법은 같은 </a:t>
            </a:r>
            <a:r>
              <a:rPr lang="en-US" altLang="ko-KR" dirty="0"/>
              <a:t>repo</a:t>
            </a:r>
            <a:r>
              <a:rPr lang="ko-KR" altLang="en-US" dirty="0"/>
              <a:t>를 </a:t>
            </a:r>
            <a:r>
              <a:rPr lang="en-US" altLang="ko-KR" dirty="0"/>
              <a:t>CH02 </a:t>
            </a:r>
            <a:r>
              <a:rPr lang="ko-KR" altLang="en-US" dirty="0"/>
              <a:t>폴더에 한 번 더 </a:t>
            </a:r>
            <a:r>
              <a:rPr lang="en-US" altLang="ko-KR" dirty="0"/>
              <a:t>clone</a:t>
            </a:r>
            <a:r>
              <a:rPr lang="ko-KR" altLang="en-US" dirty="0"/>
              <a:t>해서 다른 팀원 역할을 시키는</a:t>
            </a:r>
          </a:p>
          <a:p>
            <a:r>
              <a:rPr lang="ko-KR" altLang="en-US" dirty="0"/>
              <a:t>  겁니다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다음 단계는 제가 이렇게 안내할 겁니다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CH01/tutorial-collaboration-lab        = </a:t>
            </a:r>
            <a:r>
              <a:rPr lang="ko-KR" altLang="en-US" dirty="0"/>
              <a:t>내 작업 </a:t>
            </a:r>
            <a:r>
              <a:rPr lang="en-US" altLang="ko-KR" dirty="0"/>
              <a:t>repo</a:t>
            </a:r>
          </a:p>
          <a:p>
            <a:r>
              <a:rPr lang="en-US" altLang="ko-KR" dirty="0"/>
              <a:t>  CH02/tutorial-collaboration-lab-peer   = </a:t>
            </a:r>
            <a:r>
              <a:rPr lang="ko-KR" altLang="en-US" dirty="0"/>
              <a:t>다른 팀원 역할 </a:t>
            </a:r>
            <a:r>
              <a:rPr lang="en-US" altLang="ko-KR" dirty="0"/>
              <a:t>repo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58991AC-D453-12C8-F38F-8C487F8C0B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F5256-0CCE-429A-A7C8-A659F6234E52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72192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1E7EC1-FC6A-A4E0-1D3D-5FF54443D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61EFF36-264B-0344-642F-E5C99977DD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7353D04-C3A7-A845-2B1E-2685605599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 현재 </a:t>
            </a:r>
            <a:r>
              <a:rPr lang="en-US" altLang="ko-KR" dirty="0"/>
              <a:t>peer repo </a:t>
            </a:r>
            <a:r>
              <a:rPr lang="ko-KR" altLang="en-US" dirty="0"/>
              <a:t>상태</a:t>
            </a:r>
            <a:r>
              <a:rPr lang="en-US" altLang="ko-KR" dirty="0"/>
              <a:t>:</a:t>
            </a:r>
          </a:p>
          <a:p>
            <a:endParaRPr lang="en-US" altLang="ko-KR" dirty="0"/>
          </a:p>
          <a:p>
            <a:r>
              <a:rPr lang="en-US" altLang="ko-KR" dirty="0"/>
              <a:t>  b9c683e (HEAD -&gt; main, origin/main, origin/HEAD) docs: add tutorial workflow guide</a:t>
            </a:r>
          </a:p>
          <a:p>
            <a:r>
              <a:rPr lang="en-US" altLang="ko-KR" dirty="0"/>
              <a:t>  8f90074 docs: add training journal note</a:t>
            </a:r>
          </a:p>
          <a:p>
            <a:r>
              <a:rPr lang="en-US" altLang="ko-KR" dirty="0"/>
              <a:t>  d116b8b ch01: initialize tutorial collaboration seed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의미</a:t>
            </a:r>
            <a:r>
              <a:rPr lang="en-US" altLang="ko-KR" dirty="0"/>
              <a:t>:</a:t>
            </a:r>
          </a:p>
          <a:p>
            <a:endParaRPr lang="en-US" altLang="ko-KR" dirty="0"/>
          </a:p>
          <a:p>
            <a:r>
              <a:rPr lang="en-US" altLang="ko-KR" dirty="0"/>
              <a:t>  - peer repo</a:t>
            </a:r>
            <a:r>
              <a:rPr lang="ko-KR" altLang="en-US" dirty="0"/>
              <a:t>의 </a:t>
            </a:r>
            <a:r>
              <a:rPr lang="en-US" altLang="ko-KR" dirty="0"/>
              <a:t>local main</a:t>
            </a:r>
            <a:r>
              <a:rPr lang="ko-KR" altLang="en-US" dirty="0"/>
              <a:t>은 </a:t>
            </a:r>
            <a:r>
              <a:rPr lang="en-US" altLang="ko-KR" dirty="0"/>
              <a:t>b9c683e</a:t>
            </a:r>
          </a:p>
          <a:p>
            <a:r>
              <a:rPr lang="en-US" altLang="ko-KR" dirty="0"/>
              <a:t>  - peer repo</a:t>
            </a:r>
            <a:r>
              <a:rPr lang="ko-KR" altLang="en-US" dirty="0"/>
              <a:t>가 알고 있는 </a:t>
            </a:r>
            <a:r>
              <a:rPr lang="en-US" altLang="ko-KR" dirty="0"/>
              <a:t>origin/main</a:t>
            </a:r>
            <a:r>
              <a:rPr lang="ko-KR" altLang="en-US" dirty="0"/>
              <a:t>도 </a:t>
            </a:r>
            <a:r>
              <a:rPr lang="en-US" altLang="ko-KR" dirty="0"/>
              <a:t>b9c683e</a:t>
            </a:r>
          </a:p>
          <a:p>
            <a:r>
              <a:rPr lang="en-US" altLang="ko-KR" dirty="0"/>
              <a:t>  - </a:t>
            </a:r>
            <a:r>
              <a:rPr lang="ko-KR" altLang="en-US" dirty="0"/>
              <a:t>즉 </a:t>
            </a:r>
            <a:r>
              <a:rPr lang="en-US" altLang="ko-KR" dirty="0"/>
              <a:t>peer repo</a:t>
            </a:r>
            <a:r>
              <a:rPr lang="ko-KR" altLang="en-US" dirty="0"/>
              <a:t>도 </a:t>
            </a:r>
            <a:r>
              <a:rPr lang="en-US" altLang="ko-KR" dirty="0"/>
              <a:t>remote</a:t>
            </a:r>
            <a:r>
              <a:rPr lang="ko-KR" altLang="en-US" dirty="0"/>
              <a:t>와 동기화되어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이제 이 </a:t>
            </a:r>
            <a:r>
              <a:rPr lang="en-US" altLang="ko-KR" dirty="0"/>
              <a:t>peer repo</a:t>
            </a:r>
            <a:r>
              <a:rPr lang="ko-KR" altLang="en-US" dirty="0"/>
              <a:t>를 다른 팀원 역할로 사용합니다</a:t>
            </a:r>
            <a:r>
              <a:rPr lang="en-US" altLang="ko-KR" dirty="0"/>
              <a:t>. </a:t>
            </a:r>
            <a:r>
              <a:rPr lang="ko-KR" altLang="en-US" dirty="0"/>
              <a:t>목표는 </a:t>
            </a:r>
            <a:r>
              <a:rPr lang="en-US" altLang="ko-KR" dirty="0"/>
              <a:t>remote</a:t>
            </a:r>
            <a:r>
              <a:rPr lang="ko-KR" altLang="en-US" dirty="0"/>
              <a:t>를 한 </a:t>
            </a:r>
            <a:r>
              <a:rPr lang="en-US" altLang="ko-KR" dirty="0"/>
              <a:t>commit </a:t>
            </a:r>
            <a:r>
              <a:rPr lang="ko-KR" altLang="en-US" dirty="0"/>
              <a:t>앞서게 만드는 것</a:t>
            </a:r>
          </a:p>
          <a:p>
            <a:r>
              <a:rPr lang="ko-KR" altLang="en-US" dirty="0"/>
              <a:t>  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5D04A22-EBEC-5942-CAD3-6844D8D258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F5256-0CCE-429A-A7C8-A659F6234E52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62312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peer repo</a:t>
            </a:r>
            <a:r>
              <a:rPr lang="ko-KR" altLang="en-US" dirty="0"/>
              <a:t>가 </a:t>
            </a:r>
            <a:r>
              <a:rPr lang="en-US" altLang="ko-KR" dirty="0"/>
              <a:t>remote</a:t>
            </a:r>
            <a:r>
              <a:rPr lang="ko-KR" altLang="en-US" dirty="0"/>
              <a:t>에 새 </a:t>
            </a:r>
            <a:r>
              <a:rPr lang="en-US" altLang="ko-KR" dirty="0"/>
              <a:t>commit</a:t>
            </a:r>
            <a:r>
              <a:rPr lang="ko-KR" altLang="en-US" dirty="0"/>
              <a:t>을 올렸습니다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새 </a:t>
            </a:r>
            <a:r>
              <a:rPr lang="en-US" altLang="ko-KR" dirty="0"/>
              <a:t>remote commit:</a:t>
            </a:r>
          </a:p>
          <a:p>
            <a:endParaRPr lang="en-US" altLang="ko-KR" dirty="0"/>
          </a:p>
          <a:p>
            <a:r>
              <a:rPr lang="en-US" altLang="ko-KR" dirty="0"/>
              <a:t>  8d17e51 docs: add peer fetch practice note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이제 아주 중요한 상태가 만들어졌습니다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제가 원래 </a:t>
            </a:r>
            <a:r>
              <a:rPr lang="en-US" altLang="ko-KR" dirty="0"/>
              <a:t>repo</a:t>
            </a:r>
            <a:r>
              <a:rPr lang="ko-KR" altLang="en-US" dirty="0"/>
              <a:t>를 확인해 보니</a:t>
            </a:r>
            <a:r>
              <a:rPr lang="en-US" altLang="ko-KR" dirty="0"/>
              <a:t>, </a:t>
            </a:r>
            <a:r>
              <a:rPr lang="ko-KR" altLang="en-US" dirty="0"/>
              <a:t>원래 </a:t>
            </a:r>
            <a:r>
              <a:rPr lang="en-US" altLang="ko-KR" dirty="0"/>
              <a:t>repo</a:t>
            </a:r>
            <a:r>
              <a:rPr lang="ko-KR" altLang="en-US" dirty="0"/>
              <a:t>는 아직 이렇게 알고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HEAD -&gt; main -&gt; b9c683e</a:t>
            </a:r>
          </a:p>
          <a:p>
            <a:r>
              <a:rPr lang="en-US" altLang="ko-KR" dirty="0"/>
              <a:t>  origin/main -&gt; b9c683e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그런데 실제 </a:t>
            </a:r>
            <a:r>
              <a:rPr lang="en-US" altLang="ko-KR" dirty="0"/>
              <a:t>GitLab remote</a:t>
            </a:r>
            <a:r>
              <a:rPr lang="ko-KR" altLang="en-US" dirty="0"/>
              <a:t>는 이미 이렇게 앞서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GitLab main -&gt; 8d17e51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즉</a:t>
            </a:r>
            <a:r>
              <a:rPr lang="en-US" altLang="ko-KR" dirty="0"/>
              <a:t>: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원래 </a:t>
            </a:r>
            <a:r>
              <a:rPr lang="en-US" altLang="ko-KR" dirty="0"/>
              <a:t>repo</a:t>
            </a:r>
            <a:r>
              <a:rPr lang="ko-KR" altLang="en-US" dirty="0"/>
              <a:t>의 </a:t>
            </a:r>
            <a:r>
              <a:rPr lang="en-US" altLang="ko-KR" dirty="0"/>
              <a:t>origin/main </a:t>
            </a:r>
            <a:r>
              <a:rPr lang="ko-KR" altLang="en-US" dirty="0"/>
              <a:t>정보 </a:t>
            </a:r>
            <a:r>
              <a:rPr lang="en-US" altLang="ko-KR" dirty="0"/>
              <a:t>= </a:t>
            </a:r>
            <a:r>
              <a:rPr lang="ko-KR" altLang="en-US" dirty="0"/>
              <a:t>오래됨</a:t>
            </a:r>
          </a:p>
          <a:p>
            <a:r>
              <a:rPr lang="ko-KR" altLang="en-US" dirty="0"/>
              <a:t>  실제 </a:t>
            </a:r>
            <a:r>
              <a:rPr lang="en-US" altLang="ko-KR" dirty="0"/>
              <a:t>GitLab origin/main     = </a:t>
            </a:r>
            <a:r>
              <a:rPr lang="ko-KR" altLang="en-US" dirty="0"/>
              <a:t>새 </a:t>
            </a:r>
            <a:r>
              <a:rPr lang="en-US" altLang="ko-KR" dirty="0"/>
              <a:t>commit </a:t>
            </a:r>
            <a:r>
              <a:rPr lang="ko-KR" altLang="en-US" dirty="0"/>
              <a:t>있음</a:t>
            </a:r>
          </a:p>
          <a:p>
            <a:endParaRPr lang="ko-KR" altLang="en-US" dirty="0"/>
          </a:p>
          <a:p>
            <a:r>
              <a:rPr lang="ko-KR" altLang="en-US" dirty="0"/>
              <a:t>  이 차이를 업데이트하는 명령이 </a:t>
            </a:r>
            <a:r>
              <a:rPr lang="en-US" altLang="ko-KR" b="1" dirty="0"/>
              <a:t>git fetch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F5256-0CCE-429A-A7C8-A659F6234E52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58572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8B082-AB25-D5C2-7BE1-DE0348FB4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9A5623E-2B0A-DBBC-677E-A20FB54735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0816DFB-09A8-2A12-8937-4FF05BAB88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 예상되는 핵심 변화</a:t>
            </a:r>
            <a:r>
              <a:rPr lang="en-US" altLang="ko-KR" dirty="0"/>
              <a:t>:</a:t>
            </a:r>
          </a:p>
          <a:p>
            <a:endParaRPr lang="en-US" altLang="ko-KR" dirty="0"/>
          </a:p>
          <a:p>
            <a:r>
              <a:rPr lang="en-US" altLang="ko-KR" dirty="0"/>
              <a:t>  fetch </a:t>
            </a:r>
            <a:r>
              <a:rPr lang="ko-KR" altLang="en-US" dirty="0"/>
              <a:t>전</a:t>
            </a:r>
            <a:r>
              <a:rPr lang="en-US" altLang="ko-KR" dirty="0"/>
              <a:t>:</a:t>
            </a:r>
          </a:p>
          <a:p>
            <a:endParaRPr lang="en-US" altLang="ko-KR" dirty="0"/>
          </a:p>
          <a:p>
            <a:r>
              <a:rPr lang="en-US" altLang="ko-KR" dirty="0"/>
              <a:t>  HEAD -&gt; main, origin/main -&gt; b9c683e</a:t>
            </a:r>
          </a:p>
          <a:p>
            <a:endParaRPr lang="en-US" altLang="ko-KR" dirty="0"/>
          </a:p>
          <a:p>
            <a:r>
              <a:rPr lang="en-US" altLang="ko-KR" dirty="0"/>
              <a:t>  fetch </a:t>
            </a:r>
            <a:r>
              <a:rPr lang="ko-KR" altLang="en-US" dirty="0"/>
              <a:t>후</a:t>
            </a:r>
            <a:r>
              <a:rPr lang="en-US" altLang="ko-KR" dirty="0"/>
              <a:t>:</a:t>
            </a:r>
          </a:p>
          <a:p>
            <a:endParaRPr lang="en-US" altLang="ko-KR" dirty="0"/>
          </a:p>
          <a:p>
            <a:r>
              <a:rPr lang="en-US" altLang="ko-KR" dirty="0"/>
              <a:t>  HEAD -&gt; main -&gt; b9c683e</a:t>
            </a:r>
          </a:p>
          <a:p>
            <a:r>
              <a:rPr lang="en-US" altLang="ko-KR" dirty="0"/>
              <a:t>  origin/main -&gt; 8d17e51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즉 </a:t>
            </a:r>
            <a:r>
              <a:rPr lang="en-US" altLang="ko-KR" dirty="0"/>
              <a:t>fetch</a:t>
            </a:r>
            <a:r>
              <a:rPr lang="ko-KR" altLang="en-US" dirty="0"/>
              <a:t>는 </a:t>
            </a:r>
            <a:r>
              <a:rPr lang="en-US" altLang="ko-KR" dirty="0"/>
              <a:t>remote </a:t>
            </a:r>
            <a:r>
              <a:rPr lang="ko-KR" altLang="en-US" dirty="0"/>
              <a:t>정보를 가져오지만</a:t>
            </a:r>
            <a:r>
              <a:rPr lang="en-US" altLang="ko-KR" dirty="0"/>
              <a:t>, </a:t>
            </a:r>
            <a:r>
              <a:rPr lang="ko-KR" altLang="en-US" dirty="0"/>
              <a:t>내 </a:t>
            </a:r>
            <a:r>
              <a:rPr lang="en-US" altLang="ko-KR" dirty="0"/>
              <a:t>main</a:t>
            </a:r>
            <a:r>
              <a:rPr lang="ko-KR" altLang="en-US" dirty="0"/>
              <a:t>과 </a:t>
            </a:r>
            <a:r>
              <a:rPr lang="en-US" altLang="ko-KR" dirty="0"/>
              <a:t>working tree</a:t>
            </a:r>
            <a:r>
              <a:rPr lang="ko-KR" altLang="en-US" dirty="0"/>
              <a:t>는 아직 바꾸지 않습니다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• </a:t>
            </a:r>
            <a:r>
              <a:rPr lang="ko-KR" altLang="en-US" dirty="0"/>
              <a:t>좋습니다</a:t>
            </a:r>
            <a:r>
              <a:rPr lang="en-US" altLang="ko-KR" dirty="0"/>
              <a:t>. </a:t>
            </a:r>
            <a:r>
              <a:rPr lang="ko-KR" altLang="en-US" dirty="0"/>
              <a:t>지금 상태가 바로 </a:t>
            </a:r>
            <a:r>
              <a:rPr lang="en-US" altLang="ko-KR" dirty="0"/>
              <a:t>fetch</a:t>
            </a:r>
            <a:r>
              <a:rPr lang="ko-KR" altLang="en-US" dirty="0"/>
              <a:t>의 핵심입니다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현재 원래 </a:t>
            </a:r>
            <a:r>
              <a:rPr lang="en-US" altLang="ko-KR" dirty="0"/>
              <a:t>repo </a:t>
            </a:r>
            <a:r>
              <a:rPr lang="ko-KR" altLang="en-US" dirty="0"/>
              <a:t>상태</a:t>
            </a:r>
            <a:r>
              <a:rPr lang="en-US" altLang="ko-KR" dirty="0"/>
              <a:t>:</a:t>
            </a:r>
          </a:p>
          <a:p>
            <a:endParaRPr lang="en-US" altLang="ko-KR" dirty="0"/>
          </a:p>
          <a:p>
            <a:r>
              <a:rPr lang="en-US" altLang="ko-KR" dirty="0"/>
              <a:t>  origin/main -&gt; 8d17e51</a:t>
            </a:r>
          </a:p>
          <a:p>
            <a:r>
              <a:rPr lang="en-US" altLang="ko-KR" dirty="0"/>
              <a:t>  HEAD -&gt; main -&gt; b9c683e</a:t>
            </a:r>
          </a:p>
          <a:p>
            <a:endParaRPr lang="en-US" altLang="ko-KR" dirty="0"/>
          </a:p>
          <a:p>
            <a:r>
              <a:rPr lang="en-US" altLang="ko-KR" dirty="0"/>
              <a:t>  git branch -</a:t>
            </a:r>
            <a:r>
              <a:rPr lang="en-US" altLang="ko-KR" dirty="0" err="1"/>
              <a:t>vv</a:t>
            </a:r>
            <a:r>
              <a:rPr lang="ko-KR" altLang="en-US" dirty="0"/>
              <a:t>도 이렇게 말합니다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main b9c683e [origin/main: behind 1]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뜻은</a:t>
            </a:r>
            <a:r>
              <a:rPr lang="en-US" altLang="ko-KR" dirty="0"/>
              <a:t>:</a:t>
            </a:r>
          </a:p>
          <a:p>
            <a:endParaRPr lang="en-US" altLang="ko-KR" dirty="0"/>
          </a:p>
          <a:p>
            <a:r>
              <a:rPr lang="en-US" altLang="ko-KR" dirty="0"/>
              <a:t>  - git fetch origin</a:t>
            </a:r>
            <a:r>
              <a:rPr lang="ko-KR" altLang="en-US" dirty="0"/>
              <a:t>이 </a:t>
            </a:r>
            <a:r>
              <a:rPr lang="en-US" altLang="ko-KR" dirty="0"/>
              <a:t>GitLab</a:t>
            </a:r>
            <a:r>
              <a:rPr lang="ko-KR" altLang="en-US" dirty="0"/>
              <a:t>의 새 </a:t>
            </a:r>
            <a:r>
              <a:rPr lang="en-US" altLang="ko-KR" dirty="0"/>
              <a:t>commit 8d17e51 </a:t>
            </a:r>
            <a:r>
              <a:rPr lang="ko-KR" altLang="en-US" dirty="0"/>
              <a:t>정보를 가져왔습니다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 - </a:t>
            </a:r>
            <a:r>
              <a:rPr lang="ko-KR" altLang="en-US" dirty="0"/>
              <a:t>그래서 </a:t>
            </a:r>
            <a:r>
              <a:rPr lang="en-US" altLang="ko-KR" dirty="0"/>
              <a:t>origin/main</a:t>
            </a:r>
            <a:r>
              <a:rPr lang="ko-KR" altLang="en-US" dirty="0"/>
              <a:t>은 앞으로 이동했습니다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 - </a:t>
            </a:r>
            <a:r>
              <a:rPr lang="ko-KR" altLang="en-US" dirty="0"/>
              <a:t>하지만 내 </a:t>
            </a:r>
            <a:r>
              <a:rPr lang="en-US" altLang="ko-KR" dirty="0"/>
              <a:t>local main</a:t>
            </a:r>
            <a:r>
              <a:rPr lang="ko-KR" altLang="en-US" dirty="0"/>
              <a:t>은 아직 </a:t>
            </a:r>
            <a:r>
              <a:rPr lang="en-US" altLang="ko-KR" dirty="0"/>
              <a:t>b9c683e</a:t>
            </a:r>
            <a:r>
              <a:rPr lang="ko-KR" altLang="en-US" dirty="0"/>
              <a:t>에 그대로 있습니다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 - working tree</a:t>
            </a:r>
            <a:r>
              <a:rPr lang="ko-KR" altLang="en-US" dirty="0"/>
              <a:t>도 바뀌지 않았습니다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이게 </a:t>
            </a:r>
            <a:r>
              <a:rPr lang="en-US" altLang="ko-KR" dirty="0"/>
              <a:t>fetch</a:t>
            </a:r>
            <a:r>
              <a:rPr lang="ko-KR" altLang="en-US" dirty="0"/>
              <a:t>의 핵심입니다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&gt; fetch</a:t>
            </a:r>
            <a:r>
              <a:rPr lang="ko-KR" altLang="en-US" dirty="0"/>
              <a:t>는 </a:t>
            </a:r>
            <a:r>
              <a:rPr lang="en-US" altLang="ko-KR" dirty="0"/>
              <a:t>remote </a:t>
            </a:r>
            <a:r>
              <a:rPr lang="ko-KR" altLang="en-US" dirty="0"/>
              <a:t>정보를 갱신하지만</a:t>
            </a:r>
            <a:r>
              <a:rPr lang="en-US" altLang="ko-KR" dirty="0"/>
              <a:t>, </a:t>
            </a:r>
            <a:r>
              <a:rPr lang="ko-KR" altLang="en-US" dirty="0"/>
              <a:t>내 작업 파일과 </a:t>
            </a:r>
            <a:r>
              <a:rPr lang="en-US" altLang="ko-KR" dirty="0"/>
              <a:t>local branch</a:t>
            </a:r>
            <a:r>
              <a:rPr lang="ko-KR" altLang="en-US" dirty="0"/>
              <a:t>는 바로 섞지 않는다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그리고 </a:t>
            </a:r>
            <a:r>
              <a:rPr lang="en-US" altLang="ko-KR" dirty="0"/>
              <a:t>vi .\notes.txt</a:t>
            </a:r>
            <a:r>
              <a:rPr lang="ko-KR" altLang="en-US" dirty="0"/>
              <a:t>를 열었지만 실제 수정은 없었습니다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nothing to commit, working tree clean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5F3BD71-AD58-2557-AC9F-C479632B11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F5256-0CCE-429A-A7C8-A659F6234E52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31506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FB541-3213-3D38-42AE-49B8CC135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BC0945C-675D-E76F-FE98-8F99BE10EC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C66491E-ED0E-5F78-6DB5-2CF9D7AFED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• </a:t>
            </a:r>
            <a:r>
              <a:rPr lang="ko-KR" altLang="en-US" dirty="0"/>
              <a:t>좋습니다</a:t>
            </a:r>
            <a:r>
              <a:rPr lang="en-US" altLang="ko-KR" dirty="0"/>
              <a:t>. </a:t>
            </a:r>
            <a:r>
              <a:rPr lang="ko-KR" altLang="en-US" dirty="0"/>
              <a:t>지금 상태가 바로 </a:t>
            </a:r>
            <a:r>
              <a:rPr lang="en-US" altLang="ko-KR" dirty="0"/>
              <a:t>fetch</a:t>
            </a:r>
            <a:r>
              <a:rPr lang="ko-KR" altLang="en-US" dirty="0"/>
              <a:t>의 핵심입니다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현재 원래 </a:t>
            </a:r>
            <a:r>
              <a:rPr lang="en-US" altLang="ko-KR" dirty="0"/>
              <a:t>repo </a:t>
            </a:r>
            <a:r>
              <a:rPr lang="ko-KR" altLang="en-US" dirty="0"/>
              <a:t>상태</a:t>
            </a:r>
            <a:r>
              <a:rPr lang="en-US" altLang="ko-KR" dirty="0"/>
              <a:t>:</a:t>
            </a:r>
          </a:p>
          <a:p>
            <a:endParaRPr lang="en-US" altLang="ko-KR" dirty="0"/>
          </a:p>
          <a:p>
            <a:r>
              <a:rPr lang="en-US" altLang="ko-KR" dirty="0"/>
              <a:t>  - working tree</a:t>
            </a:r>
            <a:r>
              <a:rPr lang="ko-KR" altLang="en-US" dirty="0"/>
              <a:t>도 바뀌지 않았습니다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이게 </a:t>
            </a:r>
            <a:r>
              <a:rPr lang="en-US" altLang="ko-KR" dirty="0"/>
              <a:t>fetch</a:t>
            </a:r>
            <a:r>
              <a:rPr lang="ko-KR" altLang="en-US" dirty="0"/>
              <a:t>의 핵심입니다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그리고 </a:t>
            </a:r>
            <a:r>
              <a:rPr lang="en-US" altLang="ko-KR" dirty="0"/>
              <a:t>vi .\notes.txt</a:t>
            </a:r>
            <a:r>
              <a:rPr lang="ko-KR" altLang="en-US" dirty="0"/>
              <a:t>를 열었지만 실제 수정은 없었습니다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nothing to commit, working tree clean</a:t>
            </a:r>
          </a:p>
          <a:p>
            <a:r>
              <a:rPr lang="en-US" altLang="ko-KR" dirty="0"/>
              <a:t>  git pull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예상 결과</a:t>
            </a:r>
            <a:r>
              <a:rPr lang="en-US" altLang="ko-KR" dirty="0"/>
              <a:t>:</a:t>
            </a:r>
          </a:p>
          <a:p>
            <a:endParaRPr lang="en-US" altLang="ko-KR" dirty="0"/>
          </a:p>
          <a:p>
            <a:r>
              <a:rPr lang="en-US" altLang="ko-KR" dirty="0"/>
              <a:t>  HEAD -&gt; main -&gt; origin/main -&gt; 8d17e51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그리고 </a:t>
            </a:r>
            <a:r>
              <a:rPr lang="en-US" altLang="ko-KR" dirty="0"/>
              <a:t>notes.txt </a:t>
            </a:r>
            <a:r>
              <a:rPr lang="ko-KR" altLang="en-US" dirty="0"/>
              <a:t>마지막에 </a:t>
            </a:r>
            <a:r>
              <a:rPr lang="en-US" altLang="ko-KR" dirty="0"/>
              <a:t>peer repo</a:t>
            </a:r>
            <a:r>
              <a:rPr lang="ko-KR" altLang="en-US" dirty="0"/>
              <a:t>에서 추가한 줄이 보여야 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- Peer added a remote update for fetch practice.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DC47DEB-96D6-28D3-7B44-DB1C9873B2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F5256-0CCE-429A-A7C8-A659F6234E52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35229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E6D63-3D5A-A95F-92F6-8F1FE0874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90C6DF8-287C-A7E3-E6D7-ADB7875790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1CC97CD-28AA-FDBF-7E44-4E72F53A97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BD2AE7E-660D-4FAA-5EB1-4011CCB604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F5256-0CCE-429A-A7C8-A659F6234E52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49990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E65B19-4C78-A2A5-80BD-7C8ED8445D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69F02A5-E86C-BEEB-A2B8-71A0EEB2BA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D197F77-1263-51CD-63FB-94266A2DA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DE368-444E-451D-9C6B-D2B7B9FFC4DA}" type="datetimeFigureOut">
              <a:rPr lang="ko-KR" altLang="en-US" smtClean="0"/>
              <a:t>2026-04-26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CA0AFBA-7877-B219-B096-DF23E1BD2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BA077A9-5DB0-31FB-8417-93E291AF8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AC515-98E2-42D1-99DC-9DD3884A18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2325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0C0DA1-AC28-C56F-BC40-55AD775F3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6B527D-78B9-04D3-F194-FA3E8BA6AF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5ADA66-8ABA-A7A7-795D-5135D31FB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DE368-444E-451D-9C6B-D2B7B9FFC4DA}" type="datetimeFigureOut">
              <a:rPr lang="ko-KR" altLang="en-US" smtClean="0"/>
              <a:t>2026-04-26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4C713E6-5BBD-716C-61EE-26A94F504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9497157-9249-0EA9-AF5D-2F37D7E02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AC515-98E2-42D1-99DC-9DD3884A18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97443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CE6EF6-7AC4-98F5-7DE7-E5D01CF7A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578DEB5-1A6F-B22E-D4C3-0E3EE4EDA1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C0B7F50-5497-DC90-C05C-9F36758B0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DE368-444E-451D-9C6B-D2B7B9FFC4DA}" type="datetimeFigureOut">
              <a:rPr lang="ko-KR" altLang="en-US" smtClean="0"/>
              <a:t>2026-04-26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7E72AC-3E54-B69C-41AA-95FB7EA3B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AD98425-812C-1447-EFB8-C794B3030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AC515-98E2-42D1-99DC-9DD3884A18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9636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ACF45A-C72E-5C3A-09BC-1FA75C4E7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457FCF9-298A-F14E-D4AD-CD9F845163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D9A05F7-98BC-8DCA-A164-B6192943B8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AAAF513-8BE9-03B5-5C0F-3EE4CE8CB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DE368-444E-451D-9C6B-D2B7B9FFC4DA}" type="datetimeFigureOut">
              <a:rPr lang="ko-KR" altLang="en-US" smtClean="0"/>
              <a:t>2026-04-26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E1B8ABF-8C73-D58B-EBB3-8E689D994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5F17975-267F-DC84-CA6A-7F40D4231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AC515-98E2-42D1-99DC-9DD3884A18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6229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ABA91B-75D6-D442-D87A-538022DAF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55635C6-4084-1094-CB25-C158F00833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47489C8-FC4E-8968-35B7-3BE3E511DA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E521A93-1D12-E962-E4F4-43E2806EBE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333BC45-CC10-2417-6E1A-D1A0746039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08A1CB4-6C31-D358-5236-E336E2A3B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DE368-444E-451D-9C6B-D2B7B9FFC4DA}" type="datetimeFigureOut">
              <a:rPr lang="ko-KR" altLang="en-US" smtClean="0"/>
              <a:t>2026-04-26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C48EBC3-6666-3CD5-BE6F-C13DA145C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4F450E0-D3FD-0F22-FE86-43A1B6037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AC515-98E2-42D1-99DC-9DD3884A18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0022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B21C64-C2AC-5437-4207-EC54988FE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77D9F3D-80A4-9182-8D0C-E30720437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DE368-444E-451D-9C6B-D2B7B9FFC4DA}" type="datetimeFigureOut">
              <a:rPr lang="ko-KR" altLang="en-US" smtClean="0"/>
              <a:t>2026-04-26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EC1CD10-BC5E-2CC8-2FB9-1DE95792D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AB7B3C2-DB3A-5E9F-E6D2-E9708BCE6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AC515-98E2-42D1-99DC-9DD3884A18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74544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6F3FFF1-5B90-9691-B57D-0F97420FA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DE368-444E-451D-9C6B-D2B7B9FFC4DA}" type="datetimeFigureOut">
              <a:rPr lang="ko-KR" altLang="en-US" smtClean="0"/>
              <a:t>2026-04-26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0DF93EE-6974-DD36-83F8-CAEA6176E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E8EE5A-BE11-8843-4AAE-AC7D87969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AC515-98E2-42D1-99DC-9DD3884A18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23323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FB4063-249D-3C14-0C7E-E53557C40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C067EE-316C-0414-0326-9370C2F7B3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89AB8AF-5B65-D0CA-6F91-F819949447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BF8E055-F626-ADF2-CA6E-DB0039C07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DE368-444E-451D-9C6B-D2B7B9FFC4DA}" type="datetimeFigureOut">
              <a:rPr lang="ko-KR" altLang="en-US" smtClean="0"/>
              <a:t>2026-04-26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98A552F-1AF5-DDD9-320D-BD2E2B82F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9551E1B-932B-AF23-5DF4-989CE3F52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AC515-98E2-42D1-99DC-9DD3884A18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5407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DAB406-CF0F-7AC0-8E4A-E33A8A57B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5237C7D-B5D1-B860-CC8D-65C3357C16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9DD0A0F-BEF9-852D-233C-CA1A65CC4B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E671F9B-80E5-BE9F-F837-9262290A1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DE368-444E-451D-9C6B-D2B7B9FFC4DA}" type="datetimeFigureOut">
              <a:rPr lang="ko-KR" altLang="en-US" smtClean="0"/>
              <a:t>2026-04-26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763CFD2-F6AF-CAA0-7E19-293886E6C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87DCA3D-B1AA-934A-CC54-D01EDD5E3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AC515-98E2-42D1-99DC-9DD3884A18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6293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88F18C-D8F0-DBD0-7ABE-FEE9566D1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EE92FB4-5D92-F035-489C-D98B5CF4EE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EEF685F-4AF7-CD3C-146C-4E3D043E8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DE368-444E-451D-9C6B-D2B7B9FFC4DA}" type="datetimeFigureOut">
              <a:rPr lang="ko-KR" altLang="en-US" smtClean="0"/>
              <a:t>2026-04-26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6577C58-9456-D974-DCAF-372546504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6ECE4E9-8CA8-F569-2760-4774C3079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AC515-98E2-42D1-99DC-9DD3884A18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28843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1C9E524-7D58-3DA0-06BC-D6F39864FE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C91B66A-B3F9-0E71-17B4-AB0A7F627A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A9505D5-E32C-32A6-8B6F-A6D685629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DE368-444E-451D-9C6B-D2B7B9FFC4DA}" type="datetimeFigureOut">
              <a:rPr lang="ko-KR" altLang="en-US" smtClean="0"/>
              <a:t>2026-04-26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68E3967-10D3-2B8C-F821-886637066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212773-A391-88B9-850F-C6C7F6598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AC515-98E2-42D1-99DC-9DD3884A18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70588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AFFC646-A781-6FE8-7E70-7645D6BEB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6DB6977-A980-B70A-312F-A876A70CBD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E1A21BC-8414-FD19-3E12-9A1751BEFB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0DE368-444E-451D-9C6B-D2B7B9FFC4DA}" type="datetimeFigureOut">
              <a:rPr lang="ko-KR" altLang="en-US" smtClean="0"/>
              <a:t>2026-04-26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9413FA7-1C36-FDDE-9045-7EA79EF87C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F1E556-AB10-D74B-8161-4F64A1DE15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EAC515-98E2-42D1-99DC-9DD3884A18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6878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D0BE26-4A7C-353F-2A4B-190BADB7ED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Ch02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5DE8209-160B-485B-108B-EB4F3B0BDF7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CH02. Local Workflow and Core Commands</a:t>
            </a:r>
          </a:p>
          <a:p>
            <a:r>
              <a:rPr lang="en-US" altLang="ko-KR" dirty="0"/>
              <a:t>status -&gt; diff -&gt; add -&gt; commit -&gt; push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078941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2DE8B6-87E1-1144-ACFE-EC33127F7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Contents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2A6AA1C-AE22-F179-238B-6060BE28FF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>
              <a:spcBef>
                <a:spcPts val="0"/>
              </a:spcBef>
            </a:pPr>
            <a:r>
              <a:rPr lang="en-US" altLang="ko-KR" dirty="0"/>
              <a:t> CH02</a:t>
            </a:r>
            <a:r>
              <a:rPr lang="ko-KR" altLang="en-US" dirty="0"/>
              <a:t>는 가장 중요한 기본 루프를 몸에 익히는 장입니다</a:t>
            </a:r>
            <a:r>
              <a:rPr lang="en-US" altLang="ko-KR" dirty="0"/>
              <a:t>.</a:t>
            </a:r>
          </a:p>
          <a:p>
            <a:pPr>
              <a:spcBef>
                <a:spcPts val="0"/>
              </a:spcBef>
            </a:pPr>
            <a:endParaRPr lang="en-US" altLang="ko-KR" dirty="0"/>
          </a:p>
          <a:p>
            <a:pPr>
              <a:spcBef>
                <a:spcPts val="0"/>
              </a:spcBef>
            </a:pPr>
            <a:r>
              <a:rPr lang="en-US" altLang="ko-KR" dirty="0"/>
              <a:t>  status -&gt; diff -&gt; add -&gt; commit -&gt; show -&gt; push</a:t>
            </a:r>
          </a:p>
          <a:p>
            <a:pPr>
              <a:spcBef>
                <a:spcPts val="0"/>
              </a:spcBef>
            </a:pPr>
            <a:endParaRPr lang="en-US" altLang="ko-KR" dirty="0"/>
          </a:p>
          <a:p>
            <a:pPr>
              <a:spcBef>
                <a:spcPts val="0"/>
              </a:spcBef>
            </a:pPr>
            <a:r>
              <a:rPr lang="en-US" altLang="ko-KR" dirty="0"/>
              <a:t>  CH01</a:t>
            </a:r>
            <a:r>
              <a:rPr lang="ko-KR" altLang="en-US" dirty="0"/>
              <a:t>에서는 저장소를 만들고 첫 </a:t>
            </a:r>
            <a:r>
              <a:rPr lang="en-US" altLang="ko-KR" dirty="0"/>
              <a:t>commit</a:t>
            </a:r>
            <a:r>
              <a:rPr lang="ko-KR" altLang="en-US" dirty="0"/>
              <a:t>을 </a:t>
            </a:r>
            <a:r>
              <a:rPr lang="en-US" altLang="ko-KR" dirty="0"/>
              <a:t>remote</a:t>
            </a:r>
            <a:r>
              <a:rPr lang="ko-KR" altLang="en-US" dirty="0"/>
              <a:t>에 올렸습니다</a:t>
            </a:r>
            <a:r>
              <a:rPr lang="en-US" altLang="ko-KR" dirty="0"/>
              <a:t>. CH02</a:t>
            </a:r>
            <a:r>
              <a:rPr lang="ko-KR" altLang="en-US" dirty="0"/>
              <a:t>에서는 이제 “파일을 바꿨을</a:t>
            </a:r>
          </a:p>
          <a:p>
            <a:pPr>
              <a:spcBef>
                <a:spcPts val="0"/>
              </a:spcBef>
            </a:pPr>
            <a:r>
              <a:rPr lang="ko-KR" altLang="en-US" dirty="0"/>
              <a:t>  때 </a:t>
            </a:r>
            <a:r>
              <a:rPr lang="en-US" altLang="ko-KR" dirty="0"/>
              <a:t>Git</a:t>
            </a:r>
            <a:r>
              <a:rPr lang="ko-KR" altLang="en-US" dirty="0"/>
              <a:t>의 각 공간이 어떻게 </a:t>
            </a:r>
            <a:r>
              <a:rPr lang="ko-KR" altLang="en-US" dirty="0" err="1"/>
              <a:t>변하는가”를</a:t>
            </a:r>
            <a:r>
              <a:rPr lang="ko-KR" altLang="en-US" dirty="0"/>
              <a:t> 직접 봅니다</a:t>
            </a:r>
            <a:r>
              <a:rPr lang="en-US" altLang="ko-KR" dirty="0"/>
              <a:t>.</a:t>
            </a:r>
          </a:p>
          <a:p>
            <a:pPr>
              <a:spcBef>
                <a:spcPts val="0"/>
              </a:spcBef>
            </a:pPr>
            <a:endParaRPr lang="en-US" altLang="ko-KR" dirty="0"/>
          </a:p>
          <a:p>
            <a:pPr>
              <a:spcBef>
                <a:spcPts val="0"/>
              </a:spcBef>
            </a:pPr>
            <a:r>
              <a:rPr lang="en-US" altLang="ko-KR" dirty="0"/>
              <a:t>  </a:t>
            </a:r>
            <a:r>
              <a:rPr lang="ko-KR" altLang="en-US" dirty="0"/>
              <a:t>오늘의 핵심 개념</a:t>
            </a:r>
          </a:p>
          <a:p>
            <a:pPr>
              <a:spcBef>
                <a:spcPts val="0"/>
              </a:spcBef>
            </a:pPr>
            <a:endParaRPr lang="ko-KR" altLang="en-US" dirty="0"/>
          </a:p>
          <a:p>
            <a:pPr>
              <a:spcBef>
                <a:spcPts val="0"/>
              </a:spcBef>
            </a:pPr>
            <a:r>
              <a:rPr lang="ko-KR" altLang="en-US" dirty="0"/>
              <a:t>  </a:t>
            </a:r>
            <a:r>
              <a:rPr lang="en-US" altLang="ko-KR" dirty="0"/>
              <a:t>Git </a:t>
            </a:r>
            <a:r>
              <a:rPr lang="ko-KR" altLang="en-US" dirty="0"/>
              <a:t>작업은 보통 네 공간을 이동합니다</a:t>
            </a:r>
            <a:r>
              <a:rPr lang="en-US" altLang="ko-KR" dirty="0"/>
              <a:t>.</a:t>
            </a:r>
          </a:p>
          <a:p>
            <a:pPr>
              <a:spcBef>
                <a:spcPts val="0"/>
              </a:spcBef>
            </a:pPr>
            <a:endParaRPr lang="en-US" altLang="ko-KR" dirty="0"/>
          </a:p>
          <a:p>
            <a:pPr>
              <a:spcBef>
                <a:spcPts val="0"/>
              </a:spcBef>
            </a:pPr>
            <a:r>
              <a:rPr lang="en-US" altLang="ko-KR" dirty="0"/>
              <a:t>  working tree</a:t>
            </a:r>
          </a:p>
          <a:p>
            <a:pPr>
              <a:spcBef>
                <a:spcPts val="0"/>
              </a:spcBef>
            </a:pPr>
            <a:r>
              <a:rPr lang="en-US" altLang="ko-KR" dirty="0"/>
              <a:t>    -&gt; staging area</a:t>
            </a:r>
          </a:p>
          <a:p>
            <a:pPr>
              <a:spcBef>
                <a:spcPts val="0"/>
              </a:spcBef>
            </a:pPr>
            <a:r>
              <a:rPr lang="en-US" altLang="ko-KR" dirty="0"/>
              <a:t>    -&gt; local history</a:t>
            </a:r>
          </a:p>
          <a:p>
            <a:pPr>
              <a:spcBef>
                <a:spcPts val="0"/>
              </a:spcBef>
            </a:pPr>
            <a:r>
              <a:rPr lang="en-US" altLang="ko-KR" dirty="0"/>
              <a:t>    -&gt; remote repository</a:t>
            </a:r>
          </a:p>
          <a:p>
            <a:pPr>
              <a:spcBef>
                <a:spcPts val="0"/>
              </a:spcBef>
            </a:pPr>
            <a:endParaRPr lang="en-US" altLang="ko-KR" dirty="0"/>
          </a:p>
          <a:p>
            <a:pPr>
              <a:spcBef>
                <a:spcPts val="0"/>
              </a:spcBef>
            </a:pPr>
            <a:r>
              <a:rPr lang="en-US" altLang="ko-KR" dirty="0"/>
              <a:t>  </a:t>
            </a:r>
            <a:r>
              <a:rPr lang="ko-KR" altLang="en-US" dirty="0"/>
              <a:t>명령어로 보면 이렇게 연결됩니다</a:t>
            </a:r>
            <a:r>
              <a:rPr lang="en-US" altLang="ko-KR" dirty="0"/>
              <a:t>.</a:t>
            </a:r>
          </a:p>
          <a:p>
            <a:pPr>
              <a:spcBef>
                <a:spcPts val="0"/>
              </a:spcBef>
            </a:pPr>
            <a:endParaRPr lang="en-US" altLang="ko-KR" dirty="0"/>
          </a:p>
          <a:p>
            <a:pPr>
              <a:spcBef>
                <a:spcPts val="0"/>
              </a:spcBef>
            </a:pPr>
            <a:r>
              <a:rPr lang="en-US" altLang="ko-KR" dirty="0"/>
              <a:t>  </a:t>
            </a:r>
            <a:r>
              <a:rPr lang="ko-KR" altLang="en-US" dirty="0"/>
              <a:t>파일 수정</a:t>
            </a:r>
          </a:p>
          <a:p>
            <a:pPr>
              <a:spcBef>
                <a:spcPts val="0"/>
              </a:spcBef>
            </a:pPr>
            <a:r>
              <a:rPr lang="ko-KR" altLang="en-US" dirty="0"/>
              <a:t>  </a:t>
            </a:r>
            <a:r>
              <a:rPr lang="en-US" altLang="ko-KR" dirty="0"/>
              <a:t>git status</a:t>
            </a:r>
          </a:p>
          <a:p>
            <a:pPr>
              <a:spcBef>
                <a:spcPts val="0"/>
              </a:spcBef>
            </a:pPr>
            <a:r>
              <a:rPr lang="en-US" altLang="ko-KR" dirty="0"/>
              <a:t>  git diff</a:t>
            </a:r>
          </a:p>
          <a:p>
            <a:pPr>
              <a:spcBef>
                <a:spcPts val="0"/>
              </a:spcBef>
            </a:pPr>
            <a:r>
              <a:rPr lang="en-US" altLang="ko-KR" dirty="0"/>
              <a:t>  git add</a:t>
            </a:r>
          </a:p>
          <a:p>
            <a:pPr>
              <a:spcBef>
                <a:spcPts val="0"/>
              </a:spcBef>
            </a:pPr>
            <a:r>
              <a:rPr lang="en-US" altLang="ko-KR" dirty="0"/>
              <a:t>  git diff --staged</a:t>
            </a:r>
          </a:p>
          <a:p>
            <a:pPr>
              <a:spcBef>
                <a:spcPts val="0"/>
              </a:spcBef>
            </a:pPr>
            <a:r>
              <a:rPr lang="en-US" altLang="ko-KR" dirty="0"/>
              <a:t>  git commit</a:t>
            </a:r>
          </a:p>
          <a:p>
            <a:pPr>
              <a:spcBef>
                <a:spcPts val="0"/>
              </a:spcBef>
            </a:pPr>
            <a:r>
              <a:rPr lang="en-US" altLang="ko-KR" dirty="0"/>
              <a:t>  git show --stat HEAD</a:t>
            </a:r>
          </a:p>
          <a:p>
            <a:pPr>
              <a:spcBef>
                <a:spcPts val="0"/>
              </a:spcBef>
            </a:pPr>
            <a:r>
              <a:rPr lang="en-US" altLang="ko-KR" dirty="0"/>
              <a:t>  git push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226083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CAF8EE-9142-AADA-04F7-50D57D9D3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AEA096-90CA-5150-E440-21E356909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Step 1. </a:t>
            </a:r>
            <a:r>
              <a:rPr lang="ko-KR" altLang="en-US" dirty="0"/>
              <a:t>시작 상태 확인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6D01BB4-0143-49DA-133F-FE9E768B1C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n-US" altLang="ko-KR" dirty="0"/>
              <a:t> cd C:\Users\angpa\myProjects\Daily_Work\GitLab-Manual\Lecture_Prep\CH01\tutorial-</a:t>
            </a:r>
          </a:p>
          <a:p>
            <a:pPr>
              <a:spcBef>
                <a:spcPts val="0"/>
              </a:spcBef>
            </a:pPr>
            <a:r>
              <a:rPr lang="en-US" altLang="ko-KR" dirty="0"/>
              <a:t>  collaboration-lab</a:t>
            </a:r>
          </a:p>
          <a:p>
            <a:pPr>
              <a:spcBef>
                <a:spcPts val="0"/>
              </a:spcBef>
            </a:pPr>
            <a:r>
              <a:rPr lang="en-US" altLang="ko-KR" dirty="0"/>
              <a:t>  git status</a:t>
            </a:r>
          </a:p>
          <a:p>
            <a:pPr>
              <a:spcBef>
                <a:spcPts val="0"/>
              </a:spcBef>
            </a:pPr>
            <a:r>
              <a:rPr lang="en-US" altLang="ko-KR" dirty="0"/>
              <a:t>  git branch -</a:t>
            </a:r>
            <a:r>
              <a:rPr lang="en-US" altLang="ko-KR" dirty="0" err="1"/>
              <a:t>vv</a:t>
            </a:r>
            <a:endParaRPr lang="en-US" altLang="ko-KR" dirty="0"/>
          </a:p>
          <a:p>
            <a:pPr>
              <a:spcBef>
                <a:spcPts val="0"/>
              </a:spcBef>
            </a:pPr>
            <a:r>
              <a:rPr lang="en-US" altLang="ko-KR" dirty="0"/>
              <a:t>  git log --</a:t>
            </a:r>
            <a:r>
              <a:rPr lang="en-US" altLang="ko-KR" dirty="0" err="1"/>
              <a:t>oneline</a:t>
            </a:r>
            <a:r>
              <a:rPr lang="en-US" altLang="ko-KR" dirty="0"/>
              <a:t> --decorate -3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456267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F9BF3-C1EE-F1EA-84A7-1978CAA46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1F1C7B-8925-3298-CBE1-DDEEDC849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Step 2. </a:t>
            </a:r>
            <a:r>
              <a:rPr lang="ko-KR" altLang="en-US" dirty="0"/>
              <a:t>변경사항 만들기</a:t>
            </a:r>
            <a:r>
              <a:rPr lang="en-US" altLang="ko-KR" dirty="0"/>
              <a:t>: notes.txt </a:t>
            </a:r>
            <a:r>
              <a:rPr lang="ko-KR" altLang="en-US" dirty="0"/>
              <a:t>생성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52D7F2-5953-B3A1-2FFF-FD98E440A2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>
              <a:spcBef>
                <a:spcPts val="0"/>
              </a:spcBef>
            </a:pPr>
            <a:r>
              <a:rPr lang="en-US" altLang="ko-KR" dirty="0"/>
              <a:t> cp "C:\Users\angpa\myProjects\Daily_Work\GitLab-Manual\GitLab-Onboarding-Lectures\tutorials\CH02-Local-Workflow-and-Core-Commands\assets\notes.txt" .\notes.txt</a:t>
            </a:r>
          </a:p>
          <a:p>
            <a:pPr>
              <a:spcBef>
                <a:spcPts val="0"/>
              </a:spcBef>
            </a:pPr>
            <a:r>
              <a:rPr lang="ko-KR" altLang="en-US" dirty="0"/>
              <a:t> 그 다음 바로 확인합니다</a:t>
            </a:r>
            <a:r>
              <a:rPr lang="en-US" altLang="ko-KR" dirty="0"/>
              <a:t>.</a:t>
            </a:r>
          </a:p>
          <a:p>
            <a:pPr>
              <a:spcBef>
                <a:spcPts val="0"/>
              </a:spcBef>
            </a:pPr>
            <a:endParaRPr lang="en-US" altLang="ko-KR" dirty="0"/>
          </a:p>
          <a:p>
            <a:pPr>
              <a:spcBef>
                <a:spcPts val="0"/>
              </a:spcBef>
            </a:pPr>
            <a:r>
              <a:rPr lang="en-US" altLang="ko-KR" dirty="0"/>
              <a:t>  git status --short</a:t>
            </a:r>
          </a:p>
          <a:p>
            <a:pPr>
              <a:spcBef>
                <a:spcPts val="0"/>
              </a:spcBef>
            </a:pPr>
            <a:r>
              <a:rPr lang="en-US" altLang="ko-KR" dirty="0"/>
              <a:t>  git diff</a:t>
            </a:r>
          </a:p>
          <a:p>
            <a:pPr>
              <a:spcBef>
                <a:spcPts val="0"/>
              </a:spcBef>
            </a:pPr>
            <a:r>
              <a:rPr lang="en-US" altLang="ko-KR" dirty="0"/>
              <a:t>  Get-Content .\notes.txt</a:t>
            </a:r>
          </a:p>
          <a:p>
            <a:pPr>
              <a:spcBef>
                <a:spcPts val="0"/>
              </a:spcBef>
            </a:pPr>
            <a:endParaRPr lang="en-US" altLang="ko-KR" dirty="0"/>
          </a:p>
          <a:p>
            <a:pPr>
              <a:spcBef>
                <a:spcPts val="0"/>
              </a:spcBef>
            </a:pPr>
            <a:r>
              <a:rPr lang="en-US" altLang="ko-KR" dirty="0"/>
              <a:t>  </a:t>
            </a:r>
            <a:r>
              <a:rPr lang="ko-KR" altLang="en-US" dirty="0"/>
              <a:t>예상되는 중요한 포인트</a:t>
            </a:r>
            <a:r>
              <a:rPr lang="en-US" altLang="ko-KR" dirty="0"/>
              <a:t>:</a:t>
            </a:r>
          </a:p>
          <a:p>
            <a:pPr>
              <a:spcBef>
                <a:spcPts val="0"/>
              </a:spcBef>
            </a:pPr>
            <a:endParaRPr lang="en-US" altLang="ko-KR" dirty="0"/>
          </a:p>
          <a:p>
            <a:pPr>
              <a:spcBef>
                <a:spcPts val="0"/>
              </a:spcBef>
            </a:pPr>
            <a:r>
              <a:rPr lang="en-US" altLang="ko-KR" dirty="0"/>
              <a:t>  - git status</a:t>
            </a:r>
            <a:r>
              <a:rPr lang="ko-KR" altLang="en-US" dirty="0"/>
              <a:t>에는 </a:t>
            </a:r>
            <a:r>
              <a:rPr lang="en-US" altLang="ko-KR" dirty="0"/>
              <a:t>notes.txt</a:t>
            </a:r>
            <a:r>
              <a:rPr lang="ko-KR" altLang="en-US" dirty="0"/>
              <a:t>가 </a:t>
            </a:r>
            <a:r>
              <a:rPr lang="en-US" altLang="ko-KR" dirty="0"/>
              <a:t>Untracked files</a:t>
            </a:r>
            <a:r>
              <a:rPr lang="ko-KR" altLang="en-US" dirty="0"/>
              <a:t>로 나옵니다</a:t>
            </a:r>
            <a:r>
              <a:rPr lang="en-US" altLang="ko-KR" dirty="0"/>
              <a:t>.</a:t>
            </a:r>
          </a:p>
          <a:p>
            <a:pPr>
              <a:spcBef>
                <a:spcPts val="0"/>
              </a:spcBef>
            </a:pPr>
            <a:r>
              <a:rPr lang="en-US" altLang="ko-KR" dirty="0"/>
              <a:t>  - git diff</a:t>
            </a:r>
            <a:r>
              <a:rPr lang="ko-KR" altLang="en-US" dirty="0"/>
              <a:t>는 아무것도 안 보일 수 있습니다</a:t>
            </a:r>
            <a:r>
              <a:rPr lang="en-US" altLang="ko-KR" dirty="0"/>
              <a:t>.</a:t>
            </a:r>
          </a:p>
          <a:p>
            <a:pPr>
              <a:spcBef>
                <a:spcPts val="0"/>
              </a:spcBef>
            </a:pPr>
            <a:r>
              <a:rPr lang="en-US" altLang="ko-KR" dirty="0"/>
              <a:t>  - </a:t>
            </a:r>
            <a:r>
              <a:rPr lang="ko-KR" altLang="en-US" dirty="0"/>
              <a:t>왜냐하면 </a:t>
            </a:r>
            <a:r>
              <a:rPr lang="en-US" altLang="ko-KR" dirty="0"/>
              <a:t>git diff</a:t>
            </a:r>
            <a:r>
              <a:rPr lang="ko-KR" altLang="en-US" dirty="0"/>
              <a:t>는 기본적으로 </a:t>
            </a:r>
            <a:r>
              <a:rPr lang="en-US" altLang="ko-KR" dirty="0"/>
              <a:t>tracked file</a:t>
            </a:r>
            <a:r>
              <a:rPr lang="ko-KR" altLang="en-US" dirty="0"/>
              <a:t>의 수정 차이를 보여주고</a:t>
            </a:r>
            <a:r>
              <a:rPr lang="en-US" altLang="ko-KR" dirty="0"/>
              <a:t>, </a:t>
            </a:r>
            <a:r>
              <a:rPr lang="ko-KR" altLang="en-US" dirty="0"/>
              <a:t>새 </a:t>
            </a:r>
            <a:r>
              <a:rPr lang="en-US" altLang="ko-KR" dirty="0"/>
              <a:t>untracked file </a:t>
            </a:r>
            <a:r>
              <a:rPr lang="ko-KR" altLang="en-US" dirty="0"/>
              <a:t>내용은 기본 출력에 잘 안 나옵니다</a:t>
            </a:r>
            <a:r>
              <a:rPr lang="en-US" altLang="ko-KR" dirty="0"/>
              <a:t>.</a:t>
            </a:r>
          </a:p>
          <a:p>
            <a:pPr>
              <a:spcBef>
                <a:spcPts val="0"/>
              </a:spcBef>
            </a:pPr>
            <a:r>
              <a:rPr lang="en-US" altLang="ko-KR" dirty="0"/>
              <a:t>  - Get-Content</a:t>
            </a:r>
            <a:r>
              <a:rPr lang="ko-KR" altLang="en-US" dirty="0"/>
              <a:t>로 실제 파일 내용은 확인할 수 있습니다</a:t>
            </a:r>
            <a:r>
              <a:rPr lang="en-US" altLang="ko-KR" dirty="0"/>
              <a:t>.</a:t>
            </a:r>
          </a:p>
          <a:p>
            <a:pPr>
              <a:spcBef>
                <a:spcPts val="0"/>
              </a:spcBef>
            </a:pPr>
            <a:endParaRPr lang="en-US" altLang="ko-KR" dirty="0"/>
          </a:p>
          <a:p>
            <a:pPr>
              <a:spcBef>
                <a:spcPts val="0"/>
              </a:spcBef>
            </a:pPr>
            <a:r>
              <a:rPr lang="en-US" altLang="ko-KR" dirty="0"/>
              <a:t>git status --short</a:t>
            </a:r>
          </a:p>
          <a:p>
            <a:pPr>
              <a:spcBef>
                <a:spcPts val="0"/>
              </a:spcBef>
            </a:pPr>
            <a:r>
              <a:rPr lang="en-US" altLang="ko-KR" dirty="0"/>
              <a:t>git add .\notes.txt</a:t>
            </a:r>
          </a:p>
          <a:p>
            <a:pPr>
              <a:spcBef>
                <a:spcPts val="0"/>
              </a:spcBef>
            </a:pPr>
            <a:r>
              <a:rPr lang="en-US" altLang="ko-KR" dirty="0"/>
              <a:t>git diff</a:t>
            </a:r>
          </a:p>
          <a:p>
            <a:pPr>
              <a:spcBef>
                <a:spcPts val="0"/>
              </a:spcBef>
            </a:pPr>
            <a:r>
              <a:rPr lang="en-US" altLang="ko-KR" dirty="0"/>
              <a:t>git diff –staged</a:t>
            </a:r>
          </a:p>
          <a:p>
            <a:pPr>
              <a:spcBef>
                <a:spcPts val="0"/>
              </a:spcBef>
            </a:pPr>
            <a:endParaRPr lang="en-US" altLang="ko-KR" dirty="0"/>
          </a:p>
          <a:p>
            <a:pPr>
              <a:spcBef>
                <a:spcPts val="0"/>
              </a:spcBef>
            </a:pPr>
            <a:endParaRPr lang="en-US" altLang="ko-KR" dirty="0"/>
          </a:p>
          <a:p>
            <a:pPr>
              <a:spcBef>
                <a:spcPts val="0"/>
              </a:spcBef>
            </a:pPr>
            <a:r>
              <a:rPr lang="en-US" altLang="ko-KR" dirty="0"/>
              <a:t>git status</a:t>
            </a:r>
          </a:p>
          <a:p>
            <a:pPr>
              <a:spcBef>
                <a:spcPts val="0"/>
              </a:spcBef>
            </a:pPr>
            <a:endParaRPr lang="en-US" altLang="ko-KR" dirty="0"/>
          </a:p>
          <a:p>
            <a:pPr>
              <a:spcBef>
                <a:spcPts val="0"/>
              </a:spcBef>
            </a:pPr>
            <a:endParaRPr lang="en-US" altLang="ko-KR" dirty="0"/>
          </a:p>
          <a:p>
            <a:pPr>
              <a:spcBef>
                <a:spcPts val="0"/>
              </a:spcBef>
            </a:pPr>
            <a:endParaRPr lang="en-US" altLang="ko-KR" dirty="0"/>
          </a:p>
          <a:p>
            <a:pPr>
              <a:spcBef>
                <a:spcPts val="0"/>
              </a:spcBef>
            </a:pPr>
            <a:r>
              <a:rPr lang="en-US" altLang="ko-KR" dirty="0"/>
              <a:t>git commit -m "docs: add training journal note“</a:t>
            </a:r>
          </a:p>
          <a:p>
            <a:pPr>
              <a:spcBef>
                <a:spcPts val="0"/>
              </a:spcBef>
            </a:pPr>
            <a:r>
              <a:rPr lang="en-US" altLang="ko-KR" dirty="0"/>
              <a:t>Get-</a:t>
            </a:r>
            <a:r>
              <a:rPr lang="en-US" altLang="ko-KR" dirty="0" err="1"/>
              <a:t>ChildItem</a:t>
            </a:r>
            <a:r>
              <a:rPr lang="en-US" altLang="ko-KR" dirty="0"/>
              <a:t> -</a:t>
            </a:r>
            <a:r>
              <a:rPr lang="en-US" altLang="ko-KR" dirty="0" err="1"/>
              <a:t>LiteralPath</a:t>
            </a:r>
            <a:r>
              <a:rPr lang="en-US" altLang="ko-KR" dirty="0"/>
              <a:t> .git -Recurse -Force -Filter desktop.ini | Remove-Item -Force</a:t>
            </a:r>
          </a:p>
          <a:p>
            <a:pPr>
              <a:spcBef>
                <a:spcPts val="0"/>
              </a:spcBef>
            </a:pPr>
            <a:r>
              <a:rPr lang="en-US" altLang="ko-KR" dirty="0"/>
              <a:t>git push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8C13BD-6B81-6C48-4FDB-0F4DC40D3395}"/>
              </a:ext>
            </a:extLst>
          </p:cNvPr>
          <p:cNvSpPr txBox="1"/>
          <p:nvPr/>
        </p:nvSpPr>
        <p:spPr>
          <a:xfrm>
            <a:off x="8109284" y="3811582"/>
            <a:ext cx="4415588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dirty="0"/>
              <a:t>(</a:t>
            </a:r>
            <a:r>
              <a:rPr lang="ko-KR" altLang="en-US" sz="1000" dirty="0" err="1"/>
              <a:t>base</a:t>
            </a:r>
            <a:r>
              <a:rPr lang="ko-KR" altLang="en-US" sz="1000" dirty="0"/>
              <a:t>) PS C:\Users\angpa\myProjects\Daily_Work\GitLab-Manual\Lecture_Prep\CH01\tutorial-collaboration-lab&gt; </a:t>
            </a:r>
            <a:r>
              <a:rPr lang="ko-KR" altLang="en-US" sz="1000" dirty="0" err="1"/>
              <a:t>git</a:t>
            </a:r>
            <a:r>
              <a:rPr lang="ko-KR" altLang="en-US" sz="1000" dirty="0"/>
              <a:t> </a:t>
            </a:r>
            <a:r>
              <a:rPr lang="ko-KR" altLang="en-US" sz="1000" dirty="0" err="1"/>
              <a:t>diff</a:t>
            </a:r>
            <a:r>
              <a:rPr lang="ko-KR" altLang="en-US" sz="1000" dirty="0"/>
              <a:t> --</a:t>
            </a:r>
            <a:r>
              <a:rPr lang="ko-KR" altLang="en-US" sz="1000" dirty="0" err="1"/>
              <a:t>staged</a:t>
            </a:r>
            <a:endParaRPr lang="ko-KR" altLang="en-US" sz="1000" dirty="0"/>
          </a:p>
          <a:p>
            <a:r>
              <a:rPr lang="ko-KR" altLang="en-US" sz="1000" dirty="0" err="1"/>
              <a:t>diff</a:t>
            </a:r>
            <a:r>
              <a:rPr lang="ko-KR" altLang="en-US" sz="1000" dirty="0"/>
              <a:t> --</a:t>
            </a:r>
            <a:r>
              <a:rPr lang="ko-KR" altLang="en-US" sz="1000" dirty="0" err="1"/>
              <a:t>git</a:t>
            </a:r>
            <a:r>
              <a:rPr lang="ko-KR" altLang="en-US" sz="1000" dirty="0"/>
              <a:t> </a:t>
            </a:r>
            <a:r>
              <a:rPr lang="ko-KR" altLang="en-US" sz="1000" dirty="0" err="1"/>
              <a:t>a</a:t>
            </a:r>
            <a:r>
              <a:rPr lang="ko-KR" altLang="en-US" sz="1000" dirty="0"/>
              <a:t>/notes.txt </a:t>
            </a:r>
            <a:r>
              <a:rPr lang="ko-KR" altLang="en-US" sz="1000" dirty="0" err="1"/>
              <a:t>b</a:t>
            </a:r>
            <a:r>
              <a:rPr lang="ko-KR" altLang="en-US" sz="1000" dirty="0"/>
              <a:t>/notes.txt</a:t>
            </a:r>
          </a:p>
          <a:p>
            <a:r>
              <a:rPr lang="ko-KR" altLang="en-US" sz="1000" dirty="0" err="1"/>
              <a:t>new</a:t>
            </a:r>
            <a:r>
              <a:rPr lang="ko-KR" altLang="en-US" sz="1000" dirty="0"/>
              <a:t> </a:t>
            </a:r>
            <a:r>
              <a:rPr lang="ko-KR" altLang="en-US" sz="1000" dirty="0" err="1"/>
              <a:t>file</a:t>
            </a:r>
            <a:r>
              <a:rPr lang="ko-KR" altLang="en-US" sz="1000" dirty="0"/>
              <a:t> </a:t>
            </a:r>
            <a:r>
              <a:rPr lang="ko-KR" altLang="en-US" sz="1000" dirty="0" err="1"/>
              <a:t>mode</a:t>
            </a:r>
            <a:r>
              <a:rPr lang="ko-KR" altLang="en-US" sz="1000" dirty="0"/>
              <a:t> 100644</a:t>
            </a:r>
          </a:p>
          <a:p>
            <a:r>
              <a:rPr lang="ko-KR" altLang="en-US" sz="1000" dirty="0" err="1"/>
              <a:t>index</a:t>
            </a:r>
            <a:r>
              <a:rPr lang="ko-KR" altLang="en-US" sz="1000" dirty="0"/>
              <a:t> 0000000..52a8861</a:t>
            </a:r>
          </a:p>
          <a:p>
            <a:r>
              <a:rPr lang="ko-KR" altLang="en-US" sz="1000" dirty="0"/>
              <a:t>--- /</a:t>
            </a:r>
            <a:r>
              <a:rPr lang="ko-KR" altLang="en-US" sz="1000" dirty="0" err="1"/>
              <a:t>dev</a:t>
            </a:r>
            <a:r>
              <a:rPr lang="ko-KR" altLang="en-US" sz="1000" dirty="0"/>
              <a:t>/</a:t>
            </a:r>
            <a:r>
              <a:rPr lang="ko-KR" altLang="en-US" sz="1000" dirty="0" err="1"/>
              <a:t>null</a:t>
            </a:r>
            <a:endParaRPr lang="ko-KR" altLang="en-US" sz="1000" dirty="0"/>
          </a:p>
          <a:p>
            <a:r>
              <a:rPr lang="ko-KR" altLang="en-US" sz="1000" dirty="0"/>
              <a:t>+++ </a:t>
            </a:r>
            <a:r>
              <a:rPr lang="ko-KR" altLang="en-US" sz="1000" dirty="0" err="1"/>
              <a:t>b</a:t>
            </a:r>
            <a:r>
              <a:rPr lang="ko-KR" altLang="en-US" sz="1000" dirty="0"/>
              <a:t>/notes.txt</a:t>
            </a:r>
          </a:p>
          <a:p>
            <a:r>
              <a:rPr lang="ko-KR" altLang="en-US" sz="1000" dirty="0"/>
              <a:t>@@ -0,0 +1,4 @@</a:t>
            </a:r>
          </a:p>
          <a:p>
            <a:r>
              <a:rPr lang="ko-KR" altLang="en-US" sz="1000" dirty="0"/>
              <a:t>+2026-04-06 </a:t>
            </a:r>
            <a:r>
              <a:rPr lang="ko-KR" altLang="en-US" sz="1000" dirty="0" err="1"/>
              <a:t>training</a:t>
            </a:r>
            <a:r>
              <a:rPr lang="ko-KR" altLang="en-US" sz="1000" dirty="0"/>
              <a:t> </a:t>
            </a:r>
            <a:r>
              <a:rPr lang="ko-KR" altLang="en-US" sz="1000" dirty="0" err="1"/>
              <a:t>journal</a:t>
            </a:r>
            <a:endParaRPr lang="ko-KR" altLang="en-US" sz="1000" dirty="0"/>
          </a:p>
          <a:p>
            <a:r>
              <a:rPr lang="ko-KR" altLang="en-US" sz="1000" dirty="0"/>
              <a:t>+- </a:t>
            </a:r>
            <a:r>
              <a:rPr lang="ko-KR" altLang="en-US" sz="1000" dirty="0" err="1"/>
              <a:t>Checked</a:t>
            </a:r>
            <a:r>
              <a:rPr lang="ko-KR" altLang="en-US" sz="1000" dirty="0"/>
              <a:t> </a:t>
            </a:r>
            <a:r>
              <a:rPr lang="ko-KR" altLang="en-US" sz="1000" dirty="0" err="1"/>
              <a:t>current</a:t>
            </a:r>
            <a:r>
              <a:rPr lang="ko-KR" altLang="en-US" sz="1000" dirty="0"/>
              <a:t> </a:t>
            </a:r>
            <a:r>
              <a:rPr lang="ko-KR" altLang="en-US" sz="1000" dirty="0" err="1"/>
              <a:t>branch</a:t>
            </a:r>
            <a:r>
              <a:rPr lang="ko-KR" altLang="en-US" sz="1000" dirty="0"/>
              <a:t> </a:t>
            </a:r>
            <a:r>
              <a:rPr lang="ko-KR" altLang="en-US" sz="1000" dirty="0" err="1"/>
              <a:t>before</a:t>
            </a:r>
            <a:r>
              <a:rPr lang="ko-KR" altLang="en-US" sz="1000" dirty="0"/>
              <a:t> </a:t>
            </a:r>
            <a:r>
              <a:rPr lang="ko-KR" altLang="en-US" sz="1000" dirty="0" err="1"/>
              <a:t>editing</a:t>
            </a:r>
            <a:r>
              <a:rPr lang="ko-KR" altLang="en-US" sz="1000" dirty="0"/>
              <a:t> </a:t>
            </a:r>
            <a:r>
              <a:rPr lang="ko-KR" altLang="en-US" sz="1000" dirty="0" err="1"/>
              <a:t>files</a:t>
            </a:r>
            <a:r>
              <a:rPr lang="ko-KR" altLang="en-US" sz="1000" dirty="0"/>
              <a:t>.</a:t>
            </a:r>
          </a:p>
          <a:p>
            <a:r>
              <a:rPr lang="ko-KR" altLang="en-US" sz="1000" dirty="0"/>
              <a:t>+- </a:t>
            </a:r>
            <a:r>
              <a:rPr lang="ko-KR" altLang="en-US" sz="1000" dirty="0" err="1"/>
              <a:t>Compared</a:t>
            </a:r>
            <a:r>
              <a:rPr lang="ko-KR" altLang="en-US" sz="1000" dirty="0"/>
              <a:t> </a:t>
            </a:r>
            <a:r>
              <a:rPr lang="ko-KR" altLang="en-US" sz="1000" dirty="0" err="1"/>
              <a:t>working</a:t>
            </a:r>
            <a:r>
              <a:rPr lang="ko-KR" altLang="en-US" sz="1000" dirty="0"/>
              <a:t> </a:t>
            </a:r>
            <a:r>
              <a:rPr lang="ko-KR" altLang="en-US" sz="1000" dirty="0" err="1"/>
              <a:t>tree</a:t>
            </a:r>
            <a:r>
              <a:rPr lang="ko-KR" altLang="en-US" sz="1000" dirty="0"/>
              <a:t> </a:t>
            </a:r>
            <a:r>
              <a:rPr lang="ko-KR" altLang="en-US" sz="1000" dirty="0" err="1"/>
              <a:t>with</a:t>
            </a:r>
            <a:r>
              <a:rPr lang="ko-KR" altLang="en-US" sz="1000" dirty="0"/>
              <a:t> </a:t>
            </a:r>
            <a:r>
              <a:rPr lang="ko-KR" altLang="en-US" sz="1000" dirty="0" err="1"/>
              <a:t>staged</a:t>
            </a:r>
            <a:r>
              <a:rPr lang="ko-KR" altLang="en-US" sz="1000" dirty="0"/>
              <a:t> </a:t>
            </a:r>
            <a:r>
              <a:rPr lang="ko-KR" altLang="en-US" sz="1000" dirty="0" err="1"/>
              <a:t>changes</a:t>
            </a:r>
            <a:r>
              <a:rPr lang="ko-KR" altLang="en-US" sz="1000" dirty="0"/>
              <a:t>.</a:t>
            </a:r>
          </a:p>
          <a:p>
            <a:r>
              <a:rPr lang="ko-KR" altLang="en-US" sz="1000" dirty="0"/>
              <a:t>+- </a:t>
            </a:r>
            <a:r>
              <a:rPr lang="ko-KR" altLang="en-US" sz="1000" dirty="0" err="1"/>
              <a:t>Verified</a:t>
            </a:r>
            <a:r>
              <a:rPr lang="ko-KR" altLang="en-US" sz="1000" dirty="0"/>
              <a:t> </a:t>
            </a:r>
            <a:r>
              <a:rPr lang="ko-KR" altLang="en-US" sz="1000" dirty="0" err="1"/>
              <a:t>upstream</a:t>
            </a:r>
            <a:r>
              <a:rPr lang="ko-KR" altLang="en-US" sz="1000" dirty="0"/>
              <a:t> </a:t>
            </a:r>
            <a:r>
              <a:rPr lang="ko-KR" altLang="en-US" sz="1000" dirty="0" err="1"/>
              <a:t>before</a:t>
            </a:r>
            <a:r>
              <a:rPr lang="ko-KR" altLang="en-US" sz="1000" dirty="0"/>
              <a:t> </a:t>
            </a:r>
            <a:r>
              <a:rPr lang="ko-KR" altLang="en-US" sz="1000" dirty="0" err="1"/>
              <a:t>push</a:t>
            </a:r>
            <a:r>
              <a:rPr lang="ko-KR" altLang="en-US" sz="1000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2092C0-CC15-1AF9-E955-1D8396594C9B}"/>
              </a:ext>
            </a:extLst>
          </p:cNvPr>
          <p:cNvSpPr txBox="1"/>
          <p:nvPr/>
        </p:nvSpPr>
        <p:spPr>
          <a:xfrm>
            <a:off x="2168692" y="4465608"/>
            <a:ext cx="2968792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 err="1"/>
              <a:t>On</a:t>
            </a:r>
            <a:r>
              <a:rPr lang="ko-KR" altLang="en-US" sz="900" dirty="0"/>
              <a:t> </a:t>
            </a:r>
            <a:r>
              <a:rPr lang="ko-KR" altLang="en-US" sz="900" dirty="0" err="1"/>
              <a:t>branch</a:t>
            </a:r>
            <a:r>
              <a:rPr lang="ko-KR" altLang="en-US" sz="900" dirty="0"/>
              <a:t> </a:t>
            </a:r>
            <a:r>
              <a:rPr lang="ko-KR" altLang="en-US" sz="900" dirty="0" err="1"/>
              <a:t>main</a:t>
            </a:r>
            <a:endParaRPr lang="ko-KR" altLang="en-US" sz="900" dirty="0"/>
          </a:p>
          <a:p>
            <a:r>
              <a:rPr lang="ko-KR" altLang="en-US" sz="900" dirty="0" err="1"/>
              <a:t>Your</a:t>
            </a:r>
            <a:r>
              <a:rPr lang="ko-KR" altLang="en-US" sz="900" dirty="0"/>
              <a:t> </a:t>
            </a:r>
            <a:r>
              <a:rPr lang="ko-KR" altLang="en-US" sz="900" dirty="0" err="1"/>
              <a:t>branch</a:t>
            </a:r>
            <a:r>
              <a:rPr lang="ko-KR" altLang="en-US" sz="900" dirty="0"/>
              <a:t> </a:t>
            </a:r>
            <a:r>
              <a:rPr lang="ko-KR" altLang="en-US" sz="900" dirty="0" err="1"/>
              <a:t>is</a:t>
            </a:r>
            <a:r>
              <a:rPr lang="ko-KR" altLang="en-US" sz="900" dirty="0"/>
              <a:t> </a:t>
            </a:r>
            <a:r>
              <a:rPr lang="ko-KR" altLang="en-US" sz="900" dirty="0" err="1"/>
              <a:t>ahead</a:t>
            </a:r>
            <a:r>
              <a:rPr lang="ko-KR" altLang="en-US" sz="900" dirty="0"/>
              <a:t> of '</a:t>
            </a:r>
            <a:r>
              <a:rPr lang="ko-KR" altLang="en-US" sz="900" dirty="0" err="1"/>
              <a:t>origin</a:t>
            </a:r>
            <a:r>
              <a:rPr lang="ko-KR" altLang="en-US" sz="900" dirty="0"/>
              <a:t>/</a:t>
            </a:r>
            <a:r>
              <a:rPr lang="ko-KR" altLang="en-US" sz="900" dirty="0" err="1"/>
              <a:t>main</a:t>
            </a:r>
            <a:r>
              <a:rPr lang="ko-KR" altLang="en-US" sz="900" dirty="0"/>
              <a:t>' </a:t>
            </a:r>
            <a:r>
              <a:rPr lang="ko-KR" altLang="en-US" sz="900" dirty="0" err="1"/>
              <a:t>by</a:t>
            </a:r>
            <a:r>
              <a:rPr lang="ko-KR" altLang="en-US" sz="900" dirty="0"/>
              <a:t> 1 </a:t>
            </a:r>
            <a:r>
              <a:rPr lang="ko-KR" altLang="en-US" sz="900" dirty="0" err="1"/>
              <a:t>commit</a:t>
            </a:r>
            <a:r>
              <a:rPr lang="ko-KR" altLang="en-US" sz="900" dirty="0"/>
              <a:t>.</a:t>
            </a:r>
          </a:p>
          <a:p>
            <a:r>
              <a:rPr lang="ko-KR" altLang="en-US" sz="900" dirty="0"/>
              <a:t>  (</a:t>
            </a:r>
            <a:r>
              <a:rPr lang="ko-KR" altLang="en-US" sz="900" dirty="0" err="1"/>
              <a:t>use</a:t>
            </a:r>
            <a:r>
              <a:rPr lang="ko-KR" altLang="en-US" sz="900" dirty="0"/>
              <a:t> "</a:t>
            </a:r>
            <a:r>
              <a:rPr lang="ko-KR" altLang="en-US" sz="900" dirty="0" err="1"/>
              <a:t>git</a:t>
            </a:r>
            <a:r>
              <a:rPr lang="ko-KR" altLang="en-US" sz="900" dirty="0"/>
              <a:t> </a:t>
            </a:r>
            <a:r>
              <a:rPr lang="ko-KR" altLang="en-US" sz="900" dirty="0" err="1"/>
              <a:t>push</a:t>
            </a:r>
            <a:r>
              <a:rPr lang="ko-KR" altLang="en-US" sz="900" dirty="0"/>
              <a:t>" </a:t>
            </a:r>
            <a:r>
              <a:rPr lang="ko-KR" altLang="en-US" sz="900" dirty="0" err="1"/>
              <a:t>to</a:t>
            </a:r>
            <a:r>
              <a:rPr lang="ko-KR" altLang="en-US" sz="900" dirty="0"/>
              <a:t> </a:t>
            </a:r>
            <a:r>
              <a:rPr lang="ko-KR" altLang="en-US" sz="900" dirty="0" err="1"/>
              <a:t>publish</a:t>
            </a:r>
            <a:r>
              <a:rPr lang="ko-KR" altLang="en-US" sz="900" dirty="0"/>
              <a:t> </a:t>
            </a:r>
            <a:r>
              <a:rPr lang="ko-KR" altLang="en-US" sz="900" dirty="0" err="1"/>
              <a:t>your</a:t>
            </a:r>
            <a:r>
              <a:rPr lang="ko-KR" altLang="en-US" sz="900" dirty="0"/>
              <a:t> </a:t>
            </a:r>
            <a:r>
              <a:rPr lang="ko-KR" altLang="en-US" sz="900" dirty="0" err="1"/>
              <a:t>local</a:t>
            </a:r>
            <a:r>
              <a:rPr lang="ko-KR" altLang="en-US" sz="900" dirty="0"/>
              <a:t> </a:t>
            </a:r>
            <a:r>
              <a:rPr lang="ko-KR" altLang="en-US" sz="900" dirty="0" err="1"/>
              <a:t>commits</a:t>
            </a:r>
            <a:r>
              <a:rPr lang="ko-KR" altLang="en-US" sz="900" dirty="0"/>
              <a:t>)</a:t>
            </a:r>
          </a:p>
          <a:p>
            <a:endParaRPr lang="ko-KR" altLang="en-US" sz="900" dirty="0"/>
          </a:p>
          <a:p>
            <a:r>
              <a:rPr lang="ko-KR" altLang="en-US" sz="900" dirty="0" err="1"/>
              <a:t>nothing</a:t>
            </a:r>
            <a:r>
              <a:rPr lang="ko-KR" altLang="en-US" sz="900" dirty="0"/>
              <a:t> </a:t>
            </a:r>
            <a:r>
              <a:rPr lang="ko-KR" altLang="en-US" sz="900" dirty="0" err="1"/>
              <a:t>to</a:t>
            </a:r>
            <a:r>
              <a:rPr lang="ko-KR" altLang="en-US" sz="900" dirty="0"/>
              <a:t> </a:t>
            </a:r>
            <a:r>
              <a:rPr lang="ko-KR" altLang="en-US" sz="900" dirty="0" err="1"/>
              <a:t>commit</a:t>
            </a:r>
            <a:r>
              <a:rPr lang="ko-KR" altLang="en-US" sz="900" dirty="0"/>
              <a:t>, </a:t>
            </a:r>
            <a:r>
              <a:rPr lang="ko-KR" altLang="en-US" sz="900" dirty="0" err="1"/>
              <a:t>working</a:t>
            </a:r>
            <a:r>
              <a:rPr lang="ko-KR" altLang="en-US" sz="900" dirty="0"/>
              <a:t> </a:t>
            </a:r>
            <a:r>
              <a:rPr lang="ko-KR" altLang="en-US" sz="900" dirty="0" err="1"/>
              <a:t>tree</a:t>
            </a:r>
            <a:r>
              <a:rPr lang="ko-KR" altLang="en-US" sz="900" dirty="0"/>
              <a:t> </a:t>
            </a:r>
            <a:r>
              <a:rPr lang="ko-KR" altLang="en-US" sz="900" dirty="0" err="1"/>
              <a:t>clean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706955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7872A-C67D-5B8B-2CE0-4725B4926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FCF237-AE9A-0C80-C2D9-BBD5CC2B8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Step 2. summary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62CFDAC-5DE0-9644-8F4B-70EBFBA3A8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</a:pPr>
            <a:endParaRPr lang="en-US" altLang="ko-KR" dirty="0"/>
          </a:p>
          <a:p>
            <a:pPr>
              <a:spcBef>
                <a:spcPts val="0"/>
              </a:spcBef>
            </a:pPr>
            <a:r>
              <a:rPr lang="en-US" altLang="ko-KR" dirty="0"/>
              <a:t>  - notes.txt</a:t>
            </a:r>
            <a:r>
              <a:rPr lang="ko-KR" altLang="en-US" dirty="0"/>
              <a:t>를 </a:t>
            </a:r>
            <a:r>
              <a:rPr lang="en-US" altLang="ko-KR" dirty="0"/>
              <a:t>working tree</a:t>
            </a:r>
            <a:r>
              <a:rPr lang="ko-KR" altLang="en-US" dirty="0"/>
              <a:t>에 추가했습니다</a:t>
            </a:r>
            <a:r>
              <a:rPr lang="en-US" altLang="ko-KR" dirty="0"/>
              <a:t>.</a:t>
            </a:r>
          </a:p>
          <a:p>
            <a:pPr>
              <a:spcBef>
                <a:spcPts val="0"/>
              </a:spcBef>
            </a:pPr>
            <a:r>
              <a:rPr lang="en-US" altLang="ko-KR" dirty="0"/>
              <a:t>  - git status</a:t>
            </a:r>
            <a:r>
              <a:rPr lang="ko-KR" altLang="en-US" dirty="0"/>
              <a:t>는 </a:t>
            </a:r>
            <a:r>
              <a:rPr lang="en-US" altLang="ko-KR" dirty="0"/>
              <a:t>untracked file</a:t>
            </a:r>
            <a:r>
              <a:rPr lang="ko-KR" altLang="en-US" dirty="0"/>
              <a:t>을 보여줬습니다</a:t>
            </a:r>
            <a:r>
              <a:rPr lang="en-US" altLang="ko-KR" dirty="0"/>
              <a:t>.</a:t>
            </a:r>
          </a:p>
          <a:p>
            <a:pPr>
              <a:spcBef>
                <a:spcPts val="0"/>
              </a:spcBef>
            </a:pPr>
            <a:r>
              <a:rPr lang="en-US" altLang="ko-KR" dirty="0"/>
              <a:t>  - </a:t>
            </a:r>
            <a:r>
              <a:rPr lang="ko-KR" altLang="en-US" dirty="0"/>
              <a:t>기본 </a:t>
            </a:r>
            <a:r>
              <a:rPr lang="en-US" altLang="ko-KR" dirty="0"/>
              <a:t>git diff</a:t>
            </a:r>
            <a:r>
              <a:rPr lang="ko-KR" altLang="en-US" dirty="0"/>
              <a:t>는 </a:t>
            </a:r>
            <a:r>
              <a:rPr lang="en-US" altLang="ko-KR" dirty="0"/>
              <a:t>untracked file </a:t>
            </a:r>
            <a:r>
              <a:rPr lang="ko-KR" altLang="en-US" dirty="0"/>
              <a:t>내용을 보여주지 않았습니다</a:t>
            </a:r>
            <a:r>
              <a:rPr lang="en-US" altLang="ko-KR" dirty="0"/>
              <a:t>.</a:t>
            </a:r>
          </a:p>
          <a:p>
            <a:pPr>
              <a:spcBef>
                <a:spcPts val="0"/>
              </a:spcBef>
            </a:pPr>
            <a:r>
              <a:rPr lang="en-US" altLang="ko-KR" dirty="0"/>
              <a:t>  - git add notes.txt</a:t>
            </a:r>
            <a:r>
              <a:rPr lang="ko-KR" altLang="en-US" dirty="0"/>
              <a:t>로 </a:t>
            </a:r>
            <a:r>
              <a:rPr lang="en-US" altLang="ko-KR" dirty="0"/>
              <a:t>staging</a:t>
            </a:r>
            <a:r>
              <a:rPr lang="ko-KR" altLang="en-US" dirty="0"/>
              <a:t>했습니다</a:t>
            </a:r>
            <a:r>
              <a:rPr lang="en-US" altLang="ko-KR" dirty="0"/>
              <a:t>.</a:t>
            </a:r>
          </a:p>
          <a:p>
            <a:pPr>
              <a:spcBef>
                <a:spcPts val="0"/>
              </a:spcBef>
            </a:pPr>
            <a:r>
              <a:rPr lang="en-US" altLang="ko-KR" dirty="0"/>
              <a:t>  - git diff --staged</a:t>
            </a:r>
            <a:r>
              <a:rPr lang="ko-KR" altLang="en-US" dirty="0"/>
              <a:t>로 다음 </a:t>
            </a:r>
            <a:r>
              <a:rPr lang="en-US" altLang="ko-KR" dirty="0"/>
              <a:t>commit </a:t>
            </a:r>
            <a:r>
              <a:rPr lang="ko-KR" altLang="en-US" dirty="0"/>
              <a:t>후보 내용을 확인했습니다</a:t>
            </a:r>
            <a:r>
              <a:rPr lang="en-US" altLang="ko-KR" dirty="0"/>
              <a:t>.</a:t>
            </a:r>
          </a:p>
          <a:p>
            <a:pPr>
              <a:spcBef>
                <a:spcPts val="0"/>
              </a:spcBef>
            </a:pPr>
            <a:r>
              <a:rPr lang="en-US" altLang="ko-KR" dirty="0"/>
              <a:t>  - git commit</a:t>
            </a:r>
            <a:r>
              <a:rPr lang="ko-KR" altLang="en-US" dirty="0"/>
              <a:t>으로 </a:t>
            </a:r>
            <a:r>
              <a:rPr lang="en-US" altLang="ko-KR" dirty="0"/>
              <a:t>local history</a:t>
            </a:r>
            <a:r>
              <a:rPr lang="ko-KR" altLang="en-US" dirty="0"/>
              <a:t>를 바꿨습니다</a:t>
            </a:r>
            <a:r>
              <a:rPr lang="en-US" altLang="ko-KR" dirty="0"/>
              <a:t>.</a:t>
            </a:r>
          </a:p>
          <a:p>
            <a:pPr>
              <a:spcBef>
                <a:spcPts val="0"/>
              </a:spcBef>
            </a:pPr>
            <a:r>
              <a:rPr lang="en-US" altLang="ko-KR" dirty="0"/>
              <a:t>  - git push</a:t>
            </a:r>
            <a:r>
              <a:rPr lang="ko-KR" altLang="en-US" dirty="0"/>
              <a:t>로 </a:t>
            </a:r>
            <a:r>
              <a:rPr lang="en-US" altLang="ko-KR" dirty="0"/>
              <a:t>GitLab remote</a:t>
            </a:r>
            <a:r>
              <a:rPr lang="ko-KR" altLang="en-US" dirty="0"/>
              <a:t>를 바꿨습니다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226275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02329-E87C-A504-7770-9DA367D12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280F97-DD7B-81A3-56A5-BA6B9DD4A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Step 3. add</a:t>
            </a:r>
            <a:r>
              <a:rPr lang="ko-KR" altLang="en-US" dirty="0"/>
              <a:t> 되돌리기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38945A-0888-1DDE-575F-0E4E92D0F1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spcBef>
                <a:spcPts val="0"/>
              </a:spcBef>
            </a:pPr>
            <a:r>
              <a:rPr lang="ko-KR" altLang="en-US" dirty="0"/>
              <a:t> </a:t>
            </a:r>
            <a:r>
              <a:rPr lang="en-US" altLang="ko-KR" dirty="0"/>
              <a:t>Concept: restore --staged</a:t>
            </a:r>
          </a:p>
          <a:p>
            <a:pPr>
              <a:spcBef>
                <a:spcPts val="0"/>
              </a:spcBef>
            </a:pPr>
            <a:endParaRPr lang="en-US" altLang="ko-KR" dirty="0"/>
          </a:p>
          <a:p>
            <a:pPr>
              <a:spcBef>
                <a:spcPts val="0"/>
              </a:spcBef>
            </a:pPr>
            <a:r>
              <a:rPr lang="en-US" altLang="ko-KR" dirty="0"/>
              <a:t>  git restore --staged &lt;file&gt;</a:t>
            </a:r>
            <a:r>
              <a:rPr lang="ko-KR" altLang="en-US" dirty="0"/>
              <a:t>은 파일 내용을 지우는 명령이 아닙니다</a:t>
            </a:r>
            <a:r>
              <a:rPr lang="en-US" altLang="ko-KR" dirty="0"/>
              <a:t>.</a:t>
            </a:r>
          </a:p>
          <a:p>
            <a:pPr>
              <a:spcBef>
                <a:spcPts val="0"/>
              </a:spcBef>
            </a:pPr>
            <a:endParaRPr lang="en-US" altLang="ko-KR" dirty="0"/>
          </a:p>
          <a:p>
            <a:pPr>
              <a:spcBef>
                <a:spcPts val="0"/>
              </a:spcBef>
            </a:pPr>
            <a:r>
              <a:rPr lang="en-US" altLang="ko-KR" dirty="0"/>
              <a:t>  </a:t>
            </a:r>
            <a:r>
              <a:rPr lang="ko-KR" altLang="en-US" dirty="0"/>
              <a:t>이 명령은</a:t>
            </a:r>
            <a:r>
              <a:rPr lang="en-US" altLang="ko-KR" dirty="0"/>
              <a:t>:</a:t>
            </a:r>
          </a:p>
          <a:p>
            <a:pPr>
              <a:spcBef>
                <a:spcPts val="0"/>
              </a:spcBef>
            </a:pPr>
            <a:endParaRPr lang="en-US" altLang="ko-KR" dirty="0"/>
          </a:p>
          <a:p>
            <a:pPr>
              <a:spcBef>
                <a:spcPts val="0"/>
              </a:spcBef>
            </a:pPr>
            <a:r>
              <a:rPr lang="en-US" altLang="ko-KR" dirty="0"/>
              <a:t>  staging area</a:t>
            </a:r>
            <a:r>
              <a:rPr lang="ko-KR" altLang="en-US" dirty="0"/>
              <a:t>에서만 제거</a:t>
            </a:r>
          </a:p>
          <a:p>
            <a:pPr>
              <a:spcBef>
                <a:spcPts val="0"/>
              </a:spcBef>
            </a:pPr>
            <a:r>
              <a:rPr lang="ko-KR" altLang="en-US" dirty="0"/>
              <a:t>  </a:t>
            </a:r>
            <a:r>
              <a:rPr lang="en-US" altLang="ko-KR" dirty="0"/>
              <a:t>working tree </a:t>
            </a:r>
            <a:r>
              <a:rPr lang="ko-KR" altLang="en-US" dirty="0"/>
              <a:t>파일은 그대로 유지</a:t>
            </a:r>
          </a:p>
          <a:p>
            <a:pPr>
              <a:spcBef>
                <a:spcPts val="0"/>
              </a:spcBef>
            </a:pPr>
            <a:endParaRPr lang="ko-KR" altLang="en-US" dirty="0"/>
          </a:p>
          <a:p>
            <a:pPr>
              <a:spcBef>
                <a:spcPts val="0"/>
              </a:spcBef>
            </a:pPr>
            <a:r>
              <a:rPr lang="ko-KR" altLang="en-US" dirty="0"/>
              <a:t>  즉 “이번 </a:t>
            </a:r>
            <a:r>
              <a:rPr lang="en-US" altLang="ko-KR" dirty="0"/>
              <a:t>commit </a:t>
            </a:r>
            <a:r>
              <a:rPr lang="ko-KR" altLang="en-US" dirty="0"/>
              <a:t>후보에서만 </a:t>
            </a:r>
            <a:r>
              <a:rPr lang="ko-KR" altLang="en-US" dirty="0" err="1"/>
              <a:t>빼기”입니다</a:t>
            </a:r>
            <a:r>
              <a:rPr lang="en-US" altLang="ko-KR" dirty="0"/>
              <a:t>.</a:t>
            </a:r>
          </a:p>
          <a:p>
            <a:pPr>
              <a:spcBef>
                <a:spcPts val="0"/>
              </a:spcBef>
            </a:pPr>
            <a:endParaRPr lang="en-US" altLang="ko-KR" dirty="0"/>
          </a:p>
          <a:p>
            <a:pPr>
              <a:spcBef>
                <a:spcPts val="0"/>
              </a:spcBef>
            </a:pPr>
            <a:r>
              <a:rPr lang="en-US" altLang="ko-KR" dirty="0"/>
              <a:t>  </a:t>
            </a:r>
            <a:r>
              <a:rPr lang="ko-KR" altLang="en-US" dirty="0"/>
              <a:t>이제 </a:t>
            </a:r>
            <a:r>
              <a:rPr lang="en-US" altLang="ko-KR" dirty="0"/>
              <a:t>docs/tutorial-guide.md</a:t>
            </a:r>
            <a:r>
              <a:rPr lang="ko-KR" altLang="en-US" dirty="0"/>
              <a:t>를 추가한 뒤 일부러 </a:t>
            </a:r>
            <a:r>
              <a:rPr lang="en-US" altLang="ko-KR" dirty="0"/>
              <a:t>staging</a:t>
            </a:r>
            <a:r>
              <a:rPr lang="ko-KR" altLang="en-US" dirty="0"/>
              <a:t>했다가 되돌리겠습니다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518913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3A8F0-3604-4A25-A728-034DE048C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6ED28F-E22E-FA56-CCC8-8A0B9D8CC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Step 3. add</a:t>
            </a:r>
            <a:r>
              <a:rPr lang="ko-KR" altLang="en-US" dirty="0"/>
              <a:t> 되돌리기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EFBE3D5-B096-E34A-5DF5-0326786FC2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spcBef>
                <a:spcPts val="0"/>
              </a:spcBef>
            </a:pPr>
            <a:r>
              <a:rPr lang="en-US" altLang="ko-KR" dirty="0"/>
              <a:t> Copy-Item "C:\Users\angpa\myProjects\Daily_Work\GitLab-Manual\GitLab-Onboarding-</a:t>
            </a:r>
          </a:p>
          <a:p>
            <a:pPr>
              <a:spcBef>
                <a:spcPts val="0"/>
              </a:spcBef>
            </a:pPr>
            <a:r>
              <a:rPr lang="en-US" altLang="ko-KR" dirty="0"/>
              <a:t>  Lectures\tutorials\CH02-Local-Workflow-and-Core-Commands\assets\docs\tutorial-guide.md" .</a:t>
            </a:r>
          </a:p>
          <a:p>
            <a:pPr>
              <a:spcBef>
                <a:spcPts val="0"/>
              </a:spcBef>
            </a:pPr>
            <a:r>
              <a:rPr lang="en-US" altLang="ko-KR" dirty="0"/>
              <a:t>  \docs\tutorial-guide.md</a:t>
            </a:r>
          </a:p>
          <a:p>
            <a:pPr>
              <a:spcBef>
                <a:spcPts val="0"/>
              </a:spcBef>
            </a:pPr>
            <a:endParaRPr lang="en-US" altLang="ko-KR" dirty="0"/>
          </a:p>
          <a:p>
            <a:pPr>
              <a:spcBef>
                <a:spcPts val="0"/>
              </a:spcBef>
            </a:pPr>
            <a:r>
              <a:rPr lang="en-US" altLang="ko-KR" dirty="0"/>
              <a:t>  git status</a:t>
            </a:r>
          </a:p>
          <a:p>
            <a:pPr>
              <a:spcBef>
                <a:spcPts val="0"/>
              </a:spcBef>
            </a:pPr>
            <a:r>
              <a:rPr lang="en-US" altLang="ko-KR" dirty="0"/>
              <a:t>  git add .\docs\tutorial-guide.md</a:t>
            </a:r>
          </a:p>
          <a:p>
            <a:pPr>
              <a:spcBef>
                <a:spcPts val="0"/>
              </a:spcBef>
            </a:pPr>
            <a:r>
              <a:rPr lang="en-US" altLang="ko-KR" dirty="0"/>
              <a:t>  git status</a:t>
            </a:r>
          </a:p>
          <a:p>
            <a:pPr>
              <a:spcBef>
                <a:spcPts val="0"/>
              </a:spcBef>
            </a:pPr>
            <a:r>
              <a:rPr lang="en-US" altLang="ko-KR" dirty="0"/>
              <a:t>  git diff --staged</a:t>
            </a:r>
          </a:p>
          <a:p>
            <a:pPr>
              <a:spcBef>
                <a:spcPts val="0"/>
              </a:spcBef>
            </a:pPr>
            <a:endParaRPr lang="en-US" altLang="ko-KR" dirty="0"/>
          </a:p>
          <a:p>
            <a:pPr>
              <a:spcBef>
                <a:spcPts val="0"/>
              </a:spcBef>
            </a:pPr>
            <a:r>
              <a:rPr lang="en-US" altLang="ko-KR" dirty="0"/>
              <a:t>git restore --staged .\docs\tutorial-guide.md</a:t>
            </a:r>
          </a:p>
          <a:p>
            <a:pPr>
              <a:spcBef>
                <a:spcPts val="0"/>
              </a:spcBef>
            </a:pPr>
            <a:r>
              <a:rPr lang="en-US" altLang="ko-KR" dirty="0"/>
              <a:t>git diff –staged -- .\docs\tutorial-guide.md</a:t>
            </a:r>
          </a:p>
          <a:p>
            <a:pPr>
              <a:spcBef>
                <a:spcPts val="0"/>
              </a:spcBef>
            </a:pPr>
            <a:r>
              <a:rPr lang="en-US" altLang="ko-KR" dirty="0"/>
              <a:t>git diff -- .\docs\tutorial-guide.md</a:t>
            </a:r>
          </a:p>
          <a:p>
            <a:pPr>
              <a:spcBef>
                <a:spcPts val="0"/>
              </a:spcBef>
            </a:pPr>
            <a:r>
              <a:rPr lang="en-US" altLang="ko-KR" dirty="0"/>
              <a:t>Git status –short </a:t>
            </a:r>
            <a:r>
              <a:rPr lang="en-US" altLang="ko-KR" dirty="0">
                <a:sym typeface="Wingdings" panose="05000000000000000000" pitchFamily="2" charset="2"/>
              </a:rPr>
              <a:t> </a:t>
            </a:r>
            <a:r>
              <a:rPr lang="en-US" altLang="ko-KR" dirty="0"/>
              <a:t>?? docs/tutorial-guide.md	</a:t>
            </a:r>
          </a:p>
          <a:p>
            <a:pPr>
              <a:spcBef>
                <a:spcPts val="0"/>
              </a:spcBef>
            </a:pPr>
            <a:r>
              <a:rPr lang="en-US" altLang="ko-KR" dirty="0"/>
              <a:t>git add .\docs\tutorial-guide.md 	</a:t>
            </a:r>
          </a:p>
          <a:p>
            <a:pPr>
              <a:spcBef>
                <a:spcPts val="0"/>
              </a:spcBef>
            </a:pPr>
            <a:r>
              <a:rPr lang="en-US" altLang="ko-KR" dirty="0"/>
              <a:t>git commit -m "docs: add tutorial workflow guide"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26959E-5A8D-DF41-C58F-B949467E63DA}"/>
              </a:ext>
            </a:extLst>
          </p:cNvPr>
          <p:cNvSpPr txBox="1"/>
          <p:nvPr/>
        </p:nvSpPr>
        <p:spPr>
          <a:xfrm>
            <a:off x="8270708" y="4166027"/>
            <a:ext cx="348414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 예상 결과: </a:t>
            </a:r>
            <a:r>
              <a:rPr lang="en-US" altLang="ko-KR" dirty="0"/>
              <a:t>git</a:t>
            </a:r>
            <a:r>
              <a:rPr lang="ko-KR" altLang="en-US" dirty="0"/>
              <a:t> </a:t>
            </a:r>
            <a:r>
              <a:rPr lang="en-US" altLang="ko-KR" dirty="0"/>
              <a:t>status</a:t>
            </a:r>
            <a:endParaRPr lang="ko-KR" altLang="en-US" dirty="0"/>
          </a:p>
          <a:p>
            <a:endParaRPr lang="ko-KR" altLang="en-US" dirty="0"/>
          </a:p>
          <a:p>
            <a:r>
              <a:rPr lang="ko-KR" altLang="en-US" dirty="0"/>
              <a:t>  </a:t>
            </a:r>
            <a:r>
              <a:rPr lang="ko-KR" altLang="en-US" dirty="0" err="1"/>
              <a:t>Untracked</a:t>
            </a:r>
            <a:r>
              <a:rPr lang="ko-KR" altLang="en-US" dirty="0"/>
              <a:t> </a:t>
            </a:r>
            <a:r>
              <a:rPr lang="ko-KR" altLang="en-US" dirty="0" err="1"/>
              <a:t>files</a:t>
            </a:r>
            <a:r>
              <a:rPr lang="ko-KR" altLang="en-US" dirty="0"/>
              <a:t>:</a:t>
            </a:r>
          </a:p>
          <a:p>
            <a:r>
              <a:rPr lang="ko-KR" altLang="en-US" dirty="0"/>
              <a:t>          docs/tutorial-guide.md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65AB45-939A-C090-CF82-9052431B6F72}"/>
              </a:ext>
            </a:extLst>
          </p:cNvPr>
          <p:cNvSpPr txBox="1"/>
          <p:nvPr/>
        </p:nvSpPr>
        <p:spPr>
          <a:xfrm>
            <a:off x="6488029" y="5853797"/>
            <a:ext cx="60939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 &gt; </a:t>
            </a:r>
            <a:r>
              <a:rPr lang="ko-KR" altLang="en-US" dirty="0" err="1"/>
              <a:t>git</a:t>
            </a:r>
            <a:r>
              <a:rPr lang="ko-KR" altLang="en-US" dirty="0"/>
              <a:t> </a:t>
            </a:r>
            <a:r>
              <a:rPr lang="ko-KR" altLang="en-US" dirty="0" err="1"/>
              <a:t>restore</a:t>
            </a:r>
            <a:r>
              <a:rPr lang="ko-KR" altLang="en-US" dirty="0"/>
              <a:t> --</a:t>
            </a:r>
            <a:r>
              <a:rPr lang="ko-KR" altLang="en-US" dirty="0" err="1"/>
              <a:t>staged는</a:t>
            </a:r>
            <a:r>
              <a:rPr lang="ko-KR" altLang="en-US" dirty="0"/>
              <a:t> 파일을 삭제하지 않는다.</a:t>
            </a:r>
          </a:p>
          <a:p>
            <a:r>
              <a:rPr lang="ko-KR" altLang="en-US" dirty="0"/>
              <a:t>  &gt; 단지 “다음 </a:t>
            </a:r>
            <a:r>
              <a:rPr lang="ko-KR" altLang="en-US" dirty="0" err="1"/>
              <a:t>commit</a:t>
            </a:r>
            <a:r>
              <a:rPr lang="ko-KR" altLang="en-US" dirty="0"/>
              <a:t> </a:t>
            </a:r>
            <a:r>
              <a:rPr lang="ko-KR" altLang="en-US" dirty="0" err="1"/>
              <a:t>후보”에서</a:t>
            </a:r>
            <a:r>
              <a:rPr lang="ko-KR" altLang="en-US" dirty="0"/>
              <a:t> 빼는 명령이다.</a:t>
            </a:r>
          </a:p>
        </p:txBody>
      </p:sp>
    </p:spTree>
    <p:extLst>
      <p:ext uri="{BB962C8B-B14F-4D97-AF65-F5344CB8AC3E}">
        <p14:creationId xmlns:p14="http://schemas.microsoft.com/office/powerpoint/2010/main" val="40705900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1068E8-CC70-D56E-7C0B-D951B4A81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DF369B-FCE8-ECC6-F182-30279A05C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Step 4. fetch vs pull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F169A6E-D4B6-E054-E461-72F44C20DD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spcBef>
                <a:spcPts val="0"/>
              </a:spcBef>
            </a:pPr>
            <a:r>
              <a:rPr lang="ko-KR" altLang="en-US" dirty="0"/>
              <a:t> </a:t>
            </a:r>
            <a:r>
              <a:rPr lang="en-US" altLang="ko-KR" dirty="0"/>
              <a:t>git fetch</a:t>
            </a:r>
          </a:p>
          <a:p>
            <a:pPr>
              <a:spcBef>
                <a:spcPts val="0"/>
              </a:spcBef>
            </a:pPr>
            <a:endParaRPr lang="en-US" altLang="ko-KR" dirty="0"/>
          </a:p>
          <a:p>
            <a:pPr>
              <a:spcBef>
                <a:spcPts val="0"/>
              </a:spcBef>
            </a:pPr>
            <a:r>
              <a:rPr lang="en-US" altLang="ko-KR" dirty="0"/>
              <a:t>  - GitLab</a:t>
            </a:r>
            <a:r>
              <a:rPr lang="ko-KR" altLang="en-US" dirty="0"/>
              <a:t>의 최신 정보를 가져옵니다</a:t>
            </a:r>
            <a:r>
              <a:rPr lang="en-US" altLang="ko-KR" dirty="0"/>
              <a:t>.</a:t>
            </a:r>
          </a:p>
          <a:p>
            <a:pPr>
              <a:spcBef>
                <a:spcPts val="0"/>
              </a:spcBef>
            </a:pPr>
            <a:r>
              <a:rPr lang="en-US" altLang="ko-KR" dirty="0"/>
              <a:t>  - origin/main </a:t>
            </a:r>
            <a:r>
              <a:rPr lang="ko-KR" altLang="en-US" dirty="0"/>
              <a:t>같은 </a:t>
            </a:r>
            <a:r>
              <a:rPr lang="en-US" altLang="ko-KR" dirty="0"/>
              <a:t>remote-tracking branch</a:t>
            </a:r>
            <a:r>
              <a:rPr lang="ko-KR" altLang="en-US" dirty="0"/>
              <a:t>를 업데이트합니다</a:t>
            </a:r>
            <a:r>
              <a:rPr lang="en-US" altLang="ko-KR" dirty="0"/>
              <a:t>.</a:t>
            </a:r>
          </a:p>
          <a:p>
            <a:pPr>
              <a:spcBef>
                <a:spcPts val="0"/>
              </a:spcBef>
            </a:pPr>
            <a:r>
              <a:rPr lang="en-US" altLang="ko-KR" dirty="0"/>
              <a:t>  - </a:t>
            </a:r>
            <a:r>
              <a:rPr lang="ko-KR" altLang="en-US" dirty="0"/>
              <a:t>내 </a:t>
            </a:r>
            <a:r>
              <a:rPr lang="en-US" altLang="ko-KR" dirty="0"/>
              <a:t>working tree </a:t>
            </a:r>
            <a:r>
              <a:rPr lang="ko-KR" altLang="en-US" dirty="0"/>
              <a:t>파일은 건드리지 않습니다</a:t>
            </a:r>
            <a:r>
              <a:rPr lang="en-US" altLang="ko-KR" dirty="0"/>
              <a:t>.</a:t>
            </a:r>
          </a:p>
          <a:p>
            <a:pPr>
              <a:spcBef>
                <a:spcPts val="0"/>
              </a:spcBef>
            </a:pPr>
            <a:r>
              <a:rPr lang="en-US" altLang="ko-KR" dirty="0"/>
              <a:t>  - </a:t>
            </a:r>
            <a:r>
              <a:rPr lang="ko-KR" altLang="en-US" dirty="0"/>
              <a:t>그래서 먼저 상황을 살펴보기 좋습니다</a:t>
            </a:r>
            <a:r>
              <a:rPr lang="en-US" altLang="ko-KR" dirty="0"/>
              <a:t>.</a:t>
            </a:r>
          </a:p>
          <a:p>
            <a:pPr>
              <a:spcBef>
                <a:spcPts val="0"/>
              </a:spcBef>
            </a:pPr>
            <a:endParaRPr lang="en-US" altLang="ko-KR" dirty="0"/>
          </a:p>
          <a:p>
            <a:pPr>
              <a:spcBef>
                <a:spcPts val="0"/>
              </a:spcBef>
            </a:pPr>
            <a:r>
              <a:rPr lang="en-US" altLang="ko-KR" dirty="0"/>
              <a:t>  git pull</a:t>
            </a:r>
          </a:p>
          <a:p>
            <a:pPr>
              <a:spcBef>
                <a:spcPts val="0"/>
              </a:spcBef>
            </a:pPr>
            <a:endParaRPr lang="en-US" altLang="ko-KR" dirty="0"/>
          </a:p>
          <a:p>
            <a:pPr>
              <a:spcBef>
                <a:spcPts val="0"/>
              </a:spcBef>
            </a:pPr>
            <a:r>
              <a:rPr lang="en-US" altLang="ko-KR" dirty="0"/>
              <a:t>  - </a:t>
            </a:r>
            <a:r>
              <a:rPr lang="ko-KR" altLang="en-US" dirty="0"/>
              <a:t>보통 </a:t>
            </a:r>
            <a:r>
              <a:rPr lang="en-US" altLang="ko-KR" dirty="0"/>
              <a:t>fetch + merge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pPr>
              <a:spcBef>
                <a:spcPts val="0"/>
              </a:spcBef>
            </a:pPr>
            <a:r>
              <a:rPr lang="en-US" altLang="ko-KR" dirty="0"/>
              <a:t>  - remote </a:t>
            </a:r>
            <a:r>
              <a:rPr lang="ko-KR" altLang="en-US" dirty="0"/>
              <a:t>변경을 가져온 뒤 내 </a:t>
            </a:r>
            <a:r>
              <a:rPr lang="en-US" altLang="ko-KR" dirty="0"/>
              <a:t>branch</a:t>
            </a:r>
            <a:r>
              <a:rPr lang="ko-KR" altLang="en-US" dirty="0"/>
              <a:t>에 바로 섞습니다</a:t>
            </a:r>
            <a:r>
              <a:rPr lang="en-US" altLang="ko-KR" dirty="0"/>
              <a:t>.</a:t>
            </a:r>
          </a:p>
          <a:p>
            <a:pPr>
              <a:spcBef>
                <a:spcPts val="0"/>
              </a:spcBef>
            </a:pPr>
            <a:r>
              <a:rPr lang="en-US" altLang="ko-KR" dirty="0"/>
              <a:t>  - working tree</a:t>
            </a:r>
            <a:r>
              <a:rPr lang="ko-KR" altLang="en-US" dirty="0"/>
              <a:t>나 </a:t>
            </a:r>
            <a:r>
              <a:rPr lang="en-US" altLang="ko-KR" dirty="0"/>
              <a:t>history</a:t>
            </a:r>
            <a:r>
              <a:rPr lang="ko-KR" altLang="en-US" dirty="0"/>
              <a:t>가 바뀔 수 있습니다</a:t>
            </a:r>
            <a:r>
              <a:rPr lang="en-US" altLang="ko-KR" dirty="0"/>
              <a:t>.</a:t>
            </a:r>
          </a:p>
          <a:p>
            <a:pPr>
              <a:spcBef>
                <a:spcPts val="0"/>
              </a:spcBef>
            </a:pPr>
            <a:r>
              <a:rPr lang="en-US" altLang="ko-KR" dirty="0"/>
              <a:t>  - </a:t>
            </a:r>
            <a:r>
              <a:rPr lang="ko-KR" altLang="en-US" dirty="0"/>
              <a:t>그래서 현재 상태를 모르고 쓰면 예상 밖 </a:t>
            </a:r>
            <a:r>
              <a:rPr lang="en-US" altLang="ko-KR" dirty="0"/>
              <a:t>merge</a:t>
            </a:r>
            <a:r>
              <a:rPr lang="ko-KR" altLang="en-US" dirty="0"/>
              <a:t>가 생길 수 있습니다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166350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E7479-D3B9-40EF-F0D9-E93F60355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AFC2E1-EE71-0AD7-8BE5-699DBA0BD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Step 4. create new repo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B06678A-0832-C42B-6E60-864B5D856F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n-US" altLang="ko-KR" dirty="0"/>
              <a:t> cd C:\Users\angpa\myProjects\Daily_Work\GitLab-Manual\Lecture_Prep\CH02</a:t>
            </a:r>
          </a:p>
          <a:p>
            <a:pPr>
              <a:spcBef>
                <a:spcPts val="0"/>
              </a:spcBef>
            </a:pPr>
            <a:r>
              <a:rPr lang="en-US" altLang="ko-KR" dirty="0"/>
              <a:t>  git clone https://gitlab.com/Infant83/tutorial-collaboration-lab.git tutorial-collaboration-lab-peer</a:t>
            </a:r>
          </a:p>
          <a:p>
            <a:pPr>
              <a:spcBef>
                <a:spcPts val="0"/>
              </a:spcBef>
            </a:pPr>
            <a:r>
              <a:rPr lang="en-US" altLang="ko-KR" dirty="0"/>
              <a:t>  cd .\tutorial-collaboration-lab-peer</a:t>
            </a:r>
          </a:p>
          <a:p>
            <a:pPr>
              <a:spcBef>
                <a:spcPts val="0"/>
              </a:spcBef>
            </a:pPr>
            <a:r>
              <a:rPr lang="en-US" altLang="ko-KR" dirty="0"/>
              <a:t>  git status</a:t>
            </a:r>
          </a:p>
          <a:p>
            <a:pPr>
              <a:spcBef>
                <a:spcPts val="0"/>
              </a:spcBef>
            </a:pPr>
            <a:r>
              <a:rPr lang="en-US" altLang="ko-KR" dirty="0"/>
              <a:t>  git log --</a:t>
            </a:r>
            <a:r>
              <a:rPr lang="en-US" altLang="ko-KR" dirty="0" err="1"/>
              <a:t>oneline</a:t>
            </a:r>
            <a:r>
              <a:rPr lang="en-US" altLang="ko-KR" dirty="0"/>
              <a:t> --decorate -3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C8869A-1436-00BE-46DB-0A5B024A785F}"/>
              </a:ext>
            </a:extLst>
          </p:cNvPr>
          <p:cNvSpPr txBox="1"/>
          <p:nvPr/>
        </p:nvSpPr>
        <p:spPr>
          <a:xfrm>
            <a:off x="838199" y="5253633"/>
            <a:ext cx="1089258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 </a:t>
            </a:r>
            <a:r>
              <a:rPr lang="ko-KR" altLang="en-US" dirty="0" err="1"/>
              <a:t>Get-ChildItem</a:t>
            </a:r>
            <a:r>
              <a:rPr lang="ko-KR" altLang="en-US" dirty="0"/>
              <a:t> -</a:t>
            </a:r>
            <a:r>
              <a:rPr lang="ko-KR" altLang="en-US" dirty="0" err="1"/>
              <a:t>LiteralPath</a:t>
            </a:r>
            <a:r>
              <a:rPr lang="ko-KR" altLang="en-US" dirty="0"/>
              <a:t> .</a:t>
            </a:r>
            <a:r>
              <a:rPr lang="ko-KR" altLang="en-US" dirty="0" err="1"/>
              <a:t>git</a:t>
            </a:r>
            <a:r>
              <a:rPr lang="ko-KR" altLang="en-US" dirty="0"/>
              <a:t> -</a:t>
            </a:r>
            <a:r>
              <a:rPr lang="ko-KR" altLang="en-US" dirty="0" err="1"/>
              <a:t>Recurse</a:t>
            </a:r>
            <a:r>
              <a:rPr lang="ko-KR" altLang="en-US" dirty="0"/>
              <a:t> -</a:t>
            </a:r>
            <a:r>
              <a:rPr lang="ko-KR" altLang="en-US" dirty="0" err="1"/>
              <a:t>Force</a:t>
            </a:r>
            <a:r>
              <a:rPr lang="ko-KR" altLang="en-US" dirty="0"/>
              <a:t> -</a:t>
            </a:r>
            <a:r>
              <a:rPr lang="ko-KR" altLang="en-US" dirty="0" err="1"/>
              <a:t>Filter</a:t>
            </a:r>
            <a:r>
              <a:rPr lang="ko-KR" altLang="en-US" dirty="0"/>
              <a:t> desktop.ini | </a:t>
            </a:r>
            <a:r>
              <a:rPr lang="ko-KR" altLang="en-US" dirty="0" err="1"/>
              <a:t>Remove-Item</a:t>
            </a:r>
            <a:r>
              <a:rPr lang="ko-KR" altLang="en-US" dirty="0"/>
              <a:t> -</a:t>
            </a:r>
            <a:r>
              <a:rPr lang="ko-KR" altLang="en-US" dirty="0" err="1"/>
              <a:t>Force</a:t>
            </a:r>
            <a:endParaRPr lang="ko-KR" altLang="en-US" dirty="0"/>
          </a:p>
          <a:p>
            <a:r>
              <a:rPr lang="ko-KR" altLang="en-US" dirty="0"/>
              <a:t> </a:t>
            </a:r>
            <a:r>
              <a:rPr lang="ko-KR" altLang="en-US" dirty="0" err="1"/>
              <a:t>git</a:t>
            </a:r>
            <a:r>
              <a:rPr lang="ko-KR" altLang="en-US" dirty="0"/>
              <a:t> </a:t>
            </a:r>
            <a:r>
              <a:rPr lang="ko-KR" altLang="en-US" dirty="0" err="1"/>
              <a:t>fsck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828805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D54743-5525-1845-D899-59FD756B7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Step 4. remote</a:t>
            </a:r>
            <a:r>
              <a:rPr lang="ko-KR" altLang="en-US" dirty="0"/>
              <a:t>가 앞서가는 상황 만들기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27CFE8-B9B4-0D54-EC58-8824656452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6709"/>
            <a:ext cx="10515600" cy="4351338"/>
          </a:xfrm>
        </p:spPr>
        <p:txBody>
          <a:bodyPr>
            <a:normAutofit fontScale="62500" lnSpcReduction="20000"/>
          </a:bodyPr>
          <a:lstStyle/>
          <a:p>
            <a:pPr>
              <a:spcBef>
                <a:spcPts val="0"/>
              </a:spcBef>
            </a:pPr>
            <a:r>
              <a:rPr lang="en-US" altLang="ko-KR" dirty="0"/>
              <a:t> Concept: remote</a:t>
            </a:r>
            <a:r>
              <a:rPr lang="ko-KR" altLang="en-US" dirty="0"/>
              <a:t>가 앞서가는 상황 만들기</a:t>
            </a:r>
          </a:p>
          <a:p>
            <a:pPr>
              <a:spcBef>
                <a:spcPts val="0"/>
              </a:spcBef>
            </a:pPr>
            <a:endParaRPr lang="ko-KR" altLang="en-US" dirty="0"/>
          </a:p>
          <a:p>
            <a:pPr>
              <a:spcBef>
                <a:spcPts val="0"/>
              </a:spcBef>
            </a:pPr>
            <a:r>
              <a:rPr lang="ko-KR" altLang="en-US" dirty="0"/>
              <a:t>  </a:t>
            </a:r>
            <a:r>
              <a:rPr lang="ko-KR" altLang="en-US" b="1" dirty="0"/>
              <a:t>실무에서는 다른 사람이 먼저 </a:t>
            </a:r>
            <a:r>
              <a:rPr lang="en-US" altLang="ko-KR" b="1" dirty="0"/>
              <a:t>push</a:t>
            </a:r>
            <a:r>
              <a:rPr lang="ko-KR" altLang="en-US" b="1" dirty="0"/>
              <a:t>하면</a:t>
            </a:r>
            <a:r>
              <a:rPr lang="en-US" altLang="ko-KR" b="1" dirty="0"/>
              <a:t>, </a:t>
            </a:r>
            <a:r>
              <a:rPr lang="ko-KR" altLang="en-US" b="1" dirty="0"/>
              <a:t>내 </a:t>
            </a:r>
            <a:r>
              <a:rPr lang="en-US" altLang="ko-KR" b="1" dirty="0"/>
              <a:t>local repo</a:t>
            </a:r>
            <a:r>
              <a:rPr lang="ko-KR" altLang="en-US" b="1" dirty="0"/>
              <a:t>는 그것을 자동으로 알지 못합니다</a:t>
            </a:r>
            <a:r>
              <a:rPr lang="en-US" altLang="ko-KR" b="1" dirty="0"/>
              <a:t>.</a:t>
            </a:r>
          </a:p>
          <a:p>
            <a:pPr>
              <a:spcBef>
                <a:spcPts val="0"/>
              </a:spcBef>
            </a:pPr>
            <a:endParaRPr lang="en-US" altLang="ko-KR" dirty="0"/>
          </a:p>
          <a:p>
            <a:pPr>
              <a:spcBef>
                <a:spcPts val="0"/>
              </a:spcBef>
            </a:pPr>
            <a:r>
              <a:rPr lang="en-US" altLang="ko-KR" dirty="0"/>
              <a:t>  </a:t>
            </a:r>
            <a:r>
              <a:rPr lang="ko-KR" altLang="en-US" dirty="0"/>
              <a:t>내 </a:t>
            </a:r>
            <a:r>
              <a:rPr lang="en-US" altLang="ko-KR" dirty="0"/>
              <a:t>repo:      origin/main = b9c683e </a:t>
            </a:r>
            <a:r>
              <a:rPr lang="ko-KR" altLang="en-US" dirty="0"/>
              <a:t>로 알고 있음</a:t>
            </a:r>
          </a:p>
          <a:p>
            <a:pPr>
              <a:spcBef>
                <a:spcPts val="0"/>
              </a:spcBef>
            </a:pPr>
            <a:r>
              <a:rPr lang="ko-KR" altLang="en-US" dirty="0"/>
              <a:t>  다른 팀원</a:t>
            </a:r>
            <a:r>
              <a:rPr lang="en-US" altLang="ko-KR" dirty="0"/>
              <a:t>:   </a:t>
            </a:r>
            <a:r>
              <a:rPr lang="ko-KR" altLang="en-US" dirty="0"/>
              <a:t>새 </a:t>
            </a:r>
            <a:r>
              <a:rPr lang="en-US" altLang="ko-KR" dirty="0"/>
              <a:t>commit push</a:t>
            </a:r>
          </a:p>
          <a:p>
            <a:pPr>
              <a:spcBef>
                <a:spcPts val="0"/>
              </a:spcBef>
            </a:pPr>
            <a:r>
              <a:rPr lang="en-US" altLang="ko-KR" dirty="0"/>
              <a:t>  GitLab:      origin/main = </a:t>
            </a:r>
            <a:r>
              <a:rPr lang="ko-KR" altLang="en-US" dirty="0"/>
              <a:t>새 </a:t>
            </a:r>
            <a:r>
              <a:rPr lang="en-US" altLang="ko-KR" dirty="0"/>
              <a:t>commit</a:t>
            </a:r>
          </a:p>
          <a:p>
            <a:pPr>
              <a:spcBef>
                <a:spcPts val="0"/>
              </a:spcBef>
            </a:pPr>
            <a:r>
              <a:rPr lang="en-US" altLang="ko-KR" dirty="0"/>
              <a:t>  </a:t>
            </a:r>
            <a:r>
              <a:rPr lang="ko-KR" altLang="en-US" dirty="0"/>
              <a:t>내 </a:t>
            </a:r>
            <a:r>
              <a:rPr lang="en-US" altLang="ko-KR" dirty="0"/>
              <a:t>repo:      </a:t>
            </a:r>
            <a:r>
              <a:rPr lang="ko-KR" altLang="en-US" dirty="0"/>
              <a:t>아직 모름</a:t>
            </a:r>
          </a:p>
          <a:p>
            <a:pPr>
              <a:spcBef>
                <a:spcPts val="0"/>
              </a:spcBef>
            </a:pPr>
            <a:endParaRPr lang="ko-KR" altLang="en-US" dirty="0"/>
          </a:p>
          <a:p>
            <a:pPr>
              <a:spcBef>
                <a:spcPts val="0"/>
              </a:spcBef>
            </a:pPr>
            <a:r>
              <a:rPr lang="ko-KR" altLang="en-US" dirty="0"/>
              <a:t>  이 상태에서 내 </a:t>
            </a:r>
            <a:r>
              <a:rPr lang="en-US" altLang="ko-KR" dirty="0"/>
              <a:t>repo</a:t>
            </a:r>
            <a:r>
              <a:rPr lang="ko-KR" altLang="en-US" dirty="0"/>
              <a:t>에서 </a:t>
            </a:r>
            <a:r>
              <a:rPr lang="en-US" altLang="ko-KR" dirty="0"/>
              <a:t>fetch</a:t>
            </a:r>
            <a:r>
              <a:rPr lang="ko-KR" altLang="en-US" dirty="0"/>
              <a:t>를 하면 “</a:t>
            </a:r>
            <a:r>
              <a:rPr lang="en-US" altLang="ko-KR" dirty="0"/>
              <a:t>remote</a:t>
            </a:r>
            <a:r>
              <a:rPr lang="ko-KR" altLang="en-US" dirty="0"/>
              <a:t>가 </a:t>
            </a:r>
            <a:r>
              <a:rPr lang="ko-KR" altLang="en-US" dirty="0" err="1"/>
              <a:t>앞섰다”는</a:t>
            </a:r>
            <a:r>
              <a:rPr lang="ko-KR" altLang="en-US" dirty="0"/>
              <a:t> 걸 알게 됩니다</a:t>
            </a:r>
            <a:r>
              <a:rPr lang="en-US" altLang="ko-KR" dirty="0"/>
              <a:t>.</a:t>
            </a:r>
          </a:p>
          <a:p>
            <a:pPr>
              <a:spcBef>
                <a:spcPts val="0"/>
              </a:spcBef>
            </a:pPr>
            <a:r>
              <a:rPr lang="en-US" altLang="ko-KR" dirty="0"/>
              <a:t>  pull</a:t>
            </a:r>
            <a:r>
              <a:rPr lang="ko-KR" altLang="en-US" dirty="0"/>
              <a:t>을 하면 그 변경이 내 </a:t>
            </a:r>
            <a:r>
              <a:rPr lang="en-US" altLang="ko-KR" dirty="0"/>
              <a:t>branch</a:t>
            </a:r>
            <a:r>
              <a:rPr lang="ko-KR" altLang="en-US" dirty="0"/>
              <a:t>에 실제로 섞입니다</a:t>
            </a:r>
            <a:r>
              <a:rPr lang="en-US" altLang="ko-KR" dirty="0"/>
              <a:t>.</a:t>
            </a:r>
          </a:p>
          <a:p>
            <a:pPr>
              <a:spcBef>
                <a:spcPts val="0"/>
              </a:spcBef>
            </a:pPr>
            <a:r>
              <a:rPr lang="ko-KR" altLang="en-US" dirty="0"/>
              <a:t>이제 </a:t>
            </a:r>
            <a:r>
              <a:rPr lang="en-US" altLang="ko-KR" dirty="0"/>
              <a:t>peer repo</a:t>
            </a:r>
            <a:r>
              <a:rPr lang="ko-KR" altLang="en-US" dirty="0"/>
              <a:t>에서 작은 변경을 만들겠습니다</a:t>
            </a:r>
            <a:r>
              <a:rPr lang="en-US" altLang="ko-KR" dirty="0"/>
              <a:t>. </a:t>
            </a:r>
            <a:r>
              <a:rPr lang="ko-KR" altLang="en-US" dirty="0"/>
              <a:t>현재 위치가 </a:t>
            </a:r>
            <a:r>
              <a:rPr lang="en-US" altLang="ko-KR" dirty="0"/>
              <a:t>peer repo</a:t>
            </a:r>
            <a:r>
              <a:rPr lang="ko-KR" altLang="en-US" dirty="0"/>
              <a:t>인지 확인하세요</a:t>
            </a:r>
            <a:r>
              <a:rPr lang="en-US" altLang="ko-KR" dirty="0"/>
              <a:t>.</a:t>
            </a:r>
          </a:p>
          <a:p>
            <a:pPr>
              <a:spcBef>
                <a:spcPts val="0"/>
              </a:spcBef>
            </a:pPr>
            <a:endParaRPr lang="en-US" altLang="ko-KR" dirty="0"/>
          </a:p>
          <a:p>
            <a:pPr>
              <a:spcBef>
                <a:spcPts val="0"/>
              </a:spcBef>
            </a:pPr>
            <a:r>
              <a:rPr lang="en-US" altLang="ko-KR" dirty="0"/>
              <a:t>Add-Content .\notes.txt "- Peer added a remote update for fetch practice."</a:t>
            </a:r>
          </a:p>
          <a:p>
            <a:pPr>
              <a:spcBef>
                <a:spcPts val="0"/>
              </a:spcBef>
            </a:pPr>
            <a:r>
              <a:rPr lang="en-US" altLang="ko-KR" dirty="0"/>
              <a:t>  git status</a:t>
            </a:r>
          </a:p>
          <a:p>
            <a:pPr>
              <a:spcBef>
                <a:spcPts val="0"/>
              </a:spcBef>
            </a:pPr>
            <a:r>
              <a:rPr lang="en-US" altLang="ko-KR" dirty="0"/>
              <a:t>  git diff</a:t>
            </a:r>
          </a:p>
          <a:p>
            <a:pPr>
              <a:spcBef>
                <a:spcPts val="0"/>
              </a:spcBef>
            </a:pPr>
            <a:r>
              <a:rPr lang="en-US" altLang="ko-KR" dirty="0"/>
              <a:t>  git add .\notes.txt</a:t>
            </a:r>
          </a:p>
          <a:p>
            <a:pPr>
              <a:spcBef>
                <a:spcPts val="0"/>
              </a:spcBef>
            </a:pPr>
            <a:r>
              <a:rPr lang="en-US" altLang="ko-KR" dirty="0"/>
              <a:t>  git commit -m "docs: add peer fetch practice note"</a:t>
            </a:r>
          </a:p>
          <a:p>
            <a:pPr>
              <a:spcBef>
                <a:spcPts val="0"/>
              </a:spcBef>
            </a:pPr>
            <a:r>
              <a:rPr lang="en-US" altLang="ko-KR" dirty="0"/>
              <a:t>  git push</a:t>
            </a:r>
          </a:p>
          <a:p>
            <a:pPr>
              <a:spcBef>
                <a:spcPts val="0"/>
              </a:spcBef>
            </a:pPr>
            <a:endParaRPr lang="en-US" altLang="ko-KR" dirty="0"/>
          </a:p>
          <a:p>
            <a:pPr>
              <a:spcBef>
                <a:spcPts val="0"/>
              </a:spcBef>
            </a:pPr>
            <a:r>
              <a:rPr lang="en-US" altLang="ko-KR" dirty="0"/>
              <a:t>git log --</a:t>
            </a:r>
            <a:r>
              <a:rPr lang="en-US" altLang="ko-KR" dirty="0" err="1"/>
              <a:t>oneline</a:t>
            </a:r>
            <a:r>
              <a:rPr lang="en-US" altLang="ko-KR" dirty="0"/>
              <a:t>  --decorate -3</a:t>
            </a:r>
          </a:p>
          <a:p>
            <a:pPr>
              <a:spcBef>
                <a:spcPts val="0"/>
              </a:spcBef>
            </a:pPr>
            <a:r>
              <a:rPr lang="en-US" altLang="ko-KR" dirty="0"/>
              <a:t>git status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4AD038-9942-B088-E24B-29002EE999B9}"/>
              </a:ext>
            </a:extLst>
          </p:cNvPr>
          <p:cNvSpPr txBox="1"/>
          <p:nvPr/>
        </p:nvSpPr>
        <p:spPr>
          <a:xfrm>
            <a:off x="6235366" y="5784683"/>
            <a:ext cx="6093994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(base) PS C:\Users\angpa\myProjects\Daily_Work\GitLab-Manual\Lecture_Prep\CH01\tutorial-collaboration-lab&gt; git log --</a:t>
            </a:r>
            <a:r>
              <a:rPr lang="en-US" altLang="ko-KR" sz="1100" dirty="0" err="1"/>
              <a:t>oneline</a:t>
            </a:r>
            <a:r>
              <a:rPr lang="en-US" altLang="ko-KR" sz="1100" dirty="0"/>
              <a:t>  --decorate -3</a:t>
            </a:r>
          </a:p>
          <a:p>
            <a:r>
              <a:rPr lang="en-US" altLang="ko-KR" sz="1100" b="1" dirty="0"/>
              <a:t>b9c683e (HEAD -&gt; main, origin/main) docs: add tutorial workflow guide</a:t>
            </a:r>
          </a:p>
          <a:p>
            <a:r>
              <a:rPr lang="en-US" altLang="ko-KR" sz="1100" dirty="0"/>
              <a:t>8f90074 docs: add training journal note</a:t>
            </a:r>
          </a:p>
          <a:p>
            <a:r>
              <a:rPr lang="en-US" altLang="ko-KR" sz="1100" dirty="0"/>
              <a:t>d116b8b ch01: initialize tutorial collaboration seed</a:t>
            </a:r>
            <a:endParaRPr lang="ko-KR" altLang="en-US" sz="11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A0A9B8-E27F-A266-EE72-6FD0879199D8}"/>
              </a:ext>
            </a:extLst>
          </p:cNvPr>
          <p:cNvSpPr txBox="1"/>
          <p:nvPr/>
        </p:nvSpPr>
        <p:spPr>
          <a:xfrm>
            <a:off x="236621" y="5784683"/>
            <a:ext cx="6356685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/>
              <a:t>(</a:t>
            </a:r>
            <a:r>
              <a:rPr lang="ko-KR" altLang="en-US" sz="1100" dirty="0" err="1"/>
              <a:t>base</a:t>
            </a:r>
            <a:r>
              <a:rPr lang="ko-KR" altLang="en-US" sz="1100" dirty="0"/>
              <a:t>) PS C:\Users\angpa\myProjects\Daily_Work\GitLab</a:t>
            </a:r>
            <a:r>
              <a:rPr lang="en-US" altLang="ko-KR" sz="1100" dirty="0"/>
              <a:t>-</a:t>
            </a:r>
            <a:r>
              <a:rPr lang="ko-KR" altLang="en-US" sz="1100" dirty="0" err="1"/>
              <a:t>Manual</a:t>
            </a:r>
            <a:r>
              <a:rPr lang="ko-KR" altLang="en-US" sz="1100" dirty="0"/>
              <a:t>\Lecture_Prep\CH02\tutorial-collaboration-peer&gt; </a:t>
            </a:r>
            <a:r>
              <a:rPr lang="ko-KR" altLang="en-US" sz="1100" dirty="0" err="1"/>
              <a:t>git</a:t>
            </a:r>
            <a:r>
              <a:rPr lang="ko-KR" altLang="en-US" sz="1100" dirty="0"/>
              <a:t> </a:t>
            </a:r>
            <a:r>
              <a:rPr lang="ko-KR" altLang="en-US" sz="1100" dirty="0" err="1"/>
              <a:t>log</a:t>
            </a:r>
            <a:r>
              <a:rPr lang="ko-KR" altLang="en-US" sz="1100" dirty="0"/>
              <a:t> --</a:t>
            </a:r>
            <a:r>
              <a:rPr lang="ko-KR" altLang="en-US" sz="1100" dirty="0" err="1"/>
              <a:t>oneline</a:t>
            </a:r>
            <a:r>
              <a:rPr lang="ko-KR" altLang="en-US" sz="1100" dirty="0"/>
              <a:t>  --</a:t>
            </a:r>
            <a:r>
              <a:rPr lang="ko-KR" altLang="en-US" sz="1100" dirty="0" err="1"/>
              <a:t>decorate</a:t>
            </a:r>
            <a:r>
              <a:rPr lang="ko-KR" altLang="en-US" sz="1100" dirty="0"/>
              <a:t> -3</a:t>
            </a:r>
          </a:p>
          <a:p>
            <a:r>
              <a:rPr lang="ko-KR" altLang="en-US" sz="1100" b="1" dirty="0"/>
              <a:t>8d17e51 (HEAD -&gt; </a:t>
            </a:r>
            <a:r>
              <a:rPr lang="ko-KR" altLang="en-US" sz="1100" b="1" dirty="0" err="1"/>
              <a:t>main</a:t>
            </a:r>
            <a:r>
              <a:rPr lang="ko-KR" altLang="en-US" sz="1100" b="1" dirty="0"/>
              <a:t>, </a:t>
            </a:r>
            <a:r>
              <a:rPr lang="ko-KR" altLang="en-US" sz="1100" b="1" dirty="0" err="1"/>
              <a:t>origin</a:t>
            </a:r>
            <a:r>
              <a:rPr lang="ko-KR" altLang="en-US" sz="1100" b="1" dirty="0"/>
              <a:t>/</a:t>
            </a:r>
            <a:r>
              <a:rPr lang="ko-KR" altLang="en-US" sz="1100" b="1" dirty="0" err="1"/>
              <a:t>main</a:t>
            </a:r>
            <a:r>
              <a:rPr lang="ko-KR" altLang="en-US" sz="1100" b="1" dirty="0"/>
              <a:t>, </a:t>
            </a:r>
            <a:r>
              <a:rPr lang="ko-KR" altLang="en-US" sz="1100" b="1" dirty="0" err="1"/>
              <a:t>origin</a:t>
            </a:r>
            <a:r>
              <a:rPr lang="ko-KR" altLang="en-US" sz="1100" b="1" dirty="0"/>
              <a:t>/HEAD) </a:t>
            </a:r>
            <a:r>
              <a:rPr lang="ko-KR" altLang="en-US" sz="1100" b="1" dirty="0" err="1"/>
              <a:t>docs</a:t>
            </a:r>
            <a:r>
              <a:rPr lang="ko-KR" altLang="en-US" sz="1100" b="1" dirty="0"/>
              <a:t>: </a:t>
            </a:r>
            <a:r>
              <a:rPr lang="ko-KR" altLang="en-US" sz="1100" b="1" dirty="0" err="1"/>
              <a:t>add</a:t>
            </a:r>
            <a:r>
              <a:rPr lang="ko-KR" altLang="en-US" sz="1100" b="1" dirty="0"/>
              <a:t> </a:t>
            </a:r>
            <a:r>
              <a:rPr lang="ko-KR" altLang="en-US" sz="1100" b="1" dirty="0" err="1"/>
              <a:t>peer</a:t>
            </a:r>
            <a:r>
              <a:rPr lang="ko-KR" altLang="en-US" sz="1100" b="1" dirty="0"/>
              <a:t> </a:t>
            </a:r>
            <a:r>
              <a:rPr lang="ko-KR" altLang="en-US" sz="1100" b="1" dirty="0" err="1"/>
              <a:t>fetch</a:t>
            </a:r>
            <a:r>
              <a:rPr lang="ko-KR" altLang="en-US" sz="1100" b="1" dirty="0"/>
              <a:t> </a:t>
            </a:r>
            <a:r>
              <a:rPr lang="ko-KR" altLang="en-US" sz="1100" b="1" dirty="0" err="1"/>
              <a:t>practice</a:t>
            </a:r>
            <a:r>
              <a:rPr lang="ko-KR" altLang="en-US" sz="1100" b="1" dirty="0"/>
              <a:t> </a:t>
            </a:r>
            <a:r>
              <a:rPr lang="ko-KR" altLang="en-US" sz="1100" b="1" dirty="0" err="1"/>
              <a:t>note</a:t>
            </a:r>
            <a:endParaRPr lang="ko-KR" altLang="en-US" sz="1100" b="1" dirty="0"/>
          </a:p>
          <a:p>
            <a:r>
              <a:rPr lang="ko-KR" altLang="en-US" sz="1100" dirty="0"/>
              <a:t>b9c683e </a:t>
            </a:r>
            <a:r>
              <a:rPr lang="ko-KR" altLang="en-US" sz="1100" dirty="0" err="1"/>
              <a:t>docs</a:t>
            </a:r>
            <a:r>
              <a:rPr lang="ko-KR" altLang="en-US" sz="1100" dirty="0"/>
              <a:t>: </a:t>
            </a:r>
            <a:r>
              <a:rPr lang="ko-KR" altLang="en-US" sz="1100" dirty="0" err="1"/>
              <a:t>add</a:t>
            </a:r>
            <a:r>
              <a:rPr lang="ko-KR" altLang="en-US" sz="1100" dirty="0"/>
              <a:t> </a:t>
            </a:r>
            <a:r>
              <a:rPr lang="ko-KR" altLang="en-US" sz="1100" dirty="0" err="1"/>
              <a:t>tutorial</a:t>
            </a:r>
            <a:r>
              <a:rPr lang="ko-KR" altLang="en-US" sz="1100" dirty="0"/>
              <a:t> </a:t>
            </a:r>
            <a:r>
              <a:rPr lang="ko-KR" altLang="en-US" sz="1100" dirty="0" err="1"/>
              <a:t>workflow</a:t>
            </a:r>
            <a:r>
              <a:rPr lang="ko-KR" altLang="en-US" sz="1100" dirty="0"/>
              <a:t> </a:t>
            </a:r>
            <a:r>
              <a:rPr lang="ko-KR" altLang="en-US" sz="1100" dirty="0" err="1"/>
              <a:t>guide</a:t>
            </a:r>
            <a:endParaRPr lang="ko-KR" altLang="en-US" sz="1100" dirty="0"/>
          </a:p>
          <a:p>
            <a:r>
              <a:rPr lang="ko-KR" altLang="en-US" sz="1100" dirty="0"/>
              <a:t>8f90074 </a:t>
            </a:r>
            <a:r>
              <a:rPr lang="ko-KR" altLang="en-US" sz="1100" dirty="0" err="1"/>
              <a:t>docs</a:t>
            </a:r>
            <a:r>
              <a:rPr lang="ko-KR" altLang="en-US" sz="1100" dirty="0"/>
              <a:t>: </a:t>
            </a:r>
            <a:r>
              <a:rPr lang="ko-KR" altLang="en-US" sz="1100" dirty="0" err="1"/>
              <a:t>add</a:t>
            </a:r>
            <a:r>
              <a:rPr lang="ko-KR" altLang="en-US" sz="1100" dirty="0"/>
              <a:t> </a:t>
            </a:r>
            <a:r>
              <a:rPr lang="ko-KR" altLang="en-US" sz="1100" dirty="0" err="1"/>
              <a:t>training</a:t>
            </a:r>
            <a:r>
              <a:rPr lang="ko-KR" altLang="en-US" sz="1100" dirty="0"/>
              <a:t> </a:t>
            </a:r>
            <a:r>
              <a:rPr lang="ko-KR" altLang="en-US" sz="1100" dirty="0" err="1"/>
              <a:t>journal</a:t>
            </a:r>
            <a:r>
              <a:rPr lang="ko-KR" altLang="en-US" sz="1100" dirty="0"/>
              <a:t> </a:t>
            </a:r>
            <a:r>
              <a:rPr lang="ko-KR" altLang="en-US" sz="1100" dirty="0" err="1"/>
              <a:t>note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29841285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08EBC8-4AD0-F829-7F26-025F4B610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F52F42-600C-F13E-60FE-76776604E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Step 4. </a:t>
            </a:r>
            <a:r>
              <a:rPr lang="ko-KR" altLang="en-US" dirty="0"/>
              <a:t>원래 </a:t>
            </a:r>
            <a:r>
              <a:rPr lang="en-US" altLang="ko-KR" dirty="0"/>
              <a:t>repo</a:t>
            </a:r>
            <a:r>
              <a:rPr lang="ko-KR" altLang="en-US" dirty="0"/>
              <a:t>에서 </a:t>
            </a:r>
            <a:r>
              <a:rPr lang="en-US" altLang="ko-KR" dirty="0"/>
              <a:t>fetch </a:t>
            </a:r>
            <a:r>
              <a:rPr lang="ko-KR" altLang="en-US" dirty="0" err="1"/>
              <a:t>실행기</a:t>
            </a:r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B67ECC1-D058-B22F-1575-A756645122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spcBef>
                <a:spcPts val="0"/>
              </a:spcBef>
            </a:pPr>
            <a:r>
              <a:rPr lang="ko-KR" altLang="en-US" dirty="0"/>
              <a:t>이제 원래 </a:t>
            </a:r>
            <a:r>
              <a:rPr lang="en-US" altLang="ko-KR" dirty="0"/>
              <a:t>repo</a:t>
            </a:r>
            <a:r>
              <a:rPr lang="ko-KR" altLang="en-US" dirty="0"/>
              <a:t>로 이동하세요</a:t>
            </a:r>
            <a:r>
              <a:rPr lang="en-US" altLang="ko-KR" dirty="0"/>
              <a:t>.</a:t>
            </a:r>
          </a:p>
          <a:p>
            <a:pPr>
              <a:spcBef>
                <a:spcPts val="0"/>
              </a:spcBef>
            </a:pPr>
            <a:endParaRPr lang="en-US" altLang="ko-KR" dirty="0"/>
          </a:p>
          <a:p>
            <a:pPr>
              <a:spcBef>
                <a:spcPts val="0"/>
              </a:spcBef>
            </a:pPr>
            <a:r>
              <a:rPr lang="en-US" altLang="ko-KR" dirty="0"/>
              <a:t>  cd C:\Users\angpa\myProjects\Daily_Work\GitLab-Manual\Lecture_Prep\CH01\tutorial-</a:t>
            </a:r>
          </a:p>
          <a:p>
            <a:pPr>
              <a:spcBef>
                <a:spcPts val="0"/>
              </a:spcBef>
            </a:pPr>
            <a:r>
              <a:rPr lang="en-US" altLang="ko-KR" dirty="0"/>
              <a:t>  collaboration-lab</a:t>
            </a:r>
          </a:p>
          <a:p>
            <a:pPr>
              <a:spcBef>
                <a:spcPts val="0"/>
              </a:spcBef>
            </a:pPr>
            <a:endParaRPr lang="en-US" altLang="ko-KR" dirty="0"/>
          </a:p>
          <a:p>
            <a:pPr>
              <a:spcBef>
                <a:spcPts val="0"/>
              </a:spcBef>
            </a:pPr>
            <a:r>
              <a:rPr lang="en-US" altLang="ko-KR" dirty="0"/>
              <a:t>  </a:t>
            </a:r>
            <a:r>
              <a:rPr lang="ko-KR" altLang="en-US" dirty="0"/>
              <a:t>먼저 </a:t>
            </a:r>
            <a:r>
              <a:rPr lang="en-US" altLang="ko-KR" dirty="0"/>
              <a:t>fetch </a:t>
            </a:r>
            <a:r>
              <a:rPr lang="ko-KR" altLang="en-US" dirty="0"/>
              <a:t>전 상태를 다시 봅니다</a:t>
            </a:r>
            <a:r>
              <a:rPr lang="en-US" altLang="ko-KR" dirty="0"/>
              <a:t>.</a:t>
            </a:r>
          </a:p>
          <a:p>
            <a:pPr>
              <a:spcBef>
                <a:spcPts val="0"/>
              </a:spcBef>
            </a:pPr>
            <a:endParaRPr lang="en-US" altLang="ko-KR" dirty="0"/>
          </a:p>
          <a:p>
            <a:pPr>
              <a:spcBef>
                <a:spcPts val="0"/>
              </a:spcBef>
            </a:pPr>
            <a:r>
              <a:rPr lang="en-US" altLang="ko-KR" dirty="0"/>
              <a:t>  git log --</a:t>
            </a:r>
            <a:r>
              <a:rPr lang="en-US" altLang="ko-KR" dirty="0" err="1"/>
              <a:t>oneline</a:t>
            </a:r>
            <a:r>
              <a:rPr lang="en-US" altLang="ko-KR" dirty="0"/>
              <a:t> --decorate --graph --all -6</a:t>
            </a:r>
          </a:p>
          <a:p>
            <a:pPr>
              <a:spcBef>
                <a:spcPts val="0"/>
              </a:spcBef>
            </a:pPr>
            <a:r>
              <a:rPr lang="en-US" altLang="ko-KR" dirty="0"/>
              <a:t>  git branch -</a:t>
            </a:r>
            <a:r>
              <a:rPr lang="en-US" altLang="ko-KR" dirty="0" err="1"/>
              <a:t>vv</a:t>
            </a:r>
            <a:endParaRPr lang="en-US" altLang="ko-KR" dirty="0"/>
          </a:p>
          <a:p>
            <a:pPr>
              <a:spcBef>
                <a:spcPts val="0"/>
              </a:spcBef>
            </a:pPr>
            <a:endParaRPr lang="en-US" altLang="ko-KR" dirty="0"/>
          </a:p>
          <a:p>
            <a:pPr>
              <a:spcBef>
                <a:spcPts val="0"/>
              </a:spcBef>
            </a:pPr>
            <a:r>
              <a:rPr lang="en-US" altLang="ko-KR" dirty="0"/>
              <a:t>  </a:t>
            </a:r>
            <a:r>
              <a:rPr lang="ko-KR" altLang="en-US" dirty="0"/>
              <a:t>그 다음 </a:t>
            </a:r>
            <a:r>
              <a:rPr lang="en-US" altLang="ko-KR" dirty="0"/>
              <a:t>fetch </a:t>
            </a:r>
            <a:r>
              <a:rPr lang="ko-KR" altLang="en-US" dirty="0"/>
              <a:t>합니다</a:t>
            </a:r>
            <a:r>
              <a:rPr lang="en-US" altLang="ko-KR" dirty="0"/>
              <a:t>.</a:t>
            </a:r>
          </a:p>
          <a:p>
            <a:pPr>
              <a:spcBef>
                <a:spcPts val="0"/>
              </a:spcBef>
            </a:pPr>
            <a:endParaRPr lang="en-US" altLang="ko-KR" dirty="0"/>
          </a:p>
          <a:p>
            <a:pPr>
              <a:spcBef>
                <a:spcPts val="0"/>
              </a:spcBef>
            </a:pPr>
            <a:r>
              <a:rPr lang="en-US" altLang="ko-KR" dirty="0"/>
              <a:t>  git fetch origin</a:t>
            </a:r>
          </a:p>
          <a:p>
            <a:pPr>
              <a:spcBef>
                <a:spcPts val="0"/>
              </a:spcBef>
            </a:pPr>
            <a:endParaRPr lang="en-US" altLang="ko-KR" dirty="0"/>
          </a:p>
          <a:p>
            <a:pPr>
              <a:spcBef>
                <a:spcPts val="0"/>
              </a:spcBef>
            </a:pPr>
            <a:r>
              <a:rPr lang="en-US" altLang="ko-KR" dirty="0"/>
              <a:t>  fetch </a:t>
            </a:r>
            <a:r>
              <a:rPr lang="ko-KR" altLang="en-US" dirty="0"/>
              <a:t>후 다시 확인합니다</a:t>
            </a:r>
            <a:r>
              <a:rPr lang="en-US" altLang="ko-KR" dirty="0"/>
              <a:t>.</a:t>
            </a:r>
          </a:p>
          <a:p>
            <a:pPr>
              <a:spcBef>
                <a:spcPts val="0"/>
              </a:spcBef>
            </a:pPr>
            <a:endParaRPr lang="en-US" altLang="ko-KR" dirty="0"/>
          </a:p>
          <a:p>
            <a:pPr>
              <a:spcBef>
                <a:spcPts val="0"/>
              </a:spcBef>
            </a:pPr>
            <a:r>
              <a:rPr lang="en-US" altLang="ko-KR" dirty="0"/>
              <a:t>  git log --</a:t>
            </a:r>
            <a:r>
              <a:rPr lang="en-US" altLang="ko-KR" dirty="0" err="1"/>
              <a:t>oneline</a:t>
            </a:r>
            <a:r>
              <a:rPr lang="en-US" altLang="ko-KR" dirty="0"/>
              <a:t> --decorate --graph --all -6</a:t>
            </a:r>
          </a:p>
          <a:p>
            <a:pPr>
              <a:spcBef>
                <a:spcPts val="0"/>
              </a:spcBef>
            </a:pPr>
            <a:r>
              <a:rPr lang="en-US" altLang="ko-KR" dirty="0"/>
              <a:t>  git branch -</a:t>
            </a:r>
            <a:r>
              <a:rPr lang="en-US" altLang="ko-KR" dirty="0" err="1"/>
              <a:t>vv</a:t>
            </a:r>
            <a:endParaRPr lang="en-US" altLang="ko-KR" dirty="0"/>
          </a:p>
          <a:p>
            <a:pPr>
              <a:spcBef>
                <a:spcPts val="0"/>
              </a:spcBef>
            </a:pPr>
            <a:r>
              <a:rPr lang="en-US" altLang="ko-KR" dirty="0"/>
              <a:t>  git status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191B4E-B389-1EDC-F6EE-9DB580421387}"/>
              </a:ext>
            </a:extLst>
          </p:cNvPr>
          <p:cNvSpPr txBox="1"/>
          <p:nvPr/>
        </p:nvSpPr>
        <p:spPr>
          <a:xfrm>
            <a:off x="6319587" y="4790256"/>
            <a:ext cx="60939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* </a:t>
            </a:r>
            <a:r>
              <a:rPr lang="ko-KR" altLang="en-US" dirty="0" err="1"/>
              <a:t>main</a:t>
            </a:r>
            <a:r>
              <a:rPr lang="ko-KR" altLang="en-US" dirty="0"/>
              <a:t> b9c683e [</a:t>
            </a:r>
            <a:r>
              <a:rPr lang="ko-KR" altLang="en-US" dirty="0" err="1"/>
              <a:t>origin</a:t>
            </a:r>
            <a:r>
              <a:rPr lang="ko-KR" altLang="en-US" dirty="0"/>
              <a:t>/</a:t>
            </a:r>
            <a:r>
              <a:rPr lang="ko-KR" altLang="en-US" dirty="0" err="1"/>
              <a:t>main</a:t>
            </a:r>
            <a:r>
              <a:rPr lang="ko-KR" altLang="en-US" dirty="0"/>
              <a:t>: </a:t>
            </a:r>
            <a:r>
              <a:rPr lang="ko-KR" altLang="en-US" dirty="0" err="1"/>
              <a:t>behind</a:t>
            </a:r>
            <a:r>
              <a:rPr lang="ko-KR" altLang="en-US" dirty="0"/>
              <a:t> 1] </a:t>
            </a:r>
            <a:r>
              <a:rPr lang="ko-KR" altLang="en-US" dirty="0" err="1"/>
              <a:t>docs</a:t>
            </a:r>
            <a:r>
              <a:rPr lang="ko-KR" altLang="en-US" dirty="0"/>
              <a:t>: </a:t>
            </a:r>
            <a:r>
              <a:rPr lang="ko-KR" altLang="en-US" dirty="0" err="1"/>
              <a:t>add</a:t>
            </a:r>
            <a:r>
              <a:rPr lang="ko-KR" altLang="en-US" dirty="0"/>
              <a:t> </a:t>
            </a:r>
            <a:r>
              <a:rPr lang="ko-KR" altLang="en-US" dirty="0" err="1"/>
              <a:t>tutorial</a:t>
            </a:r>
            <a:r>
              <a:rPr lang="ko-KR" altLang="en-US" dirty="0"/>
              <a:t> </a:t>
            </a:r>
            <a:r>
              <a:rPr lang="ko-KR" altLang="en-US" dirty="0" err="1"/>
              <a:t>workflow</a:t>
            </a:r>
            <a:r>
              <a:rPr lang="ko-KR" altLang="en-US" dirty="0"/>
              <a:t> </a:t>
            </a:r>
            <a:r>
              <a:rPr lang="ko-KR" altLang="en-US" dirty="0" err="1"/>
              <a:t>guide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85F514-AABF-4659-D02C-E8DCB80E7FC2}"/>
              </a:ext>
            </a:extLst>
          </p:cNvPr>
          <p:cNvSpPr txBox="1"/>
          <p:nvPr/>
        </p:nvSpPr>
        <p:spPr>
          <a:xfrm>
            <a:off x="1347537" y="5669131"/>
            <a:ext cx="620829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 err="1"/>
              <a:t>On</a:t>
            </a:r>
            <a:r>
              <a:rPr lang="ko-KR" altLang="en-US" sz="1200" dirty="0"/>
              <a:t> </a:t>
            </a:r>
            <a:r>
              <a:rPr lang="ko-KR" altLang="en-US" sz="1200" dirty="0" err="1"/>
              <a:t>branch</a:t>
            </a:r>
            <a:r>
              <a:rPr lang="ko-KR" altLang="en-US" sz="1200" dirty="0"/>
              <a:t> </a:t>
            </a:r>
            <a:r>
              <a:rPr lang="ko-KR" altLang="en-US" sz="1200" dirty="0" err="1"/>
              <a:t>main</a:t>
            </a:r>
            <a:endParaRPr lang="ko-KR" altLang="en-US" sz="1200" dirty="0"/>
          </a:p>
          <a:p>
            <a:r>
              <a:rPr lang="ko-KR" altLang="en-US" sz="1200" dirty="0" err="1"/>
              <a:t>Your</a:t>
            </a:r>
            <a:r>
              <a:rPr lang="ko-KR" altLang="en-US" sz="1200" dirty="0"/>
              <a:t> </a:t>
            </a:r>
            <a:r>
              <a:rPr lang="ko-KR" altLang="en-US" sz="1200" dirty="0" err="1"/>
              <a:t>branch</a:t>
            </a:r>
            <a:r>
              <a:rPr lang="ko-KR" altLang="en-US" sz="1200" dirty="0"/>
              <a:t> </a:t>
            </a:r>
            <a:r>
              <a:rPr lang="ko-KR" altLang="en-US" sz="1200" dirty="0" err="1"/>
              <a:t>is</a:t>
            </a:r>
            <a:r>
              <a:rPr lang="ko-KR" altLang="en-US" sz="1200" dirty="0"/>
              <a:t> </a:t>
            </a:r>
            <a:r>
              <a:rPr lang="ko-KR" altLang="en-US" sz="1200" dirty="0" err="1"/>
              <a:t>behind</a:t>
            </a:r>
            <a:r>
              <a:rPr lang="ko-KR" altLang="en-US" sz="1200" dirty="0"/>
              <a:t> '</a:t>
            </a:r>
            <a:r>
              <a:rPr lang="ko-KR" altLang="en-US" sz="1200" dirty="0" err="1"/>
              <a:t>origin</a:t>
            </a:r>
            <a:r>
              <a:rPr lang="ko-KR" altLang="en-US" sz="1200" dirty="0"/>
              <a:t>/</a:t>
            </a:r>
            <a:r>
              <a:rPr lang="ko-KR" altLang="en-US" sz="1200" dirty="0" err="1"/>
              <a:t>main</a:t>
            </a:r>
            <a:r>
              <a:rPr lang="ko-KR" altLang="en-US" sz="1200" dirty="0"/>
              <a:t>' </a:t>
            </a:r>
            <a:r>
              <a:rPr lang="ko-KR" altLang="en-US" sz="1200" dirty="0" err="1"/>
              <a:t>by</a:t>
            </a:r>
            <a:r>
              <a:rPr lang="ko-KR" altLang="en-US" sz="1200" dirty="0"/>
              <a:t> 1 </a:t>
            </a:r>
            <a:r>
              <a:rPr lang="ko-KR" altLang="en-US" sz="1200" dirty="0" err="1"/>
              <a:t>commit</a:t>
            </a:r>
            <a:r>
              <a:rPr lang="ko-KR" altLang="en-US" sz="1200" dirty="0"/>
              <a:t>, and </a:t>
            </a:r>
            <a:r>
              <a:rPr lang="ko-KR" altLang="en-US" sz="1200" dirty="0" err="1"/>
              <a:t>can</a:t>
            </a:r>
            <a:r>
              <a:rPr lang="ko-KR" altLang="en-US" sz="1200" dirty="0"/>
              <a:t> </a:t>
            </a:r>
            <a:r>
              <a:rPr lang="ko-KR" altLang="en-US" sz="1200" dirty="0" err="1"/>
              <a:t>be</a:t>
            </a:r>
            <a:r>
              <a:rPr lang="ko-KR" altLang="en-US" sz="1200" dirty="0"/>
              <a:t> </a:t>
            </a:r>
            <a:r>
              <a:rPr lang="ko-KR" altLang="en-US" sz="1200" dirty="0" err="1"/>
              <a:t>fast-forwarded</a:t>
            </a:r>
            <a:r>
              <a:rPr lang="ko-KR" altLang="en-US" sz="1200" dirty="0"/>
              <a:t>.</a:t>
            </a:r>
          </a:p>
          <a:p>
            <a:r>
              <a:rPr lang="ko-KR" altLang="en-US" sz="1200" dirty="0"/>
              <a:t>  (</a:t>
            </a:r>
            <a:r>
              <a:rPr lang="ko-KR" altLang="en-US" sz="1200" dirty="0" err="1"/>
              <a:t>use</a:t>
            </a:r>
            <a:r>
              <a:rPr lang="ko-KR" altLang="en-US" sz="1200" dirty="0"/>
              <a:t> "</a:t>
            </a:r>
            <a:r>
              <a:rPr lang="ko-KR" altLang="en-US" sz="1200" dirty="0" err="1"/>
              <a:t>git</a:t>
            </a:r>
            <a:r>
              <a:rPr lang="ko-KR" altLang="en-US" sz="1200" dirty="0"/>
              <a:t> </a:t>
            </a:r>
            <a:r>
              <a:rPr lang="ko-KR" altLang="en-US" sz="1200" dirty="0" err="1"/>
              <a:t>pull</a:t>
            </a:r>
            <a:r>
              <a:rPr lang="ko-KR" altLang="en-US" sz="1200" dirty="0"/>
              <a:t>" </a:t>
            </a:r>
            <a:r>
              <a:rPr lang="ko-KR" altLang="en-US" sz="1200" dirty="0" err="1"/>
              <a:t>to</a:t>
            </a:r>
            <a:r>
              <a:rPr lang="ko-KR" altLang="en-US" sz="1200" dirty="0"/>
              <a:t> </a:t>
            </a:r>
            <a:r>
              <a:rPr lang="ko-KR" altLang="en-US" sz="1200" dirty="0" err="1"/>
              <a:t>update</a:t>
            </a:r>
            <a:r>
              <a:rPr lang="ko-KR" altLang="en-US" sz="1200" dirty="0"/>
              <a:t> </a:t>
            </a:r>
            <a:r>
              <a:rPr lang="ko-KR" altLang="en-US" sz="1200" dirty="0" err="1"/>
              <a:t>your</a:t>
            </a:r>
            <a:r>
              <a:rPr lang="ko-KR" altLang="en-US" sz="1200" dirty="0"/>
              <a:t> </a:t>
            </a:r>
            <a:r>
              <a:rPr lang="ko-KR" altLang="en-US" sz="1200" dirty="0" err="1"/>
              <a:t>local</a:t>
            </a:r>
            <a:r>
              <a:rPr lang="ko-KR" altLang="en-US" sz="1200" dirty="0"/>
              <a:t> </a:t>
            </a:r>
            <a:r>
              <a:rPr lang="ko-KR" altLang="en-US" sz="1200" dirty="0" err="1"/>
              <a:t>branch</a:t>
            </a:r>
            <a:r>
              <a:rPr lang="ko-KR" altLang="en-US" sz="1200" dirty="0"/>
              <a:t>)</a:t>
            </a:r>
          </a:p>
          <a:p>
            <a:endParaRPr lang="ko-KR" altLang="en-US" sz="1200" dirty="0"/>
          </a:p>
          <a:p>
            <a:r>
              <a:rPr lang="ko-KR" altLang="en-US" sz="1200" dirty="0" err="1"/>
              <a:t>nothing</a:t>
            </a:r>
            <a:r>
              <a:rPr lang="ko-KR" altLang="en-US" sz="1200" dirty="0"/>
              <a:t> </a:t>
            </a:r>
            <a:r>
              <a:rPr lang="ko-KR" altLang="en-US" sz="1200" dirty="0" err="1"/>
              <a:t>to</a:t>
            </a:r>
            <a:r>
              <a:rPr lang="ko-KR" altLang="en-US" sz="1200" dirty="0"/>
              <a:t> </a:t>
            </a:r>
            <a:r>
              <a:rPr lang="ko-KR" altLang="en-US" sz="1200" dirty="0" err="1"/>
              <a:t>commit</a:t>
            </a:r>
            <a:r>
              <a:rPr lang="ko-KR" altLang="en-US" sz="1200" dirty="0"/>
              <a:t>, </a:t>
            </a:r>
            <a:r>
              <a:rPr lang="ko-KR" altLang="en-US" sz="1200" dirty="0" err="1"/>
              <a:t>working</a:t>
            </a:r>
            <a:r>
              <a:rPr lang="ko-KR" altLang="en-US" sz="1200" dirty="0"/>
              <a:t> </a:t>
            </a:r>
            <a:r>
              <a:rPr lang="ko-KR" altLang="en-US" sz="1200" dirty="0" err="1"/>
              <a:t>tree</a:t>
            </a:r>
            <a:r>
              <a:rPr lang="ko-KR" altLang="en-US" sz="1200" dirty="0"/>
              <a:t> </a:t>
            </a:r>
            <a:r>
              <a:rPr lang="ko-KR" altLang="en-US" sz="1200" dirty="0" err="1"/>
              <a:t>clean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7548351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2FA00-F299-782A-38B2-2213A0A48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850805-B71A-8A72-CFBC-FF0994361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Step 4. git pull</a:t>
            </a:r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42D6B2A-9D14-C884-2C97-E5C6D041FE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n-US" altLang="ko-KR" dirty="0"/>
              <a:t> git pull</a:t>
            </a:r>
          </a:p>
          <a:p>
            <a:pPr>
              <a:spcBef>
                <a:spcPts val="0"/>
              </a:spcBef>
            </a:pPr>
            <a:endParaRPr lang="en-US" altLang="ko-KR" dirty="0"/>
          </a:p>
          <a:p>
            <a:pPr>
              <a:spcBef>
                <a:spcPts val="0"/>
              </a:spcBef>
            </a:pPr>
            <a:endParaRPr lang="en-US" altLang="ko-KR" dirty="0"/>
          </a:p>
          <a:p>
            <a:pPr>
              <a:spcBef>
                <a:spcPts val="0"/>
              </a:spcBef>
            </a:pPr>
            <a:r>
              <a:rPr lang="en-US" altLang="ko-KR" dirty="0"/>
              <a:t>  </a:t>
            </a:r>
            <a:r>
              <a:rPr lang="ko-KR" altLang="en-US" dirty="0"/>
              <a:t>예상 결과</a:t>
            </a:r>
            <a:r>
              <a:rPr lang="en-US" altLang="ko-KR" dirty="0"/>
              <a:t>:</a:t>
            </a:r>
          </a:p>
          <a:p>
            <a:pPr>
              <a:spcBef>
                <a:spcPts val="0"/>
              </a:spcBef>
            </a:pPr>
            <a:endParaRPr lang="en-US" altLang="ko-KR" dirty="0"/>
          </a:p>
          <a:p>
            <a:pPr>
              <a:spcBef>
                <a:spcPts val="0"/>
              </a:spcBef>
            </a:pPr>
            <a:r>
              <a:rPr lang="en-US" altLang="ko-KR" dirty="0"/>
              <a:t>  HEAD -&gt; main -&gt; origin/main -&gt; 8d17e51</a:t>
            </a:r>
          </a:p>
          <a:p>
            <a:pPr>
              <a:spcBef>
                <a:spcPts val="0"/>
              </a:spcBef>
            </a:pPr>
            <a:endParaRPr lang="en-US" altLang="ko-KR" dirty="0"/>
          </a:p>
          <a:p>
            <a:pPr>
              <a:spcBef>
                <a:spcPts val="0"/>
              </a:spcBef>
            </a:pPr>
            <a:r>
              <a:rPr lang="en-US" altLang="ko-KR" dirty="0"/>
              <a:t>  </a:t>
            </a:r>
            <a:r>
              <a:rPr lang="ko-KR" altLang="en-US" dirty="0"/>
              <a:t>그리고 </a:t>
            </a:r>
            <a:r>
              <a:rPr lang="en-US" altLang="ko-KR" dirty="0"/>
              <a:t>notes.txt </a:t>
            </a:r>
            <a:r>
              <a:rPr lang="ko-KR" altLang="en-US" dirty="0"/>
              <a:t>마지막에 </a:t>
            </a:r>
            <a:r>
              <a:rPr lang="en-US" altLang="ko-KR" dirty="0"/>
              <a:t>peer repo</a:t>
            </a:r>
            <a:r>
              <a:rPr lang="ko-KR" altLang="en-US" dirty="0"/>
              <a:t>에서 추가한 줄이 보여야 합니다</a:t>
            </a:r>
            <a:r>
              <a:rPr lang="en-US" altLang="ko-KR" dirty="0"/>
              <a:t>.</a:t>
            </a:r>
          </a:p>
          <a:p>
            <a:pPr>
              <a:spcBef>
                <a:spcPts val="0"/>
              </a:spcBef>
            </a:pPr>
            <a:endParaRPr lang="en-US" altLang="ko-KR" dirty="0"/>
          </a:p>
          <a:p>
            <a:pPr>
              <a:spcBef>
                <a:spcPts val="0"/>
              </a:spcBef>
            </a:pPr>
            <a:r>
              <a:rPr lang="en-US" altLang="ko-KR" dirty="0"/>
              <a:t>  - Peer added a remote update for fetch practice.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390132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5B0554-86E7-2397-0542-3CEBA652B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0CA5E2-4C0C-91B5-BB82-ABB6F86BF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CH02 Summary</a:t>
            </a:r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12D11CB-181A-E970-C92E-AE2809ABA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ko-KR" altLang="en-US" dirty="0"/>
              <a:t> </a:t>
            </a:r>
            <a:r>
              <a:rPr lang="en-US" altLang="ko-KR" dirty="0"/>
              <a:t>1. git status</a:t>
            </a:r>
            <a:r>
              <a:rPr lang="ko-KR" altLang="en-US" dirty="0"/>
              <a:t>와 </a:t>
            </a:r>
            <a:r>
              <a:rPr lang="en-US" altLang="ko-KR" dirty="0"/>
              <a:t>git diff</a:t>
            </a:r>
            <a:r>
              <a:rPr lang="ko-KR" altLang="en-US" dirty="0"/>
              <a:t>는 각각 무엇을 보여주나요</a:t>
            </a:r>
            <a:r>
              <a:rPr lang="en-US" altLang="ko-KR" dirty="0"/>
              <a:t>?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ko-KR" altLang="en-US" dirty="0"/>
              <a:t>현재 </a:t>
            </a:r>
            <a:r>
              <a:rPr lang="en-US" altLang="ko-KR" dirty="0"/>
              <a:t>branch, working tree </a:t>
            </a:r>
            <a:r>
              <a:rPr lang="ko-KR" altLang="en-US" dirty="0"/>
              <a:t>변경</a:t>
            </a:r>
            <a:r>
              <a:rPr lang="en-US" altLang="ko-KR" dirty="0"/>
              <a:t>, staging area </a:t>
            </a:r>
            <a:r>
              <a:rPr lang="ko-KR" altLang="en-US" dirty="0"/>
              <a:t>상태</a:t>
            </a:r>
            <a:r>
              <a:rPr lang="en-US" altLang="ko-KR" dirty="0"/>
              <a:t>, remote</a:t>
            </a:r>
            <a:r>
              <a:rPr lang="ko-KR" altLang="en-US" dirty="0"/>
              <a:t>와의 </a:t>
            </a:r>
            <a:r>
              <a:rPr lang="en-US" altLang="ko-KR" dirty="0"/>
              <a:t>ahead/behind </a:t>
            </a:r>
            <a:r>
              <a:rPr lang="ko-KR" altLang="en-US" dirty="0"/>
              <a:t>상태를 요약해서 보여준다</a:t>
            </a:r>
            <a:r>
              <a:rPr lang="en-US" altLang="ko-KR" dirty="0"/>
              <a:t>. `git diff`</a:t>
            </a:r>
            <a:r>
              <a:rPr lang="ko-KR" altLang="en-US" dirty="0"/>
              <a:t>는 기본적으로 </a:t>
            </a:r>
            <a:r>
              <a:rPr lang="en-US" altLang="ko-KR" dirty="0"/>
              <a:t>tracked file</a:t>
            </a:r>
            <a:r>
              <a:rPr lang="ko-KR" altLang="en-US" dirty="0"/>
              <a:t>의 </a:t>
            </a:r>
            <a:r>
              <a:rPr lang="en-US" altLang="ko-KR" dirty="0" err="1"/>
              <a:t>unstaged</a:t>
            </a:r>
            <a:r>
              <a:rPr lang="en-US" altLang="ko-KR" dirty="0"/>
              <a:t> line change</a:t>
            </a:r>
            <a:r>
              <a:rPr lang="ko-KR" altLang="en-US" dirty="0"/>
              <a:t>를 보여준다</a:t>
            </a:r>
            <a:r>
              <a:rPr lang="en-US" altLang="ko-KR" dirty="0"/>
              <a:t>. staging area</a:t>
            </a:r>
            <a:r>
              <a:rPr lang="ko-KR" altLang="en-US" dirty="0"/>
              <a:t>에 올라간 변경은 </a:t>
            </a:r>
            <a:r>
              <a:rPr lang="en-US" altLang="ko-KR" dirty="0"/>
              <a:t>`git diff --staged`</a:t>
            </a:r>
            <a:r>
              <a:rPr lang="ko-KR" altLang="en-US" dirty="0"/>
              <a:t>로 확인</a:t>
            </a:r>
            <a:endParaRPr lang="en-US" altLang="ko-KR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ko-KR" dirty="0"/>
              <a:t>  2. git add</a:t>
            </a:r>
            <a:r>
              <a:rPr lang="ko-KR" altLang="en-US" dirty="0"/>
              <a:t>는 파일을 저장하는 명령인가요</a:t>
            </a:r>
            <a:r>
              <a:rPr lang="en-US" altLang="ko-KR" dirty="0"/>
              <a:t>?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ko-KR" altLang="en-US" dirty="0"/>
              <a:t>다음 </a:t>
            </a:r>
            <a:r>
              <a:rPr lang="en-US" altLang="ko-KR" dirty="0"/>
              <a:t>commit</a:t>
            </a:r>
            <a:r>
              <a:rPr lang="ko-KR" altLang="en-US" dirty="0"/>
              <a:t>에 포함할 </a:t>
            </a:r>
            <a:r>
              <a:rPr lang="en-US" altLang="ko-KR" dirty="0"/>
              <a:t>content snapshot</a:t>
            </a:r>
            <a:r>
              <a:rPr lang="ko-KR" altLang="en-US" dirty="0"/>
              <a:t>을 </a:t>
            </a:r>
            <a:r>
              <a:rPr lang="en-US" altLang="ko-KR" dirty="0"/>
              <a:t>staging area</a:t>
            </a:r>
            <a:r>
              <a:rPr lang="ko-KR" altLang="en-US" dirty="0"/>
              <a:t>에 올리는 명령</a:t>
            </a:r>
            <a:endParaRPr lang="en-US" altLang="ko-KR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ko-KR" dirty="0"/>
              <a:t>  3. git restore --staged file</a:t>
            </a:r>
            <a:r>
              <a:rPr lang="ko-KR" altLang="en-US" dirty="0"/>
              <a:t>은 파일을 삭제하나요</a:t>
            </a:r>
            <a:r>
              <a:rPr lang="en-US" altLang="ko-KR" dirty="0"/>
              <a:t>?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altLang="ko-KR" dirty="0"/>
              <a:t>working tree </a:t>
            </a:r>
            <a:r>
              <a:rPr lang="ko-KR" altLang="en-US" dirty="0"/>
              <a:t>파일은 </a:t>
            </a:r>
            <a:r>
              <a:rPr lang="ko-KR" altLang="en-US" dirty="0" err="1"/>
              <a:t>그대로두고</a:t>
            </a:r>
            <a:r>
              <a:rPr lang="ko-KR" altLang="en-US" dirty="0"/>
              <a:t> </a:t>
            </a:r>
            <a:r>
              <a:rPr lang="en-US" altLang="ko-KR" dirty="0"/>
              <a:t>staging area</a:t>
            </a:r>
            <a:r>
              <a:rPr lang="ko-KR" altLang="en-US" dirty="0"/>
              <a:t>에서만 제거</a:t>
            </a:r>
            <a:endParaRPr lang="en-US" altLang="ko-KR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ko-KR" dirty="0"/>
              <a:t>  4. fetch </a:t>
            </a:r>
            <a:r>
              <a:rPr lang="ko-KR" altLang="en-US" dirty="0"/>
              <a:t>후 </a:t>
            </a:r>
            <a:r>
              <a:rPr lang="en-US" altLang="ko-KR" dirty="0"/>
              <a:t>origin/main</a:t>
            </a:r>
            <a:r>
              <a:rPr lang="ko-KR" altLang="en-US" dirty="0"/>
              <a:t>은 바뀌었는데 </a:t>
            </a:r>
            <a:r>
              <a:rPr lang="en-US" altLang="ko-KR" dirty="0"/>
              <a:t>main</a:t>
            </a:r>
            <a:r>
              <a:rPr lang="ko-KR" altLang="en-US" dirty="0"/>
              <a:t>은 그대로였던 이유는 무엇인가요</a:t>
            </a:r>
            <a:r>
              <a:rPr lang="en-US" altLang="ko-KR" dirty="0"/>
              <a:t>?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altLang="ko-KR" dirty="0"/>
              <a:t> remote repository</a:t>
            </a:r>
            <a:r>
              <a:rPr lang="ko-KR" altLang="en-US" dirty="0"/>
              <a:t>의 최신 정보를 가져와 </a:t>
            </a:r>
            <a:r>
              <a:rPr lang="en-US" altLang="ko-KR" dirty="0"/>
              <a:t>`origin/main` </a:t>
            </a:r>
            <a:r>
              <a:rPr lang="ko-KR" altLang="en-US" dirty="0"/>
              <a:t>같은 </a:t>
            </a:r>
            <a:r>
              <a:rPr lang="en-US" altLang="ko-KR" dirty="0"/>
              <a:t>remote-tracking branch</a:t>
            </a:r>
            <a:r>
              <a:rPr lang="ko-KR" altLang="en-US" dirty="0"/>
              <a:t>를 갱신하지만</a:t>
            </a:r>
            <a:r>
              <a:rPr lang="en-US" altLang="ko-KR" dirty="0"/>
              <a:t>, local `main`</a:t>
            </a:r>
            <a:r>
              <a:rPr lang="ko-KR" altLang="en-US" dirty="0"/>
              <a:t>과 </a:t>
            </a:r>
            <a:r>
              <a:rPr lang="en-US" altLang="ko-KR" dirty="0"/>
              <a:t>working tree</a:t>
            </a:r>
            <a:r>
              <a:rPr lang="ko-KR" altLang="en-US" dirty="0"/>
              <a:t>는 바로 바꾸지 않는다</a:t>
            </a:r>
            <a:r>
              <a:rPr lang="en-US" altLang="ko-KR" dirty="0"/>
              <a:t>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ko-KR" dirty="0"/>
              <a:t>  5. pull</a:t>
            </a:r>
            <a:r>
              <a:rPr lang="ko-KR" altLang="en-US" dirty="0"/>
              <a:t>을 바로 하지 말고 먼저 </a:t>
            </a:r>
            <a:r>
              <a:rPr lang="en-US" altLang="ko-KR" dirty="0"/>
              <a:t>fetch</a:t>
            </a:r>
            <a:r>
              <a:rPr lang="ko-KR" altLang="en-US" dirty="0"/>
              <a:t>를 해 보는 습관이 왜 안전한가요</a:t>
            </a:r>
            <a:r>
              <a:rPr lang="en-US" altLang="ko-KR" dirty="0"/>
              <a:t>?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altLang="ko-KR" dirty="0"/>
              <a:t>`fetch + merge`</a:t>
            </a:r>
            <a:r>
              <a:rPr lang="ko-KR" altLang="en-US" dirty="0"/>
              <a:t>이므로 </a:t>
            </a:r>
            <a:r>
              <a:rPr lang="en-US" altLang="ko-KR" dirty="0"/>
              <a:t>remote </a:t>
            </a:r>
            <a:r>
              <a:rPr lang="ko-KR" altLang="en-US" dirty="0"/>
              <a:t>변경을 </a:t>
            </a:r>
            <a:r>
              <a:rPr lang="en-US" altLang="ko-KR" dirty="0"/>
              <a:t>local branch</a:t>
            </a:r>
            <a:r>
              <a:rPr lang="ko-KR" altLang="en-US" dirty="0"/>
              <a:t>에 섞는다</a:t>
            </a:r>
            <a:r>
              <a:rPr lang="en-US" altLang="ko-KR" dirty="0"/>
              <a:t>. </a:t>
            </a:r>
            <a:r>
              <a:rPr lang="ko-KR" altLang="en-US" dirty="0"/>
              <a:t>그래서 바로 </a:t>
            </a:r>
            <a:r>
              <a:rPr lang="en-US" altLang="ko-KR" dirty="0"/>
              <a:t>`pull`</a:t>
            </a:r>
            <a:r>
              <a:rPr lang="ko-KR" altLang="en-US" dirty="0"/>
              <a:t>하기 전에 </a:t>
            </a:r>
            <a:r>
              <a:rPr lang="en-US" altLang="ko-KR" dirty="0"/>
              <a:t>`fetch`</a:t>
            </a:r>
            <a:r>
              <a:rPr lang="ko-KR" altLang="en-US" dirty="0"/>
              <a:t>로 </a:t>
            </a:r>
            <a:r>
              <a:rPr lang="en-US" altLang="ko-KR" dirty="0"/>
              <a:t>remote </a:t>
            </a:r>
            <a:r>
              <a:rPr lang="ko-KR" altLang="en-US" dirty="0"/>
              <a:t>변화를 먼저 읽는 습관이 안전</a:t>
            </a:r>
          </a:p>
        </p:txBody>
      </p:sp>
    </p:spTree>
    <p:extLst>
      <p:ext uri="{BB962C8B-B14F-4D97-AF65-F5344CB8AC3E}">
        <p14:creationId xmlns:p14="http://schemas.microsoft.com/office/powerpoint/2010/main" val="37102497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2836</Words>
  <Application>Microsoft Office PowerPoint</Application>
  <PresentationFormat>와이드스크린</PresentationFormat>
  <Paragraphs>442</Paragraphs>
  <Slides>13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7" baseType="lpstr">
      <vt:lpstr>맑은 고딕</vt:lpstr>
      <vt:lpstr>Arial</vt:lpstr>
      <vt:lpstr>Wingdings</vt:lpstr>
      <vt:lpstr>Office 테마</vt:lpstr>
      <vt:lpstr>Ch02</vt:lpstr>
      <vt:lpstr>Contents</vt:lpstr>
      <vt:lpstr>Step 1. 시작 상태 확인</vt:lpstr>
      <vt:lpstr>Step 2. 변경사항 만들기: notes.txt 생성</vt:lpstr>
      <vt:lpstr>Step 2. summary</vt:lpstr>
      <vt:lpstr>Step 3. add 되돌리기</vt:lpstr>
      <vt:lpstr>Step 3. add 되돌리기</vt:lpstr>
      <vt:lpstr>Step 4. fetch vs pull</vt:lpstr>
      <vt:lpstr>Step 4. create new repo</vt:lpstr>
      <vt:lpstr>Step 4. remote가 앞서가는 상황 만들기</vt:lpstr>
      <vt:lpstr>Step 4. 원래 repo에서 fetch 실행기</vt:lpstr>
      <vt:lpstr>Step 4. git pull</vt:lpstr>
      <vt:lpstr>CH02 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Hyun-Jung Kim</dc:creator>
  <cp:lastModifiedBy>Hyun-Jung Kim</cp:lastModifiedBy>
  <cp:revision>1</cp:revision>
  <dcterms:created xsi:type="dcterms:W3CDTF">2026-04-26T13:15:18Z</dcterms:created>
  <dcterms:modified xsi:type="dcterms:W3CDTF">2026-04-26T15:25:49Z</dcterms:modified>
</cp:coreProperties>
</file>