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B12207-F765-473F-8B09-1FBBBD596CA7}" v="48" dt="2026-04-26T20:12:09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3" autoAdjust="0"/>
    <p:restoredTop sz="76364" autoAdjust="0"/>
  </p:normalViewPr>
  <p:slideViewPr>
    <p:cSldViewPr snapToGrid="0" showGuides="1">
      <p:cViewPr>
        <p:scale>
          <a:sx n="125" d="100"/>
          <a:sy n="125" d="100"/>
        </p:scale>
        <p:origin x="90" y="-8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-Jung Kim" userId="1116f478dadc471e" providerId="LiveId" clId="{13B27E1A-C8B4-4596-868C-AB25C79F61AF}"/>
    <pc:docChg chg="undo custSel addSld modSld">
      <pc:chgData name="Hyun-Jung Kim" userId="1116f478dadc471e" providerId="LiveId" clId="{13B27E1A-C8B4-4596-868C-AB25C79F61AF}" dt="2026-04-26T20:13:22.756" v="1214" actId="27636"/>
      <pc:docMkLst>
        <pc:docMk/>
      </pc:docMkLst>
      <pc:sldChg chg="modSp new mod">
        <pc:chgData name="Hyun-Jung Kim" userId="1116f478dadc471e" providerId="LiveId" clId="{13B27E1A-C8B4-4596-868C-AB25C79F61AF}" dt="2026-04-26T18:47:26.083" v="9" actId="27636"/>
        <pc:sldMkLst>
          <pc:docMk/>
          <pc:sldMk cId="1302158735" sldId="257"/>
        </pc:sldMkLst>
        <pc:spChg chg="mod">
          <ac:chgData name="Hyun-Jung Kim" userId="1116f478dadc471e" providerId="LiveId" clId="{13B27E1A-C8B4-4596-868C-AB25C79F61AF}" dt="2026-04-26T18:46:25.024" v="7" actId="20577"/>
          <ac:spMkLst>
            <pc:docMk/>
            <pc:sldMk cId="1302158735" sldId="257"/>
            <ac:spMk id="2" creationId="{5E96FC7D-DECD-5099-A90A-3C1AB6BDE755}"/>
          </ac:spMkLst>
        </pc:spChg>
        <pc:spChg chg="mod">
          <ac:chgData name="Hyun-Jung Kim" userId="1116f478dadc471e" providerId="LiveId" clId="{13B27E1A-C8B4-4596-868C-AB25C79F61AF}" dt="2026-04-26T18:47:26.083" v="9" actId="27636"/>
          <ac:spMkLst>
            <pc:docMk/>
            <pc:sldMk cId="1302158735" sldId="257"/>
            <ac:spMk id="3" creationId="{445EF34D-C41C-F78C-E9DC-18B955276817}"/>
          </ac:spMkLst>
        </pc:spChg>
      </pc:sldChg>
      <pc:sldChg chg="addSp modSp new mod modNotesTx">
        <pc:chgData name="Hyun-Jung Kim" userId="1116f478dadc471e" providerId="LiveId" clId="{13B27E1A-C8B4-4596-868C-AB25C79F61AF}" dt="2026-04-26T18:54:26.073" v="47" actId="20577"/>
        <pc:sldMkLst>
          <pc:docMk/>
          <pc:sldMk cId="3828870774" sldId="258"/>
        </pc:sldMkLst>
        <pc:spChg chg="mod">
          <ac:chgData name="Hyun-Jung Kim" userId="1116f478dadc471e" providerId="LiveId" clId="{13B27E1A-C8B4-4596-868C-AB25C79F61AF}" dt="2026-04-26T18:48:28.038" v="23"/>
          <ac:spMkLst>
            <pc:docMk/>
            <pc:sldMk cId="3828870774" sldId="258"/>
            <ac:spMk id="2" creationId="{77AD148F-6D7C-CD28-02C1-A6805507EF82}"/>
          </ac:spMkLst>
        </pc:spChg>
        <pc:spChg chg="mod">
          <ac:chgData name="Hyun-Jung Kim" userId="1116f478dadc471e" providerId="LiveId" clId="{13B27E1A-C8B4-4596-868C-AB25C79F61AF}" dt="2026-04-26T18:52:14.076" v="35" actId="27636"/>
          <ac:spMkLst>
            <pc:docMk/>
            <pc:sldMk cId="3828870774" sldId="258"/>
            <ac:spMk id="3" creationId="{3303AB14-2D66-190C-0981-9C12A637D3CD}"/>
          </ac:spMkLst>
        </pc:spChg>
        <pc:spChg chg="add mod">
          <ac:chgData name="Hyun-Jung Kim" userId="1116f478dadc471e" providerId="LiveId" clId="{13B27E1A-C8B4-4596-868C-AB25C79F61AF}" dt="2026-04-26T18:50:23.371" v="32" actId="208"/>
          <ac:spMkLst>
            <pc:docMk/>
            <pc:sldMk cId="3828870774" sldId="258"/>
            <ac:spMk id="5" creationId="{2BA7043A-7D75-66EF-5F82-BE0EA81E0E57}"/>
          </ac:spMkLst>
        </pc:spChg>
        <pc:spChg chg="add mod">
          <ac:chgData name="Hyun-Jung Kim" userId="1116f478dadc471e" providerId="LiveId" clId="{13B27E1A-C8B4-4596-868C-AB25C79F61AF}" dt="2026-04-26T18:53:38.548" v="44" actId="1076"/>
          <ac:spMkLst>
            <pc:docMk/>
            <pc:sldMk cId="3828870774" sldId="258"/>
            <ac:spMk id="7" creationId="{EB1FC3D0-BD83-C934-612F-2BF3BEF5C56E}"/>
          </ac:spMkLst>
        </pc:spChg>
      </pc:sldChg>
      <pc:sldChg chg="modSp new mod modNotesTx">
        <pc:chgData name="Hyun-Jung Kim" userId="1116f478dadc471e" providerId="LiveId" clId="{13B27E1A-C8B4-4596-868C-AB25C79F61AF}" dt="2026-04-26T19:05:55.432" v="129" actId="27636"/>
        <pc:sldMkLst>
          <pc:docMk/>
          <pc:sldMk cId="2503045781" sldId="259"/>
        </pc:sldMkLst>
        <pc:spChg chg="mod">
          <ac:chgData name="Hyun-Jung Kim" userId="1116f478dadc471e" providerId="LiveId" clId="{13B27E1A-C8B4-4596-868C-AB25C79F61AF}" dt="2026-04-26T18:58:00.738" v="57"/>
          <ac:spMkLst>
            <pc:docMk/>
            <pc:sldMk cId="2503045781" sldId="259"/>
            <ac:spMk id="2" creationId="{B8392F6B-E5C7-7D96-799B-B41C3241FA0D}"/>
          </ac:spMkLst>
        </pc:spChg>
        <pc:spChg chg="mod">
          <ac:chgData name="Hyun-Jung Kim" userId="1116f478dadc471e" providerId="LiveId" clId="{13B27E1A-C8B4-4596-868C-AB25C79F61AF}" dt="2026-04-26T19:05:55.432" v="129" actId="27636"/>
          <ac:spMkLst>
            <pc:docMk/>
            <pc:sldMk cId="2503045781" sldId="259"/>
            <ac:spMk id="3" creationId="{2F12834B-E6BC-F8EA-6945-A16063B5240E}"/>
          </ac:spMkLst>
        </pc:spChg>
      </pc:sldChg>
      <pc:sldChg chg="modSp new mod modNotesTx">
        <pc:chgData name="Hyun-Jung Kim" userId="1116f478dadc471e" providerId="LiveId" clId="{13B27E1A-C8B4-4596-868C-AB25C79F61AF}" dt="2026-04-26T19:16:30.108" v="353" actId="20577"/>
        <pc:sldMkLst>
          <pc:docMk/>
          <pc:sldMk cId="906732820" sldId="260"/>
        </pc:sldMkLst>
        <pc:spChg chg="mod">
          <ac:chgData name="Hyun-Jung Kim" userId="1116f478dadc471e" providerId="LiveId" clId="{13B27E1A-C8B4-4596-868C-AB25C79F61AF}" dt="2026-04-26T19:09:02.772" v="171" actId="20577"/>
          <ac:spMkLst>
            <pc:docMk/>
            <pc:sldMk cId="906732820" sldId="260"/>
            <ac:spMk id="2" creationId="{5E66B0DE-F76C-A864-1C04-7F7DB394CD3C}"/>
          </ac:spMkLst>
        </pc:spChg>
        <pc:spChg chg="mod">
          <ac:chgData name="Hyun-Jung Kim" userId="1116f478dadc471e" providerId="LiveId" clId="{13B27E1A-C8B4-4596-868C-AB25C79F61AF}" dt="2026-04-26T19:11:59.802" v="349" actId="20577"/>
          <ac:spMkLst>
            <pc:docMk/>
            <pc:sldMk cId="906732820" sldId="260"/>
            <ac:spMk id="3" creationId="{ACB03164-D176-9AB5-E7E6-5D6D7DB532EA}"/>
          </ac:spMkLst>
        </pc:spChg>
      </pc:sldChg>
      <pc:sldChg chg="addSp modSp new mod modNotesTx">
        <pc:chgData name="Hyun-Jung Kim" userId="1116f478dadc471e" providerId="LiveId" clId="{13B27E1A-C8B4-4596-868C-AB25C79F61AF}" dt="2026-04-26T19:24:17.130" v="407" actId="20577"/>
        <pc:sldMkLst>
          <pc:docMk/>
          <pc:sldMk cId="716551664" sldId="261"/>
        </pc:sldMkLst>
        <pc:spChg chg="mod">
          <ac:chgData name="Hyun-Jung Kim" userId="1116f478dadc471e" providerId="LiveId" clId="{13B27E1A-C8B4-4596-868C-AB25C79F61AF}" dt="2026-04-26T19:24:17.130" v="407" actId="20577"/>
          <ac:spMkLst>
            <pc:docMk/>
            <pc:sldMk cId="716551664" sldId="261"/>
            <ac:spMk id="2" creationId="{667461BE-3AED-0BC4-D423-393CEF2F73E0}"/>
          </ac:spMkLst>
        </pc:spChg>
        <pc:spChg chg="mod">
          <ac:chgData name="Hyun-Jung Kim" userId="1116f478dadc471e" providerId="LiveId" clId="{13B27E1A-C8B4-4596-868C-AB25C79F61AF}" dt="2026-04-26T19:19:17.229" v="385"/>
          <ac:spMkLst>
            <pc:docMk/>
            <pc:sldMk cId="716551664" sldId="261"/>
            <ac:spMk id="3" creationId="{6A77473A-ADBF-5998-6BCF-3C3F718D3796}"/>
          </ac:spMkLst>
        </pc:spChg>
        <pc:spChg chg="add mod">
          <ac:chgData name="Hyun-Jung Kim" userId="1116f478dadc471e" providerId="LiveId" clId="{13B27E1A-C8B4-4596-868C-AB25C79F61AF}" dt="2026-04-26T19:23:01.074" v="398" actId="14100"/>
          <ac:spMkLst>
            <pc:docMk/>
            <pc:sldMk cId="716551664" sldId="261"/>
            <ac:spMk id="5" creationId="{EBC90E64-307D-98C4-D6D0-FA30103E5F47}"/>
          </ac:spMkLst>
        </pc:spChg>
      </pc:sldChg>
      <pc:sldChg chg="addSp modSp new mod modNotesTx">
        <pc:chgData name="Hyun-Jung Kim" userId="1116f478dadc471e" providerId="LiveId" clId="{13B27E1A-C8B4-4596-868C-AB25C79F61AF}" dt="2026-04-26T19:54:56.115" v="947" actId="20577"/>
        <pc:sldMkLst>
          <pc:docMk/>
          <pc:sldMk cId="1090617375" sldId="262"/>
        </pc:sldMkLst>
        <pc:spChg chg="mod">
          <ac:chgData name="Hyun-Jung Kim" userId="1116f478dadc471e" providerId="LiveId" clId="{13B27E1A-C8B4-4596-868C-AB25C79F61AF}" dt="2026-04-26T19:24:40.658" v="439" actId="20577"/>
          <ac:spMkLst>
            <pc:docMk/>
            <pc:sldMk cId="1090617375" sldId="262"/>
            <ac:spMk id="2" creationId="{B86182C1-B9EE-623B-E993-206B696E52F4}"/>
          </ac:spMkLst>
        </pc:spChg>
        <pc:spChg chg="mod">
          <ac:chgData name="Hyun-Jung Kim" userId="1116f478dadc471e" providerId="LiveId" clId="{13B27E1A-C8B4-4596-868C-AB25C79F61AF}" dt="2026-04-26T19:54:56.115" v="947" actId="20577"/>
          <ac:spMkLst>
            <pc:docMk/>
            <pc:sldMk cId="1090617375" sldId="262"/>
            <ac:spMk id="3" creationId="{8F03D37D-D7DC-344B-E3B6-2A773F51C40E}"/>
          </ac:spMkLst>
        </pc:spChg>
        <pc:spChg chg="add mod">
          <ac:chgData name="Hyun-Jung Kim" userId="1116f478dadc471e" providerId="LiveId" clId="{13B27E1A-C8B4-4596-868C-AB25C79F61AF}" dt="2026-04-26T19:37:50.078" v="556" actId="1076"/>
          <ac:spMkLst>
            <pc:docMk/>
            <pc:sldMk cId="1090617375" sldId="262"/>
            <ac:spMk id="5" creationId="{03FEE5D1-E085-0F9E-341D-21C7B77DE0EC}"/>
          </ac:spMkLst>
        </pc:spChg>
        <pc:spChg chg="add mod">
          <ac:chgData name="Hyun-Jung Kim" userId="1116f478dadc471e" providerId="LiveId" clId="{13B27E1A-C8B4-4596-868C-AB25C79F61AF}" dt="2026-04-26T19:38:20.625" v="563" actId="113"/>
          <ac:spMkLst>
            <pc:docMk/>
            <pc:sldMk cId="1090617375" sldId="262"/>
            <ac:spMk id="7" creationId="{FEB7FE03-E334-DDC9-0CA2-BD76D727A070}"/>
          </ac:spMkLst>
        </pc:spChg>
      </pc:sldChg>
      <pc:sldChg chg="addSp modSp new mod">
        <pc:chgData name="Hyun-Jung Kim" userId="1116f478dadc471e" providerId="LiveId" clId="{13B27E1A-C8B4-4596-868C-AB25C79F61AF}" dt="2026-04-26T20:05:18.640" v="1048" actId="208"/>
        <pc:sldMkLst>
          <pc:docMk/>
          <pc:sldMk cId="2826283901" sldId="263"/>
        </pc:sldMkLst>
        <pc:spChg chg="mod">
          <ac:chgData name="Hyun-Jung Kim" userId="1116f478dadc471e" providerId="LiveId" clId="{13B27E1A-C8B4-4596-868C-AB25C79F61AF}" dt="2026-04-26T19:58:09.586" v="966" actId="20577"/>
          <ac:spMkLst>
            <pc:docMk/>
            <pc:sldMk cId="2826283901" sldId="263"/>
            <ac:spMk id="2" creationId="{137F7C39-F32F-2B14-F07C-78A8CA72D197}"/>
          </ac:spMkLst>
        </pc:spChg>
        <pc:spChg chg="mod">
          <ac:chgData name="Hyun-Jung Kim" userId="1116f478dadc471e" providerId="LiveId" clId="{13B27E1A-C8B4-4596-868C-AB25C79F61AF}" dt="2026-04-26T20:04:45.041" v="1042" actId="113"/>
          <ac:spMkLst>
            <pc:docMk/>
            <pc:sldMk cId="2826283901" sldId="263"/>
            <ac:spMk id="3" creationId="{9CB9577B-C9B1-AE57-80B1-2689ADAD47BD}"/>
          </ac:spMkLst>
        </pc:spChg>
        <pc:spChg chg="add mod">
          <ac:chgData name="Hyun-Jung Kim" userId="1116f478dadc471e" providerId="LiveId" clId="{13B27E1A-C8B4-4596-868C-AB25C79F61AF}" dt="2026-04-26T20:05:18.640" v="1048" actId="208"/>
          <ac:spMkLst>
            <pc:docMk/>
            <pc:sldMk cId="2826283901" sldId="263"/>
            <ac:spMk id="5" creationId="{94C01F32-044F-BC9E-039B-FE26BC49DA32}"/>
          </ac:spMkLst>
        </pc:spChg>
        <pc:spChg chg="add mod">
          <ac:chgData name="Hyun-Jung Kim" userId="1116f478dadc471e" providerId="LiveId" clId="{13B27E1A-C8B4-4596-868C-AB25C79F61AF}" dt="2026-04-26T20:05:15.670" v="1047" actId="208"/>
          <ac:spMkLst>
            <pc:docMk/>
            <pc:sldMk cId="2826283901" sldId="263"/>
            <ac:spMk id="7" creationId="{973039A1-3400-31CF-6D30-EF39664D8B13}"/>
          </ac:spMkLst>
        </pc:spChg>
      </pc:sldChg>
      <pc:sldChg chg="modSp new mod">
        <pc:chgData name="Hyun-Jung Kim" userId="1116f478dadc471e" providerId="LiveId" clId="{13B27E1A-C8B4-4596-868C-AB25C79F61AF}" dt="2026-04-26T20:13:22.756" v="1214" actId="27636"/>
        <pc:sldMkLst>
          <pc:docMk/>
          <pc:sldMk cId="2737698827" sldId="264"/>
        </pc:sldMkLst>
        <pc:spChg chg="mod">
          <ac:chgData name="Hyun-Jung Kim" userId="1116f478dadc471e" providerId="LiveId" clId="{13B27E1A-C8B4-4596-868C-AB25C79F61AF}" dt="2026-04-26T20:06:30.636" v="1067" actId="20577"/>
          <ac:spMkLst>
            <pc:docMk/>
            <pc:sldMk cId="2737698827" sldId="264"/>
            <ac:spMk id="2" creationId="{512002E6-069A-9397-8D7C-DB03A17933A9}"/>
          </ac:spMkLst>
        </pc:spChg>
        <pc:spChg chg="mod">
          <ac:chgData name="Hyun-Jung Kim" userId="1116f478dadc471e" providerId="LiveId" clId="{13B27E1A-C8B4-4596-868C-AB25C79F61AF}" dt="2026-04-26T20:13:22.756" v="1214" actId="27636"/>
          <ac:spMkLst>
            <pc:docMk/>
            <pc:sldMk cId="2737698827" sldId="264"/>
            <ac:spMk id="3" creationId="{1CB842A6-1922-5899-31C8-DA1087C432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25290-1B3F-4460-8C05-1BE7DC9BB8A7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9D927-D6A6-4EC8-90FE-8A0F17E7B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58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CH04 </a:t>
            </a:r>
            <a:r>
              <a:rPr lang="ko-KR" altLang="en-US" dirty="0"/>
              <a:t>시작합니다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CH04. Branch Strategy and Sync Decisions</a:t>
            </a:r>
          </a:p>
          <a:p>
            <a:endParaRPr lang="en-US" altLang="ko-KR" dirty="0"/>
          </a:p>
          <a:p>
            <a:r>
              <a:rPr lang="en-US" altLang="ko-KR" dirty="0"/>
              <a:t>  CH03</a:t>
            </a:r>
            <a:r>
              <a:rPr lang="ko-KR" altLang="en-US" dirty="0"/>
              <a:t>까지는 “이미 생긴 이력을 읽고 복구하는 </a:t>
            </a:r>
            <a:r>
              <a:rPr lang="ko-KR" altLang="en-US" dirty="0" err="1"/>
              <a:t>법”을</a:t>
            </a:r>
            <a:r>
              <a:rPr lang="ko-KR" altLang="en-US" dirty="0"/>
              <a:t> 배웠습니다</a:t>
            </a:r>
            <a:r>
              <a:rPr lang="en-US" altLang="ko-KR" dirty="0"/>
              <a:t>. CH04</a:t>
            </a:r>
            <a:r>
              <a:rPr lang="ko-KR" altLang="en-US" dirty="0"/>
              <a:t>는 한 단계 앞섭니다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&gt; </a:t>
            </a:r>
            <a:r>
              <a:rPr lang="ko-KR" altLang="en-US" dirty="0"/>
              <a:t>이력이 꼬인 뒤 복구하는 것도 중요하지만</a:t>
            </a:r>
            <a:r>
              <a:rPr lang="en-US" altLang="ko-KR" dirty="0"/>
              <a:t>, </a:t>
            </a:r>
            <a:r>
              <a:rPr lang="ko-KR" altLang="en-US" dirty="0"/>
              <a:t>애초에 덜 꼬이게 </a:t>
            </a:r>
            <a:r>
              <a:rPr lang="en-US" altLang="ko-KR" dirty="0"/>
              <a:t>branch</a:t>
            </a:r>
            <a:r>
              <a:rPr lang="ko-KR" altLang="en-US" dirty="0"/>
              <a:t>를 나누고 </a:t>
            </a:r>
            <a:r>
              <a:rPr lang="en-US" altLang="ko-KR" dirty="0"/>
              <a:t>sync </a:t>
            </a:r>
            <a:r>
              <a:rPr lang="ko-KR" altLang="en-US" dirty="0"/>
              <a:t>전략을 정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&gt; </a:t>
            </a:r>
            <a:r>
              <a:rPr lang="ko-KR" altLang="en-US" dirty="0"/>
              <a:t>하는 것이 더 중요합니다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오늘의 핵심은 </a:t>
            </a:r>
            <a:r>
              <a:rPr lang="en-US" altLang="ko-KR" dirty="0"/>
              <a:t>branch</a:t>
            </a:r>
            <a:r>
              <a:rPr lang="ko-KR" altLang="en-US" dirty="0"/>
              <a:t>를 이렇게 이해하는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branch = </a:t>
            </a:r>
            <a:r>
              <a:rPr lang="ko-KR" altLang="en-US" dirty="0"/>
              <a:t>폴더 복사본이 아니라 </a:t>
            </a:r>
            <a:r>
              <a:rPr lang="en-US" altLang="ko-KR" dirty="0"/>
              <a:t>commit</a:t>
            </a:r>
            <a:r>
              <a:rPr lang="ko-KR" altLang="en-US" dirty="0"/>
              <a:t>을 가리키는 움직이는 </a:t>
            </a:r>
            <a:r>
              <a:rPr lang="en-US" altLang="ko-KR" dirty="0"/>
              <a:t>ref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시작 상태는 좋습니다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HEAD -&gt; main -&gt; origin/main -&gt; dfd7738</a:t>
            </a:r>
          </a:p>
          <a:p>
            <a:r>
              <a:rPr lang="en-US" altLang="ko-KR" dirty="0"/>
              <a:t>  working tree clean</a:t>
            </a:r>
          </a:p>
          <a:p>
            <a:endParaRPr lang="en-US" altLang="ko-KR" dirty="0"/>
          </a:p>
          <a:p>
            <a:r>
              <a:rPr lang="en-US" altLang="ko-KR" dirty="0"/>
              <a:t>  CH04 </a:t>
            </a:r>
            <a:r>
              <a:rPr lang="ko-KR" altLang="en-US" dirty="0"/>
              <a:t>노트도 만들었습니다</a:t>
            </a:r>
            <a:r>
              <a:rPr lang="en-US" altLang="ko-KR" dirty="0"/>
              <a:t>: Lecture_Prep/CH04/ch04-learning-notes.md</a:t>
            </a:r>
          </a:p>
          <a:p>
            <a:endParaRPr lang="en-US" altLang="ko-KR" dirty="0"/>
          </a:p>
          <a:p>
            <a:r>
              <a:rPr lang="en-US" altLang="ko-KR" dirty="0"/>
              <a:t>  Concept: </a:t>
            </a:r>
            <a:r>
              <a:rPr lang="ko-KR" altLang="en-US" dirty="0"/>
              <a:t>왜 </a:t>
            </a:r>
            <a:r>
              <a:rPr lang="en-US" altLang="ko-KR" dirty="0"/>
              <a:t>feature branch</a:t>
            </a:r>
            <a:r>
              <a:rPr lang="ko-KR" altLang="en-US" dirty="0"/>
              <a:t>를 만드는가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main</a:t>
            </a:r>
            <a:r>
              <a:rPr lang="ko-KR" altLang="en-US" dirty="0"/>
              <a:t>은 기준선입니다</a:t>
            </a:r>
            <a:r>
              <a:rPr lang="en-US" altLang="ko-KR" dirty="0"/>
              <a:t>. </a:t>
            </a:r>
            <a:r>
              <a:rPr lang="ko-KR" altLang="en-US" dirty="0"/>
              <a:t>여러 사람이 바로 </a:t>
            </a:r>
            <a:r>
              <a:rPr lang="en-US" altLang="ko-KR" dirty="0"/>
              <a:t>main</a:t>
            </a:r>
            <a:r>
              <a:rPr lang="ko-KR" altLang="en-US" dirty="0"/>
              <a:t>에 작업하면 다음 문제가 생깁니다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리뷰 전에 기준선이 바뀜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테스트 실패가 바로 팀 전체에 영향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어떤 변경이 어떤 목적이었는지 추적 어려움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rollback </a:t>
            </a:r>
            <a:r>
              <a:rPr lang="ko-KR" altLang="en-US" dirty="0"/>
              <a:t>단위가 흐려짐</a:t>
            </a:r>
          </a:p>
          <a:p>
            <a:endParaRPr lang="ko-KR" altLang="en-US" dirty="0"/>
          </a:p>
          <a:p>
            <a:r>
              <a:rPr lang="ko-KR" altLang="en-US" dirty="0"/>
              <a:t>  그래서 작업은 보통 짧은 </a:t>
            </a:r>
            <a:r>
              <a:rPr lang="en-US" altLang="ko-KR" dirty="0"/>
              <a:t>feature branch</a:t>
            </a:r>
            <a:r>
              <a:rPr lang="ko-KR" altLang="en-US" dirty="0"/>
              <a:t>에서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main</a:t>
            </a:r>
          </a:p>
          <a:p>
            <a:r>
              <a:rPr lang="en-US" altLang="ko-KR" dirty="0"/>
              <a:t>    └─ feature/branch-playbook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첫 </a:t>
            </a:r>
            <a:r>
              <a:rPr lang="en-US" altLang="ko-KR" dirty="0"/>
              <a:t>branch</a:t>
            </a:r>
            <a:r>
              <a:rPr lang="ko-KR" altLang="en-US" dirty="0"/>
              <a:t>를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Step 1. </a:t>
            </a:r>
            <a:r>
              <a:rPr lang="ko-KR" altLang="en-US" dirty="0"/>
              <a:t>현재 </a:t>
            </a:r>
            <a:r>
              <a:rPr lang="en-US" altLang="ko-KR" dirty="0"/>
              <a:t>main </a:t>
            </a:r>
            <a:r>
              <a:rPr lang="ko-KR" altLang="en-US" dirty="0"/>
              <a:t>상태 확인</a:t>
            </a:r>
          </a:p>
          <a:p>
            <a:endParaRPr lang="ko-KR" altLang="en-US" dirty="0"/>
          </a:p>
          <a:p>
            <a:r>
              <a:rPr lang="ko-KR" altLang="en-US" dirty="0"/>
              <a:t>  먼저 현재 위치를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cd C:\Users\angpa\myProjects\Daily_Work\GitLab-Manual\Lecture_Prep\CH01\tutorial-</a:t>
            </a:r>
          </a:p>
          <a:p>
            <a:r>
              <a:rPr lang="en-US" altLang="ko-KR" dirty="0"/>
              <a:t>  collaboration-lab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-5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확인 기준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main</a:t>
            </a:r>
            <a:r>
              <a:rPr lang="ko-KR" altLang="en-US" dirty="0"/>
              <a:t>에 있어야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working tree clean</a:t>
            </a:r>
            <a:r>
              <a:rPr lang="ko-KR" altLang="en-US" dirty="0"/>
              <a:t>이어야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main</a:t>
            </a:r>
            <a:r>
              <a:rPr lang="ko-KR" altLang="en-US" dirty="0"/>
              <a:t>이 </a:t>
            </a:r>
            <a:r>
              <a:rPr lang="en-US" altLang="ko-KR" dirty="0"/>
              <a:t>[origin/main]</a:t>
            </a:r>
            <a:r>
              <a:rPr lang="ko-KR" altLang="en-US" dirty="0"/>
              <a:t>을 추적해야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새 </a:t>
            </a:r>
            <a:r>
              <a:rPr lang="en-US" altLang="ko-KR" dirty="0"/>
              <a:t>branch</a:t>
            </a:r>
            <a:r>
              <a:rPr lang="ko-KR" altLang="en-US" dirty="0"/>
              <a:t>를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switch -c feature/branch-playbook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* feature/branch-playbook dfd7738 ...</a:t>
            </a:r>
          </a:p>
          <a:p>
            <a:r>
              <a:rPr lang="en-US" altLang="ko-KR" dirty="0"/>
              <a:t>    main                    dfd7738 [origin/main] ...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여기서 중요한 점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새 </a:t>
            </a:r>
            <a:r>
              <a:rPr lang="en-US" altLang="ko-KR" dirty="0"/>
              <a:t>branch</a:t>
            </a:r>
            <a:r>
              <a:rPr lang="ko-KR" altLang="en-US" dirty="0"/>
              <a:t>는 현재 </a:t>
            </a:r>
            <a:r>
              <a:rPr lang="en-US" altLang="ko-KR" dirty="0"/>
              <a:t>commit dfd7738</a:t>
            </a:r>
            <a:r>
              <a:rPr lang="ko-KR" altLang="en-US" dirty="0"/>
              <a:t>에서 시작합니다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아직 </a:t>
            </a:r>
            <a:r>
              <a:rPr lang="en-US" altLang="ko-KR" dirty="0"/>
              <a:t>remote tracking</a:t>
            </a:r>
            <a:r>
              <a:rPr lang="ko-KR" altLang="en-US" dirty="0"/>
              <a:t>은 없습니다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main</a:t>
            </a:r>
            <a:r>
              <a:rPr lang="ko-KR" altLang="en-US" dirty="0"/>
              <a:t>과 파일이 복사되는 것이 아니라</a:t>
            </a:r>
            <a:r>
              <a:rPr lang="en-US" altLang="ko-KR" dirty="0"/>
              <a:t>, branch ref</a:t>
            </a:r>
            <a:r>
              <a:rPr lang="ko-KR" altLang="en-US" dirty="0"/>
              <a:t>가 하나 생기는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 </a:t>
            </a:r>
            <a:r>
              <a:rPr lang="ko-KR" altLang="en-US" dirty="0"/>
              <a:t>그 다음 </a:t>
            </a:r>
            <a:r>
              <a:rPr lang="en-US" altLang="ko-KR" dirty="0"/>
              <a:t>docs/branch-planning.md</a:t>
            </a:r>
            <a:r>
              <a:rPr lang="ko-KR" altLang="en-US" dirty="0"/>
              <a:t>를 이 </a:t>
            </a:r>
            <a:r>
              <a:rPr lang="en-US" altLang="ko-KR" dirty="0"/>
              <a:t>branch</a:t>
            </a:r>
            <a:r>
              <a:rPr lang="ko-KR" altLang="en-US" dirty="0"/>
              <a:t>에서 추가하겠습니다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9D927-D6A6-4EC8-90FE-8A0F17E7B1D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633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Concept: </a:t>
            </a:r>
            <a:r>
              <a:rPr lang="ko-KR" altLang="en-US" dirty="0"/>
              <a:t>왜 </a:t>
            </a:r>
            <a:r>
              <a:rPr lang="en-US" altLang="ko-KR" dirty="0"/>
              <a:t>feature branch</a:t>
            </a:r>
            <a:r>
              <a:rPr lang="ko-KR" altLang="en-US" dirty="0"/>
              <a:t>를 만드는가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main</a:t>
            </a:r>
            <a:r>
              <a:rPr lang="ko-KR" altLang="en-US" dirty="0"/>
              <a:t>은 기준선입니다</a:t>
            </a:r>
            <a:r>
              <a:rPr lang="en-US" altLang="ko-KR" dirty="0"/>
              <a:t>. </a:t>
            </a:r>
            <a:r>
              <a:rPr lang="ko-KR" altLang="en-US" dirty="0"/>
              <a:t>여러 사람이 바로 </a:t>
            </a:r>
            <a:r>
              <a:rPr lang="en-US" altLang="ko-KR" dirty="0"/>
              <a:t>main</a:t>
            </a:r>
            <a:r>
              <a:rPr lang="ko-KR" altLang="en-US" dirty="0"/>
              <a:t>에 작업하면 다음 문제가 생깁니다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리뷰 전에 기준선이 바뀜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테스트 실패가 바로 팀 전체에 영향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어떤 변경이 어떤 목적이었는지 추적 어려움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rollback </a:t>
            </a:r>
            <a:r>
              <a:rPr lang="ko-KR" altLang="en-US" dirty="0"/>
              <a:t>단위가 흐려짐</a:t>
            </a:r>
          </a:p>
          <a:p>
            <a:endParaRPr lang="ko-KR" altLang="en-US" dirty="0"/>
          </a:p>
          <a:p>
            <a:r>
              <a:rPr lang="ko-KR" altLang="en-US" dirty="0"/>
              <a:t>  그래서 작업은 보통 짧은 </a:t>
            </a:r>
            <a:r>
              <a:rPr lang="en-US" altLang="ko-KR" dirty="0"/>
              <a:t>feature branch</a:t>
            </a:r>
            <a:r>
              <a:rPr lang="ko-KR" altLang="en-US" dirty="0"/>
              <a:t>에서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main</a:t>
            </a:r>
          </a:p>
          <a:p>
            <a:r>
              <a:rPr lang="en-US" altLang="ko-KR" dirty="0"/>
              <a:t>    └─ feature/branch-playbook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첫 </a:t>
            </a:r>
            <a:r>
              <a:rPr lang="en-US" altLang="ko-KR" dirty="0"/>
              <a:t>branch</a:t>
            </a:r>
            <a:r>
              <a:rPr lang="ko-KR" altLang="en-US" dirty="0"/>
              <a:t>를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Step 1. </a:t>
            </a:r>
            <a:r>
              <a:rPr lang="ko-KR" altLang="en-US" dirty="0"/>
              <a:t>현재 </a:t>
            </a:r>
            <a:r>
              <a:rPr lang="en-US" altLang="ko-KR" dirty="0"/>
              <a:t>main </a:t>
            </a:r>
            <a:r>
              <a:rPr lang="ko-KR" altLang="en-US" dirty="0"/>
              <a:t>상태 확인</a:t>
            </a:r>
          </a:p>
          <a:p>
            <a:endParaRPr lang="ko-KR" altLang="en-US" dirty="0"/>
          </a:p>
          <a:p>
            <a:r>
              <a:rPr lang="ko-KR" altLang="en-US" dirty="0"/>
              <a:t>  먼저 현재 위치를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cd C:\Users\angpa\myProjects\Daily_Work\GitLab-Manual\Lecture_Prep\CH01\tutorial-</a:t>
            </a:r>
          </a:p>
          <a:p>
            <a:r>
              <a:rPr lang="en-US" altLang="ko-KR" dirty="0"/>
              <a:t>  collaboration-lab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-5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확인 기준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main</a:t>
            </a:r>
            <a:r>
              <a:rPr lang="ko-KR" altLang="en-US" dirty="0"/>
              <a:t>에 있어야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working tree clean</a:t>
            </a:r>
            <a:r>
              <a:rPr lang="ko-KR" altLang="en-US" dirty="0"/>
              <a:t>이어야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main</a:t>
            </a:r>
            <a:r>
              <a:rPr lang="ko-KR" altLang="en-US" dirty="0"/>
              <a:t>이 </a:t>
            </a:r>
            <a:r>
              <a:rPr lang="en-US" altLang="ko-KR" dirty="0"/>
              <a:t>[origin/main]</a:t>
            </a:r>
            <a:r>
              <a:rPr lang="ko-KR" altLang="en-US" dirty="0"/>
              <a:t>을 추적해야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새 </a:t>
            </a:r>
            <a:r>
              <a:rPr lang="en-US" altLang="ko-KR" dirty="0"/>
              <a:t>branch</a:t>
            </a:r>
            <a:r>
              <a:rPr lang="ko-KR" altLang="en-US" dirty="0"/>
              <a:t>를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switch -c feature/branch-playbook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* feature/branch-playbook dfd7738 ...</a:t>
            </a:r>
          </a:p>
          <a:p>
            <a:r>
              <a:rPr lang="en-US" altLang="ko-KR" dirty="0"/>
              <a:t>    main                    dfd7738 [origin/main] ...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여기서 중요한 점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새 </a:t>
            </a:r>
            <a:r>
              <a:rPr lang="en-US" altLang="ko-KR" dirty="0"/>
              <a:t>branch</a:t>
            </a:r>
            <a:r>
              <a:rPr lang="ko-KR" altLang="en-US" dirty="0"/>
              <a:t>는 현재 </a:t>
            </a:r>
            <a:r>
              <a:rPr lang="en-US" altLang="ko-KR" dirty="0"/>
              <a:t>commit dfd7738</a:t>
            </a:r>
            <a:r>
              <a:rPr lang="ko-KR" altLang="en-US" dirty="0"/>
              <a:t>에서 시작합니다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아직 </a:t>
            </a:r>
            <a:r>
              <a:rPr lang="en-US" altLang="ko-KR" dirty="0"/>
              <a:t>remote tracking</a:t>
            </a:r>
            <a:r>
              <a:rPr lang="ko-KR" altLang="en-US" dirty="0"/>
              <a:t>은 없습니다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main</a:t>
            </a:r>
            <a:r>
              <a:rPr lang="ko-KR" altLang="en-US" dirty="0"/>
              <a:t>과 파일이 복사되는 것이 아니라</a:t>
            </a:r>
            <a:r>
              <a:rPr lang="en-US" altLang="ko-KR" dirty="0"/>
              <a:t>, branch ref</a:t>
            </a:r>
            <a:r>
              <a:rPr lang="ko-KR" altLang="en-US" dirty="0"/>
              <a:t>가 하나 생기는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 </a:t>
            </a:r>
            <a:r>
              <a:rPr lang="ko-KR" altLang="en-US" dirty="0"/>
              <a:t>그 다음 </a:t>
            </a:r>
            <a:r>
              <a:rPr lang="en-US" altLang="ko-KR" dirty="0"/>
              <a:t>docs/branch-planning.md</a:t>
            </a:r>
            <a:r>
              <a:rPr lang="ko-KR" altLang="en-US" dirty="0"/>
              <a:t>를 이 </a:t>
            </a:r>
            <a:r>
              <a:rPr lang="en-US" altLang="ko-KR" dirty="0"/>
              <a:t>branch</a:t>
            </a:r>
            <a:r>
              <a:rPr lang="ko-KR" altLang="en-US" dirty="0"/>
              <a:t>에서 추가하겠습니다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› checkout </a:t>
            </a:r>
            <a:r>
              <a:rPr lang="ko-KR" altLang="en-US" dirty="0"/>
              <a:t>대신 </a:t>
            </a:r>
            <a:r>
              <a:rPr lang="en-US" altLang="ko-KR" dirty="0"/>
              <a:t>switch </a:t>
            </a:r>
            <a:r>
              <a:rPr lang="ko-KR" altLang="en-US" dirty="0"/>
              <a:t>를 </a:t>
            </a:r>
            <a:r>
              <a:rPr lang="ko-KR" altLang="en-US" dirty="0" err="1"/>
              <a:t>쓰는이유는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좋은 질문입니다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짧게 말하면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&gt; switch</a:t>
            </a:r>
            <a:r>
              <a:rPr lang="ko-KR" altLang="en-US" dirty="0"/>
              <a:t>는 </a:t>
            </a:r>
            <a:r>
              <a:rPr lang="en-US" altLang="ko-KR" dirty="0"/>
              <a:t>branch </a:t>
            </a:r>
            <a:r>
              <a:rPr lang="ko-KR" altLang="en-US" dirty="0"/>
              <a:t>이동</a:t>
            </a:r>
            <a:r>
              <a:rPr lang="en-US" altLang="ko-KR" dirty="0"/>
              <a:t>/</a:t>
            </a:r>
            <a:r>
              <a:rPr lang="ko-KR" altLang="en-US" dirty="0"/>
              <a:t>생성만 하도록 만든 명령이고</a:t>
            </a:r>
            <a:r>
              <a:rPr lang="en-US" altLang="ko-KR" dirty="0"/>
              <a:t>, checkout</a:t>
            </a:r>
            <a:r>
              <a:rPr lang="ko-KR" altLang="en-US" dirty="0"/>
              <a:t>은 너무 많은 일을 해서 초보자에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&gt; </a:t>
            </a:r>
            <a:r>
              <a:rPr lang="ko-KR" altLang="en-US" dirty="0"/>
              <a:t>게 헷갈립니다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checkout</a:t>
            </a:r>
            <a:r>
              <a:rPr lang="ko-KR" altLang="en-US" dirty="0"/>
              <a:t>은 오래된 </a:t>
            </a:r>
            <a:r>
              <a:rPr lang="en-US" altLang="ko-KR" dirty="0"/>
              <a:t>Git </a:t>
            </a:r>
            <a:r>
              <a:rPr lang="ko-KR" altLang="en-US" dirty="0"/>
              <a:t>명령이라 역할이 많습니다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checkout main</a:t>
            </a:r>
          </a:p>
          <a:p>
            <a:endParaRPr lang="en-US" altLang="ko-KR" dirty="0"/>
          </a:p>
          <a:p>
            <a:r>
              <a:rPr lang="en-US" altLang="ko-KR" dirty="0"/>
              <a:t>  branch </a:t>
            </a:r>
            <a:r>
              <a:rPr lang="ko-KR" altLang="en-US" dirty="0"/>
              <a:t>이동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git checkout -b feature/a</a:t>
            </a:r>
          </a:p>
          <a:p>
            <a:endParaRPr lang="en-US" altLang="ko-KR" dirty="0"/>
          </a:p>
          <a:p>
            <a:r>
              <a:rPr lang="en-US" altLang="ko-KR" dirty="0"/>
              <a:t>  branch </a:t>
            </a:r>
            <a:r>
              <a:rPr lang="ko-KR" altLang="en-US" dirty="0"/>
              <a:t>생성 </a:t>
            </a:r>
            <a:r>
              <a:rPr lang="en-US" altLang="ko-KR" dirty="0"/>
              <a:t>+ </a:t>
            </a:r>
            <a:r>
              <a:rPr lang="ko-KR" altLang="en-US" dirty="0"/>
              <a:t>이동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git checkout dfd7738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특정 </a:t>
            </a:r>
            <a:r>
              <a:rPr lang="en-US" altLang="ko-KR" dirty="0"/>
              <a:t>commit</a:t>
            </a:r>
            <a:r>
              <a:rPr lang="ko-KR" altLang="en-US" dirty="0"/>
              <a:t>으로 이동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detached HEAD</a:t>
            </a:r>
          </a:p>
          <a:p>
            <a:endParaRPr lang="en-US" altLang="ko-KR" dirty="0"/>
          </a:p>
          <a:p>
            <a:r>
              <a:rPr lang="en-US" altLang="ko-KR" dirty="0"/>
              <a:t>  git checkout -- README.md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파일 되돌리기</a:t>
            </a:r>
          </a:p>
          <a:p>
            <a:endParaRPr lang="ko-KR" altLang="en-US" dirty="0"/>
          </a:p>
          <a:p>
            <a:r>
              <a:rPr lang="ko-KR" altLang="en-US" dirty="0"/>
              <a:t>  문제는 이 네 가지가 전부 </a:t>
            </a:r>
            <a:r>
              <a:rPr lang="en-US" altLang="ko-KR" dirty="0"/>
              <a:t>checkout </a:t>
            </a:r>
            <a:r>
              <a:rPr lang="ko-KR" altLang="en-US" dirty="0"/>
              <a:t>하나에 들어 있다는 겁니다</a:t>
            </a:r>
            <a:r>
              <a:rPr lang="en-US" altLang="ko-KR" dirty="0"/>
              <a:t>. </a:t>
            </a:r>
            <a:r>
              <a:rPr lang="ko-KR" altLang="en-US" dirty="0"/>
              <a:t>그래서 실수하기 쉽습니다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반면 </a:t>
            </a:r>
            <a:r>
              <a:rPr lang="en-US" altLang="ko-KR" dirty="0"/>
              <a:t>switch</a:t>
            </a:r>
            <a:r>
              <a:rPr lang="ko-KR" altLang="en-US" dirty="0"/>
              <a:t>는 </a:t>
            </a:r>
            <a:r>
              <a:rPr lang="en-US" altLang="ko-KR" dirty="0"/>
              <a:t>branch </a:t>
            </a:r>
            <a:r>
              <a:rPr lang="ko-KR" altLang="en-US" dirty="0"/>
              <a:t>이동</a:t>
            </a:r>
            <a:r>
              <a:rPr lang="en-US" altLang="ko-KR" dirty="0"/>
              <a:t>/</a:t>
            </a:r>
            <a:r>
              <a:rPr lang="ko-KR" altLang="en-US" dirty="0"/>
              <a:t>생성에 집중합니다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switch main</a:t>
            </a:r>
          </a:p>
          <a:p>
            <a:endParaRPr lang="en-US" altLang="ko-KR" dirty="0"/>
          </a:p>
          <a:p>
            <a:r>
              <a:rPr lang="en-US" altLang="ko-KR" dirty="0"/>
              <a:t>  branch </a:t>
            </a:r>
            <a:r>
              <a:rPr lang="ko-KR" altLang="en-US" dirty="0"/>
              <a:t>이동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git switch -c feature/branch-playbook</a:t>
            </a:r>
          </a:p>
          <a:p>
            <a:endParaRPr lang="en-US" altLang="ko-KR" dirty="0"/>
          </a:p>
          <a:p>
            <a:r>
              <a:rPr lang="en-US" altLang="ko-KR" dirty="0"/>
              <a:t>  branch </a:t>
            </a:r>
            <a:r>
              <a:rPr lang="ko-KR" altLang="en-US" dirty="0"/>
              <a:t>생성 </a:t>
            </a:r>
            <a:r>
              <a:rPr lang="en-US" altLang="ko-KR" dirty="0"/>
              <a:t>+ </a:t>
            </a:r>
            <a:r>
              <a:rPr lang="ko-KR" altLang="en-US" dirty="0"/>
              <a:t>이동</a:t>
            </a:r>
          </a:p>
          <a:p>
            <a:endParaRPr lang="ko-KR" altLang="en-US" dirty="0"/>
          </a:p>
          <a:p>
            <a:r>
              <a:rPr lang="ko-KR" altLang="en-US" dirty="0"/>
              <a:t>  즉 교육 규칙은 이렇게 잡습니다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branch </a:t>
            </a:r>
            <a:r>
              <a:rPr lang="ko-KR" altLang="en-US" dirty="0"/>
              <a:t>이동</a:t>
            </a:r>
            <a:r>
              <a:rPr lang="en-US" altLang="ko-KR" dirty="0"/>
              <a:t>/</a:t>
            </a:r>
            <a:r>
              <a:rPr lang="ko-KR" altLang="en-US" dirty="0"/>
              <a:t>생성       </a:t>
            </a:r>
            <a:r>
              <a:rPr lang="en-US" altLang="ko-KR" dirty="0"/>
              <a:t>-&gt; git switch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파일 되돌리기          </a:t>
            </a:r>
            <a:r>
              <a:rPr lang="en-US" altLang="ko-KR" dirty="0"/>
              <a:t>-&gt; git restore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특정 과거 </a:t>
            </a:r>
            <a:r>
              <a:rPr lang="en-US" altLang="ko-KR" dirty="0"/>
              <a:t>commit </a:t>
            </a:r>
            <a:r>
              <a:rPr lang="ko-KR" altLang="en-US" dirty="0"/>
              <a:t>조사  </a:t>
            </a:r>
            <a:r>
              <a:rPr lang="en-US" altLang="ko-KR" dirty="0"/>
              <a:t>-&gt; git checkout </a:t>
            </a:r>
            <a:r>
              <a:rPr lang="ko-KR" altLang="en-US" dirty="0"/>
              <a:t>또는 </a:t>
            </a:r>
            <a:r>
              <a:rPr lang="en-US" altLang="ko-KR" dirty="0"/>
              <a:t>git switch --detach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실무적으로도 이렇게 나누면 명령 의도가 더 선명합니다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switch: “</a:t>
            </a:r>
            <a:r>
              <a:rPr lang="ko-KR" altLang="en-US" dirty="0"/>
              <a:t>내가 어느 </a:t>
            </a:r>
            <a:r>
              <a:rPr lang="en-US" altLang="ko-KR" dirty="0"/>
              <a:t>branch</a:t>
            </a:r>
            <a:r>
              <a:rPr lang="ko-KR" altLang="en-US" dirty="0"/>
              <a:t>에서 일할지 바꾼다”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restore: “</a:t>
            </a:r>
            <a:r>
              <a:rPr lang="ko-KR" altLang="en-US" dirty="0"/>
              <a:t>파일 내용을 되돌린다”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checkout: “</a:t>
            </a:r>
            <a:r>
              <a:rPr lang="ko-KR" altLang="en-US" dirty="0"/>
              <a:t>옛 문서나 특수 상황에서 여전히 만날 수 있는 다기능 명령”</a:t>
            </a:r>
          </a:p>
          <a:p>
            <a:endParaRPr lang="ko-KR" altLang="en-US" dirty="0"/>
          </a:p>
          <a:p>
            <a:r>
              <a:rPr lang="ko-KR" altLang="en-US" dirty="0"/>
              <a:t>  그래서 </a:t>
            </a:r>
            <a:r>
              <a:rPr lang="en-US" altLang="ko-KR" dirty="0"/>
              <a:t>CH04</a:t>
            </a:r>
            <a:r>
              <a:rPr lang="ko-KR" altLang="en-US" dirty="0"/>
              <a:t>에서는 기본 </a:t>
            </a:r>
            <a:r>
              <a:rPr lang="en-US" altLang="ko-KR" dirty="0"/>
              <a:t>branch </a:t>
            </a:r>
            <a:r>
              <a:rPr lang="ko-KR" altLang="en-US" dirty="0"/>
              <a:t>작업 명령으로 </a:t>
            </a:r>
            <a:r>
              <a:rPr lang="en-US" altLang="ko-KR" dirty="0"/>
              <a:t>switch</a:t>
            </a:r>
            <a:r>
              <a:rPr lang="ko-KR" altLang="en-US" dirty="0"/>
              <a:t>를 씁니다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checkout</a:t>
            </a:r>
            <a:r>
              <a:rPr lang="ko-KR" altLang="en-US" dirty="0"/>
              <a:t>은 뒤에서 </a:t>
            </a:r>
            <a:r>
              <a:rPr lang="en-US" altLang="ko-KR" dirty="0"/>
              <a:t>detached HEAD </a:t>
            </a:r>
            <a:r>
              <a:rPr lang="ko-KR" altLang="en-US" dirty="0"/>
              <a:t>체험할 때 일부러 보여드릴 겁니다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9D927-D6A6-4EC8-90FE-8A0F17E7B1D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170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Step 2. branch planning </a:t>
            </a:r>
            <a:r>
              <a:rPr lang="ko-KR" altLang="en-US" dirty="0"/>
              <a:t>파일 추가</a:t>
            </a:r>
          </a:p>
          <a:p>
            <a:endParaRPr lang="ko-KR" altLang="en-US" dirty="0"/>
          </a:p>
          <a:p>
            <a:r>
              <a:rPr lang="ko-KR" altLang="en-US" dirty="0"/>
              <a:t>  이제 </a:t>
            </a:r>
            <a:r>
              <a:rPr lang="en-US" altLang="ko-KR" dirty="0"/>
              <a:t>feature/branch-playbook branch</a:t>
            </a:r>
            <a:r>
              <a:rPr lang="ko-KR" altLang="en-US" dirty="0"/>
              <a:t>에서 </a:t>
            </a:r>
            <a:r>
              <a:rPr lang="en-US" altLang="ko-KR" dirty="0"/>
              <a:t>docs/branch-planning.md</a:t>
            </a:r>
            <a:r>
              <a:rPr lang="ko-KR" altLang="en-US" dirty="0"/>
              <a:t>를 추가합니다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Copy-Item "C:\Users\angpa\myProjects\Daily_Work\GitLab-Manual\GitLab-Onboarding-</a:t>
            </a:r>
          </a:p>
          <a:p>
            <a:r>
              <a:rPr lang="en-US" altLang="ko-KR" dirty="0"/>
              <a:t>  Lectures\tutorials\CH04-Branch-Strategy-and-Sync-Decisions\assets\docs\branch-</a:t>
            </a:r>
          </a:p>
          <a:p>
            <a:r>
              <a:rPr lang="en-US" altLang="ko-KR" dirty="0"/>
              <a:t>  planning.md" .\docs\branch-planning.md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확인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Get-Content .\docs\branch-planning.md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</a:t>
            </a:r>
            <a:r>
              <a:rPr lang="en-US" altLang="ko-KR" dirty="0"/>
              <a:t>staging</a:t>
            </a:r>
            <a:r>
              <a:rPr lang="ko-KR" altLang="en-US" dirty="0"/>
              <a:t>과 </a:t>
            </a:r>
            <a:r>
              <a:rPr lang="en-US" altLang="ko-KR" dirty="0"/>
              <a:t>commit:</a:t>
            </a:r>
          </a:p>
          <a:p>
            <a:endParaRPr lang="en-US" altLang="ko-KR" dirty="0"/>
          </a:p>
          <a:p>
            <a:r>
              <a:rPr lang="en-US" altLang="ko-KR" dirty="0"/>
              <a:t>  git add .\docs\branch-planning.md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마지막 확인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 </a:t>
            </a:r>
            <a:r>
              <a:rPr lang="en-US" altLang="ko-KR" dirty="0"/>
              <a:t>feature branch commit</a:t>
            </a:r>
            <a:r>
              <a:rPr lang="ko-KR" altLang="en-US" dirty="0"/>
              <a:t>이 만들어졌고 </a:t>
            </a:r>
            <a:r>
              <a:rPr lang="en-US" altLang="ko-KR" dirty="0"/>
              <a:t>main</a:t>
            </a:r>
            <a:r>
              <a:rPr lang="ko-KR" altLang="en-US" dirty="0"/>
              <a:t>과 </a:t>
            </a:r>
            <a:r>
              <a:rPr lang="en-US" altLang="ko-KR" dirty="0"/>
              <a:t>branch</a:t>
            </a:r>
            <a:r>
              <a:rPr lang="ko-KR" altLang="en-US" dirty="0"/>
              <a:t>가 갈라졌습니다</a:t>
            </a:r>
            <a:r>
              <a:rPr lang="en-US" altLang="ko-KR" dirty="0"/>
              <a:t>. </a:t>
            </a:r>
            <a:r>
              <a:rPr lang="ko-KR" altLang="en-US" dirty="0"/>
              <a:t>이제 이 결과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를</a:t>
            </a:r>
            <a:r>
              <a:rPr lang="ko-KR" altLang="en-US" dirty="0"/>
              <a:t> 확인하고 </a:t>
            </a:r>
            <a:r>
              <a:rPr lang="en-US" altLang="ko-KR" dirty="0"/>
              <a:t>remote branch</a:t>
            </a:r>
            <a:r>
              <a:rPr lang="ko-KR" altLang="en-US" dirty="0"/>
              <a:t>로 </a:t>
            </a:r>
            <a:r>
              <a:rPr lang="en-US" altLang="ko-KR" dirty="0"/>
              <a:t>push</a:t>
            </a:r>
            <a:r>
              <a:rPr lang="ko-KR" altLang="en-US" dirty="0"/>
              <a:t>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지금 </a:t>
            </a:r>
            <a:r>
              <a:rPr lang="en-US" altLang="ko-KR" dirty="0"/>
              <a:t>branch</a:t>
            </a:r>
            <a:r>
              <a:rPr lang="ko-KR" altLang="en-US" dirty="0"/>
              <a:t>가 정확히 갈라졌습니다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</a:t>
            </a:r>
            <a:r>
              <a:rPr lang="en-US" altLang="ko-KR" dirty="0"/>
              <a:t>history:</a:t>
            </a:r>
          </a:p>
          <a:p>
            <a:endParaRPr lang="en-US" altLang="ko-KR" dirty="0"/>
          </a:p>
          <a:p>
            <a:r>
              <a:rPr lang="en-US" altLang="ko-KR" dirty="0"/>
              <a:t>  * a1eeb94 (HEAD -&gt; feature/branch-playbook) docs: add branch planning memo</a:t>
            </a:r>
          </a:p>
          <a:p>
            <a:r>
              <a:rPr lang="en-US" altLang="ko-KR" dirty="0"/>
              <a:t>  * dfd7738 (origin/main, main) Revert "bug: allow developer sample action by mistake"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의미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feature/branch-playbook -&gt; a1eeb94</a:t>
            </a:r>
          </a:p>
          <a:p>
            <a:r>
              <a:rPr lang="en-US" altLang="ko-KR" dirty="0"/>
              <a:t>  main                    -&gt; dfd7738</a:t>
            </a:r>
          </a:p>
          <a:p>
            <a:r>
              <a:rPr lang="en-US" altLang="ko-KR" dirty="0"/>
              <a:t>  origin/main             -&gt; dfd7738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 </a:t>
            </a:r>
            <a:r>
              <a:rPr lang="en-US" altLang="ko-KR" dirty="0"/>
              <a:t>feature/branch-playbook</a:t>
            </a:r>
            <a:r>
              <a:rPr lang="ko-KR" altLang="en-US" dirty="0"/>
              <a:t>만 한 </a:t>
            </a:r>
            <a:r>
              <a:rPr lang="en-US" altLang="ko-KR" dirty="0"/>
              <a:t>commit </a:t>
            </a:r>
            <a:r>
              <a:rPr lang="ko-KR" altLang="en-US" dirty="0"/>
              <a:t>앞서 있습니다</a:t>
            </a:r>
            <a:r>
              <a:rPr lang="en-US" altLang="ko-KR" dirty="0"/>
              <a:t>. </a:t>
            </a:r>
            <a:r>
              <a:rPr lang="ko-KR" altLang="en-US" dirty="0"/>
              <a:t>이게 </a:t>
            </a:r>
            <a:r>
              <a:rPr lang="en-US" altLang="ko-KR" dirty="0"/>
              <a:t>branch</a:t>
            </a:r>
            <a:r>
              <a:rPr lang="ko-KR" altLang="en-US" dirty="0"/>
              <a:t>의 핵심입니다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Concept: remote tracking</a:t>
            </a:r>
            <a:r>
              <a:rPr lang="ko-KR" altLang="en-US" dirty="0"/>
              <a:t>이 아직 없는 </a:t>
            </a:r>
            <a:r>
              <a:rPr lang="en-US" altLang="ko-KR" dirty="0"/>
              <a:t>branch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</a:t>
            </a:r>
            <a:r>
              <a:rPr lang="en-US" altLang="ko-KR" dirty="0"/>
              <a:t>git branch -</a:t>
            </a:r>
            <a:r>
              <a:rPr lang="en-US" altLang="ko-KR" dirty="0" err="1"/>
              <a:t>vv</a:t>
            </a:r>
            <a:r>
              <a:rPr lang="ko-KR" altLang="en-US" dirty="0"/>
              <a:t>를 보면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* feature/branch-playbook a1eeb94 docs: add branch planning memo</a:t>
            </a:r>
          </a:p>
          <a:p>
            <a:r>
              <a:rPr lang="en-US" altLang="ko-KR" dirty="0"/>
              <a:t>    main                    dfd7738 [origin/main] ...</a:t>
            </a:r>
          </a:p>
          <a:p>
            <a:endParaRPr lang="en-US" altLang="ko-KR" dirty="0"/>
          </a:p>
          <a:p>
            <a:r>
              <a:rPr lang="en-US" altLang="ko-KR" dirty="0"/>
              <a:t>  feature/branch-playbook </a:t>
            </a:r>
            <a:r>
              <a:rPr lang="ko-KR" altLang="en-US" dirty="0"/>
              <a:t>옆에는 </a:t>
            </a:r>
            <a:r>
              <a:rPr lang="en-US" altLang="ko-KR" dirty="0"/>
              <a:t>[origin/...]</a:t>
            </a:r>
            <a:r>
              <a:rPr lang="ko-KR" altLang="en-US" dirty="0"/>
              <a:t>가 없습니다</a:t>
            </a:r>
            <a:r>
              <a:rPr lang="en-US" altLang="ko-KR" dirty="0"/>
              <a:t>. </a:t>
            </a:r>
            <a:r>
              <a:rPr lang="ko-KR" altLang="en-US" dirty="0"/>
              <a:t>아직 </a:t>
            </a:r>
            <a:r>
              <a:rPr lang="en-US" altLang="ko-KR" dirty="0"/>
              <a:t>remote branch</a:t>
            </a:r>
            <a:r>
              <a:rPr lang="ko-KR" altLang="en-US" dirty="0"/>
              <a:t>와 연결되지 않았</a:t>
            </a:r>
          </a:p>
          <a:p>
            <a:r>
              <a:rPr lang="ko-KR" altLang="en-US" dirty="0"/>
              <a:t>  다는 뜻입니다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</a:t>
            </a:r>
            <a:r>
              <a:rPr lang="en-US" altLang="ko-KR" dirty="0"/>
              <a:t>remote</a:t>
            </a:r>
            <a:r>
              <a:rPr lang="ko-KR" altLang="en-US" dirty="0"/>
              <a:t>에 </a:t>
            </a:r>
            <a:r>
              <a:rPr lang="en-US" altLang="ko-KR" dirty="0"/>
              <a:t>branch</a:t>
            </a:r>
            <a:r>
              <a:rPr lang="ko-KR" altLang="en-US" dirty="0"/>
              <a:t>를 올리고 </a:t>
            </a:r>
            <a:r>
              <a:rPr lang="en-US" altLang="ko-KR" dirty="0"/>
              <a:t>tracking</a:t>
            </a:r>
            <a:r>
              <a:rPr lang="ko-KR" altLang="en-US" dirty="0"/>
              <a:t>을 설정합니다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push -u origin feature/branch-playbook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-8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* feature/branch-playbook a1eeb94 [origin/feature/branch-playbook] docs: add branch</a:t>
            </a:r>
          </a:p>
          <a:p>
            <a:r>
              <a:rPr lang="en-US" altLang="ko-KR" dirty="0"/>
              <a:t>  planning memo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 </a:t>
            </a:r>
            <a:r>
              <a:rPr lang="ko-KR" altLang="en-US" dirty="0"/>
              <a:t>그 다음 </a:t>
            </a:r>
            <a:r>
              <a:rPr lang="en-US" altLang="ko-KR" dirty="0"/>
              <a:t>main</a:t>
            </a:r>
            <a:r>
              <a:rPr lang="ko-KR" altLang="en-US" dirty="0"/>
              <a:t>으로 돌아가서 두 번째 </a:t>
            </a:r>
            <a:r>
              <a:rPr lang="en-US" altLang="ko-KR" dirty="0"/>
              <a:t>branch feature/feature-flags</a:t>
            </a:r>
            <a:r>
              <a:rPr lang="ko-KR" altLang="en-US" dirty="0"/>
              <a:t>를</a:t>
            </a:r>
          </a:p>
          <a:p>
            <a:r>
              <a:rPr lang="ko-KR" altLang="en-US" dirty="0"/>
              <a:t>  만들겠습니다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9D927-D6A6-4EC8-90FE-8A0F17E7B1D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972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Step 3. main</a:t>
            </a:r>
            <a:r>
              <a:rPr lang="ko-KR" altLang="en-US" dirty="0"/>
              <a:t>으로 돌아가서 두 번째 </a:t>
            </a:r>
            <a:r>
              <a:rPr lang="en-US" altLang="ko-KR" dirty="0"/>
              <a:t>branch </a:t>
            </a:r>
            <a:r>
              <a:rPr lang="ko-KR" altLang="en-US" dirty="0"/>
              <a:t>만들기</a:t>
            </a:r>
          </a:p>
          <a:p>
            <a:endParaRPr lang="ko-KR" altLang="en-US" dirty="0"/>
          </a:p>
          <a:p>
            <a:r>
              <a:rPr lang="ko-KR" altLang="en-US" dirty="0"/>
              <a:t>  중요합니다</a:t>
            </a:r>
            <a:r>
              <a:rPr lang="en-US" altLang="ko-KR" dirty="0"/>
              <a:t>. </a:t>
            </a:r>
            <a:r>
              <a:rPr lang="ko-KR" altLang="en-US" dirty="0"/>
              <a:t>지금은 </a:t>
            </a:r>
            <a:r>
              <a:rPr lang="en-US" altLang="ko-KR" dirty="0"/>
              <a:t>feature/branch-playbook</a:t>
            </a:r>
            <a:r>
              <a:rPr lang="ko-KR" altLang="en-US" dirty="0"/>
              <a:t>에 있습니다</a:t>
            </a:r>
            <a:r>
              <a:rPr lang="en-US" altLang="ko-KR" dirty="0"/>
              <a:t>. </a:t>
            </a:r>
            <a:r>
              <a:rPr lang="ko-KR" altLang="en-US" dirty="0"/>
              <a:t>두 번째 작업은 </a:t>
            </a:r>
            <a:r>
              <a:rPr lang="en-US" altLang="ko-KR" dirty="0"/>
              <a:t>main</a:t>
            </a:r>
            <a:r>
              <a:rPr lang="ko-KR" altLang="en-US" dirty="0"/>
              <a:t>에서 새로 갈라져</a:t>
            </a:r>
          </a:p>
          <a:p>
            <a:r>
              <a:rPr lang="ko-KR" altLang="en-US" dirty="0"/>
              <a:t>  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switch main</a:t>
            </a:r>
          </a:p>
          <a:p>
            <a:r>
              <a:rPr lang="en-US" altLang="ko-KR" dirty="0"/>
              <a:t>  git pull</a:t>
            </a:r>
          </a:p>
          <a:p>
            <a:r>
              <a:rPr lang="en-US" altLang="ko-KR" dirty="0"/>
              <a:t>  git switch -c feature/feature-flags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* feature/feature-flags dfd7738 ...</a:t>
            </a:r>
          </a:p>
          <a:p>
            <a:r>
              <a:rPr lang="en-US" altLang="ko-KR" dirty="0"/>
              <a:t>    feature/branch-playbook a1eeb94 [origin/feature/branch-playbook] ...</a:t>
            </a:r>
          </a:p>
          <a:p>
            <a:r>
              <a:rPr lang="en-US" altLang="ko-KR" dirty="0"/>
              <a:t>    main dfd7738 [origin/main] ...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</a:t>
            </a:r>
            <a:r>
              <a:rPr lang="en-US" altLang="ko-KR" dirty="0" err="1"/>
              <a:t>src</a:t>
            </a:r>
            <a:r>
              <a:rPr lang="en-US" altLang="ko-KR" dirty="0"/>
              <a:t>/feature-</a:t>
            </a:r>
            <a:r>
              <a:rPr lang="en-US" altLang="ko-KR" dirty="0" err="1"/>
              <a:t>flags.json</a:t>
            </a:r>
            <a:r>
              <a:rPr lang="ko-KR" altLang="en-US" dirty="0"/>
              <a:t>을 추가합니다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Copy-Item "C:\Users\angpa\myProjects\Daily_Work\GitLab-Manual\GitLab-Onboarding-</a:t>
            </a:r>
          </a:p>
          <a:p>
            <a:r>
              <a:rPr lang="en-US" altLang="ko-KR" dirty="0"/>
              <a:t>  Lectures\tutorials\CH04-Branch-Strategy-and-Sync-Decisions\assets\</a:t>
            </a:r>
            <a:r>
              <a:rPr lang="en-US" altLang="ko-KR" dirty="0" err="1"/>
              <a:t>src</a:t>
            </a:r>
            <a:r>
              <a:rPr lang="en-US" altLang="ko-KR" dirty="0"/>
              <a:t>\feature-</a:t>
            </a:r>
            <a:r>
              <a:rPr lang="en-US" altLang="ko-KR" dirty="0" err="1"/>
              <a:t>flags.json</a:t>
            </a:r>
            <a:r>
              <a:rPr lang="en-US" altLang="ko-KR" dirty="0"/>
              <a:t>" .</a:t>
            </a:r>
          </a:p>
          <a:p>
            <a:r>
              <a:rPr lang="en-US" altLang="ko-KR" dirty="0"/>
              <a:t>  \</a:t>
            </a:r>
            <a:r>
              <a:rPr lang="en-US" altLang="ko-KR" dirty="0" err="1"/>
              <a:t>src</a:t>
            </a:r>
            <a:r>
              <a:rPr lang="en-US" altLang="ko-KR" dirty="0"/>
              <a:t>\feature-</a:t>
            </a:r>
            <a:r>
              <a:rPr lang="en-US" altLang="ko-KR" dirty="0" err="1"/>
              <a:t>flags.json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Get-Content .\</a:t>
            </a:r>
            <a:r>
              <a:rPr lang="en-US" altLang="ko-KR" dirty="0" err="1"/>
              <a:t>src</a:t>
            </a:r>
            <a:r>
              <a:rPr lang="en-US" altLang="ko-KR" dirty="0"/>
              <a:t>\feature-</a:t>
            </a:r>
            <a:r>
              <a:rPr lang="en-US" altLang="ko-KR" dirty="0" err="1"/>
              <a:t>flags.json</a:t>
            </a:r>
            <a:endParaRPr lang="en-US" altLang="ko-KR" dirty="0"/>
          </a:p>
          <a:p>
            <a:r>
              <a:rPr lang="en-US" altLang="ko-KR" dirty="0"/>
              <a:t>  git add .\</a:t>
            </a:r>
            <a:r>
              <a:rPr lang="en-US" altLang="ko-KR" dirty="0" err="1"/>
              <a:t>src</a:t>
            </a:r>
            <a:r>
              <a:rPr lang="en-US" altLang="ko-KR" dirty="0"/>
              <a:t>\feature-</a:t>
            </a:r>
            <a:r>
              <a:rPr lang="en-US" altLang="ko-KR" dirty="0" err="1"/>
              <a:t>flags.json</a:t>
            </a:r>
            <a:endParaRPr lang="en-US" altLang="ko-KR" dirty="0"/>
          </a:p>
          <a:p>
            <a:r>
              <a:rPr lang="en-US" altLang="ko-KR" dirty="0"/>
              <a:t>  git commit -m "feat: add tutorial feature flags"</a:t>
            </a:r>
          </a:p>
          <a:p>
            <a:r>
              <a:rPr lang="en-US" altLang="ko-KR" dirty="0"/>
              <a:t>  git push -u origin feature/feature-flags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확인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-10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 </a:t>
            </a:r>
            <a:r>
              <a:rPr lang="ko-KR" altLang="en-US" dirty="0"/>
              <a:t>그 다음 두 </a:t>
            </a:r>
            <a:r>
              <a:rPr lang="en-US" altLang="ko-KR" dirty="0"/>
              <a:t>branch</a:t>
            </a:r>
            <a:r>
              <a:rPr lang="ko-KR" altLang="en-US" dirty="0"/>
              <a:t>를 </a:t>
            </a:r>
            <a:r>
              <a:rPr lang="en-US" altLang="ko-KR" dirty="0"/>
              <a:t>main</a:t>
            </a:r>
            <a:r>
              <a:rPr lang="ko-KR" altLang="en-US" dirty="0"/>
              <a:t>으로 합치면서 </a:t>
            </a:r>
            <a:r>
              <a:rPr lang="en-US" altLang="ko-KR" dirty="0"/>
              <a:t>merge/rebase </a:t>
            </a:r>
            <a:r>
              <a:rPr lang="ko-KR" altLang="en-US" dirty="0"/>
              <a:t>차이를 비교하겠</a:t>
            </a:r>
          </a:p>
          <a:p>
            <a:r>
              <a:rPr lang="ko-KR" altLang="en-US" dirty="0"/>
              <a:t>  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현재 두 </a:t>
            </a:r>
            <a:r>
              <a:rPr lang="en-US" altLang="ko-KR" dirty="0"/>
              <a:t>branch</a:t>
            </a:r>
            <a:r>
              <a:rPr lang="ko-KR" altLang="en-US" dirty="0"/>
              <a:t>가 병렬로 갈라진 상태가 아주 잘 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* ed260e0 (feature/feature-flags) feat: add tutorial feature flags</a:t>
            </a:r>
          </a:p>
          <a:p>
            <a:r>
              <a:rPr lang="en-US" altLang="ko-KR" dirty="0"/>
              <a:t>  | * a1eeb94 (feature/branch-playbook) docs: add branch planning memo</a:t>
            </a:r>
          </a:p>
          <a:p>
            <a:r>
              <a:rPr lang="en-US" altLang="ko-KR" dirty="0"/>
              <a:t>  |/</a:t>
            </a:r>
          </a:p>
          <a:p>
            <a:r>
              <a:rPr lang="en-US" altLang="ko-KR" dirty="0"/>
              <a:t>  * dfd7738 (main) Revert "bug: allow developer sample action by mistake"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의미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main                    -&gt; dfd7738</a:t>
            </a:r>
          </a:p>
          <a:p>
            <a:r>
              <a:rPr lang="en-US" altLang="ko-KR" dirty="0"/>
              <a:t>  feature/branch-playbook -&gt; a1eeb94</a:t>
            </a:r>
          </a:p>
          <a:p>
            <a:r>
              <a:rPr lang="en-US" altLang="ko-KR" dirty="0"/>
              <a:t>  feature/feature-flags   -&gt; ed260e0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두 </a:t>
            </a:r>
            <a:r>
              <a:rPr lang="en-US" altLang="ko-KR" dirty="0"/>
              <a:t>branch</a:t>
            </a:r>
            <a:r>
              <a:rPr lang="ko-KR" altLang="en-US" dirty="0"/>
              <a:t>는 같은 </a:t>
            </a:r>
            <a:r>
              <a:rPr lang="en-US" altLang="ko-KR" dirty="0"/>
              <a:t>main </a:t>
            </a:r>
            <a:r>
              <a:rPr lang="ko-KR" altLang="en-US" dirty="0"/>
              <a:t>기준점에서 갈라졌고</a:t>
            </a:r>
            <a:r>
              <a:rPr lang="en-US" altLang="ko-KR" dirty="0"/>
              <a:t>, </a:t>
            </a:r>
            <a:r>
              <a:rPr lang="ko-KR" altLang="en-US" dirty="0"/>
              <a:t>서로 다른 파일을 추가했습니다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feature/branch-playbook: docs/branch-planning.md</a:t>
            </a:r>
          </a:p>
          <a:p>
            <a:r>
              <a:rPr lang="en-US" altLang="ko-KR" dirty="0"/>
              <a:t>  - feature/feature-flags: </a:t>
            </a:r>
            <a:r>
              <a:rPr lang="en-US" altLang="ko-KR" dirty="0" err="1"/>
              <a:t>src</a:t>
            </a:r>
            <a:r>
              <a:rPr lang="en-US" altLang="ko-KR" dirty="0"/>
              <a:t>/feature-</a:t>
            </a:r>
            <a:r>
              <a:rPr lang="en-US" altLang="ko-KR" dirty="0" err="1"/>
              <a:t>flags.json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그래서 현재는 </a:t>
            </a:r>
            <a:r>
              <a:rPr lang="en-US" altLang="ko-KR" dirty="0"/>
              <a:t>content conflict </a:t>
            </a:r>
            <a:r>
              <a:rPr lang="ko-KR" altLang="en-US" dirty="0"/>
              <a:t>가능성이 낮습니다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Concept: merge </a:t>
            </a:r>
            <a:r>
              <a:rPr lang="ko-KR" altLang="en-US" dirty="0"/>
              <a:t>방식으로 </a:t>
            </a:r>
            <a:r>
              <a:rPr lang="en-US" altLang="ko-KR" dirty="0"/>
              <a:t>main</a:t>
            </a:r>
            <a:r>
              <a:rPr lang="ko-KR" altLang="en-US" dirty="0"/>
              <a:t>에 반영</a:t>
            </a:r>
          </a:p>
          <a:p>
            <a:endParaRPr lang="ko-KR" altLang="en-US" dirty="0"/>
          </a:p>
          <a:p>
            <a:r>
              <a:rPr lang="ko-KR" altLang="en-US" dirty="0"/>
              <a:t>  먼저 </a:t>
            </a:r>
            <a:r>
              <a:rPr lang="en-US" altLang="ko-KR" dirty="0"/>
              <a:t>feature/branch-playbook</a:t>
            </a:r>
            <a:r>
              <a:rPr lang="ko-KR" altLang="en-US" dirty="0"/>
              <a:t>을 </a:t>
            </a:r>
            <a:r>
              <a:rPr lang="en-US" altLang="ko-KR" dirty="0"/>
              <a:t>main</a:t>
            </a:r>
            <a:r>
              <a:rPr lang="ko-KR" altLang="en-US" dirty="0"/>
              <a:t>에 </a:t>
            </a:r>
            <a:r>
              <a:rPr lang="en-US" altLang="ko-KR" dirty="0"/>
              <a:t>merge</a:t>
            </a:r>
            <a:r>
              <a:rPr lang="ko-KR" altLang="en-US" dirty="0"/>
              <a:t>하겠습니다</a:t>
            </a:r>
            <a:r>
              <a:rPr lang="en-US" altLang="ko-KR" dirty="0"/>
              <a:t>. </a:t>
            </a:r>
            <a:r>
              <a:rPr lang="ko-KR" altLang="en-US" dirty="0"/>
              <a:t>이 경우 </a:t>
            </a:r>
            <a:r>
              <a:rPr lang="en-US" altLang="ko-KR" dirty="0"/>
              <a:t>main</a:t>
            </a:r>
            <a:r>
              <a:rPr lang="ko-KR" altLang="en-US" dirty="0"/>
              <a:t>이 아직 </a:t>
            </a:r>
            <a:r>
              <a:rPr lang="en-US" altLang="ko-KR" dirty="0"/>
              <a:t>dfd7738</a:t>
            </a:r>
            <a:r>
              <a:rPr lang="ko-KR" altLang="en-US" dirty="0"/>
              <a:t>이고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feature branch</a:t>
            </a:r>
            <a:r>
              <a:rPr lang="ko-KR" altLang="en-US" dirty="0"/>
              <a:t>가 그 위에 </a:t>
            </a:r>
            <a:r>
              <a:rPr lang="en-US" altLang="ko-KR" dirty="0"/>
              <a:t>commit </a:t>
            </a:r>
            <a:r>
              <a:rPr lang="ko-KR" altLang="en-US" dirty="0"/>
              <a:t>하나만 있으므로 </a:t>
            </a:r>
            <a:r>
              <a:rPr lang="en-US" altLang="ko-KR" dirty="0"/>
              <a:t>fast-forward merge</a:t>
            </a:r>
            <a:r>
              <a:rPr lang="ko-KR" altLang="en-US" dirty="0"/>
              <a:t>가 될 가능성이 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Fast-forward</a:t>
            </a:r>
            <a:r>
              <a:rPr lang="ko-KR" altLang="en-US" dirty="0"/>
              <a:t>는 새 </a:t>
            </a:r>
            <a:r>
              <a:rPr lang="en-US" altLang="ko-KR" dirty="0"/>
              <a:t>merge commit</a:t>
            </a:r>
            <a:r>
              <a:rPr lang="ko-KR" altLang="en-US" dirty="0"/>
              <a:t>을 만들지 않고 </a:t>
            </a:r>
            <a:r>
              <a:rPr lang="en-US" altLang="ko-KR" dirty="0"/>
              <a:t>main </a:t>
            </a:r>
            <a:r>
              <a:rPr lang="ko-KR" altLang="en-US" dirty="0"/>
              <a:t>포인터만 앞으로 이동하는 방식입니다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before:</a:t>
            </a:r>
          </a:p>
          <a:p>
            <a:r>
              <a:rPr lang="en-US" altLang="ko-KR" dirty="0"/>
              <a:t>  main -&gt; dfd7738</a:t>
            </a:r>
          </a:p>
          <a:p>
            <a:r>
              <a:rPr lang="en-US" altLang="ko-KR" dirty="0"/>
              <a:t>  feature/branch-playbook -&gt; a1eeb94</a:t>
            </a:r>
          </a:p>
          <a:p>
            <a:endParaRPr lang="en-US" altLang="ko-KR" dirty="0"/>
          </a:p>
          <a:p>
            <a:r>
              <a:rPr lang="en-US" altLang="ko-KR" dirty="0"/>
              <a:t>  after:</a:t>
            </a:r>
          </a:p>
          <a:p>
            <a:r>
              <a:rPr lang="en-US" altLang="ko-KR" dirty="0"/>
              <a:t>  main -&gt; a1eeb94</a:t>
            </a:r>
          </a:p>
          <a:p>
            <a:r>
              <a:rPr lang="en-US" altLang="ko-KR" dirty="0"/>
              <a:t>  feature/branch-playbook -&gt; a1eeb94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switch main</a:t>
            </a:r>
          </a:p>
          <a:p>
            <a:r>
              <a:rPr lang="en-US" altLang="ko-KR" dirty="0"/>
              <a:t>  git pull</a:t>
            </a:r>
          </a:p>
          <a:p>
            <a:r>
              <a:rPr lang="en-US" altLang="ko-KR" dirty="0"/>
              <a:t>  git merge feature/branch-playbook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-10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main -&gt; a1eeb94</a:t>
            </a:r>
          </a:p>
          <a:p>
            <a:r>
              <a:rPr lang="en-US" altLang="ko-KR" dirty="0"/>
              <a:t>  feature/branch-playbook -&gt; a1eeb94</a:t>
            </a:r>
          </a:p>
          <a:p>
            <a:r>
              <a:rPr lang="en-US" altLang="ko-KR" dirty="0"/>
              <a:t>  origin/main -&gt; </a:t>
            </a:r>
            <a:r>
              <a:rPr lang="ko-KR" altLang="en-US" dirty="0"/>
              <a:t>아직 </a:t>
            </a:r>
            <a:r>
              <a:rPr lang="en-US" altLang="ko-KR" dirty="0"/>
              <a:t>dfd7738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아직 </a:t>
            </a:r>
            <a:r>
              <a:rPr lang="en-US" altLang="ko-KR" dirty="0"/>
              <a:t>push</a:t>
            </a:r>
            <a:r>
              <a:rPr lang="ko-KR" altLang="en-US" dirty="0"/>
              <a:t>하지 마세요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merge </a:t>
            </a:r>
            <a:r>
              <a:rPr lang="ko-KR" altLang="en-US" dirty="0"/>
              <a:t>결과를 확인하겠습니다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9D927-D6A6-4EC8-90FE-8A0F17E7B1D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074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두 </a:t>
            </a:r>
            <a:r>
              <a:rPr lang="en-US" altLang="ko-KR" dirty="0"/>
              <a:t>branch</a:t>
            </a:r>
            <a:r>
              <a:rPr lang="ko-KR" altLang="en-US" dirty="0"/>
              <a:t>는 같은 </a:t>
            </a:r>
            <a:r>
              <a:rPr lang="en-US" altLang="ko-KR" dirty="0"/>
              <a:t>main </a:t>
            </a:r>
            <a:r>
              <a:rPr lang="ko-KR" altLang="en-US" dirty="0"/>
              <a:t>기준점에서 갈라졌고</a:t>
            </a:r>
            <a:r>
              <a:rPr lang="en-US" altLang="ko-KR" dirty="0"/>
              <a:t>, </a:t>
            </a:r>
            <a:r>
              <a:rPr lang="ko-KR" altLang="en-US" dirty="0"/>
              <a:t>서로 다른 파일을 추가했습니다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feature/branch-playbook: docs/branch-planning.md</a:t>
            </a:r>
          </a:p>
          <a:p>
            <a:r>
              <a:rPr lang="en-US" altLang="ko-KR" dirty="0"/>
              <a:t>  - feature/feature-flags: </a:t>
            </a:r>
            <a:r>
              <a:rPr lang="en-US" altLang="ko-KR" dirty="0" err="1"/>
              <a:t>src</a:t>
            </a:r>
            <a:r>
              <a:rPr lang="en-US" altLang="ko-KR" dirty="0"/>
              <a:t>/feature-</a:t>
            </a:r>
            <a:r>
              <a:rPr lang="en-US" altLang="ko-KR" dirty="0" err="1"/>
              <a:t>flags.json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그래서 현재는 </a:t>
            </a:r>
            <a:r>
              <a:rPr lang="en-US" altLang="ko-KR" dirty="0"/>
              <a:t>content conflict </a:t>
            </a:r>
            <a:r>
              <a:rPr lang="ko-KR" altLang="en-US" dirty="0"/>
              <a:t>가능성이 낮습니다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Concept: merge </a:t>
            </a:r>
            <a:r>
              <a:rPr lang="ko-KR" altLang="en-US" dirty="0"/>
              <a:t>방식으로 </a:t>
            </a:r>
            <a:r>
              <a:rPr lang="en-US" altLang="ko-KR" dirty="0"/>
              <a:t>main</a:t>
            </a:r>
            <a:r>
              <a:rPr lang="ko-KR" altLang="en-US" dirty="0"/>
              <a:t>에 반영</a:t>
            </a:r>
          </a:p>
          <a:p>
            <a:endParaRPr lang="ko-KR" altLang="en-US" dirty="0"/>
          </a:p>
          <a:p>
            <a:r>
              <a:rPr lang="ko-KR" altLang="en-US" dirty="0"/>
              <a:t>  먼저 </a:t>
            </a:r>
            <a:r>
              <a:rPr lang="en-US" altLang="ko-KR" dirty="0"/>
              <a:t>feature/branch-playbook</a:t>
            </a:r>
            <a:r>
              <a:rPr lang="ko-KR" altLang="en-US" dirty="0"/>
              <a:t>을 </a:t>
            </a:r>
            <a:r>
              <a:rPr lang="en-US" altLang="ko-KR" dirty="0"/>
              <a:t>main</a:t>
            </a:r>
            <a:r>
              <a:rPr lang="ko-KR" altLang="en-US" dirty="0"/>
              <a:t>에 </a:t>
            </a:r>
            <a:r>
              <a:rPr lang="en-US" altLang="ko-KR" dirty="0"/>
              <a:t>merge</a:t>
            </a:r>
            <a:r>
              <a:rPr lang="ko-KR" altLang="en-US" dirty="0"/>
              <a:t>하겠습니다</a:t>
            </a:r>
            <a:r>
              <a:rPr lang="en-US" altLang="ko-KR" dirty="0"/>
              <a:t>. </a:t>
            </a:r>
            <a:r>
              <a:rPr lang="ko-KR" altLang="en-US" dirty="0"/>
              <a:t>이 경우 </a:t>
            </a:r>
            <a:r>
              <a:rPr lang="en-US" altLang="ko-KR" dirty="0"/>
              <a:t>main</a:t>
            </a:r>
            <a:r>
              <a:rPr lang="ko-KR" altLang="en-US" dirty="0"/>
              <a:t>이 아직 </a:t>
            </a:r>
            <a:r>
              <a:rPr lang="en-US" altLang="ko-KR" dirty="0"/>
              <a:t>dfd7738</a:t>
            </a:r>
            <a:r>
              <a:rPr lang="ko-KR" altLang="en-US" dirty="0"/>
              <a:t>이고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feature branch</a:t>
            </a:r>
            <a:r>
              <a:rPr lang="ko-KR" altLang="en-US" dirty="0"/>
              <a:t>가 그 위에 </a:t>
            </a:r>
            <a:r>
              <a:rPr lang="en-US" altLang="ko-KR" dirty="0"/>
              <a:t>commit </a:t>
            </a:r>
            <a:r>
              <a:rPr lang="ko-KR" altLang="en-US" dirty="0"/>
              <a:t>하나만 있으므로 </a:t>
            </a:r>
            <a:r>
              <a:rPr lang="en-US" altLang="ko-KR" dirty="0"/>
              <a:t>fast-forward merge</a:t>
            </a:r>
            <a:r>
              <a:rPr lang="ko-KR" altLang="en-US" dirty="0"/>
              <a:t>가 될 가능성이 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Fast-forward</a:t>
            </a:r>
            <a:r>
              <a:rPr lang="ko-KR" altLang="en-US" dirty="0"/>
              <a:t>는 새 </a:t>
            </a:r>
            <a:r>
              <a:rPr lang="en-US" altLang="ko-KR" dirty="0"/>
              <a:t>merge commit</a:t>
            </a:r>
            <a:r>
              <a:rPr lang="ko-KR" altLang="en-US" dirty="0"/>
              <a:t>을 만들지 않고 </a:t>
            </a:r>
            <a:r>
              <a:rPr lang="en-US" altLang="ko-KR" dirty="0"/>
              <a:t>main </a:t>
            </a:r>
            <a:r>
              <a:rPr lang="ko-KR" altLang="en-US" dirty="0"/>
              <a:t>포인터만 앞으로 이동하는 방식입니다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before:</a:t>
            </a:r>
          </a:p>
          <a:p>
            <a:r>
              <a:rPr lang="en-US" altLang="ko-KR" dirty="0"/>
              <a:t>  main -&gt; dfd7738</a:t>
            </a:r>
          </a:p>
          <a:p>
            <a:r>
              <a:rPr lang="en-US" altLang="ko-KR" dirty="0"/>
              <a:t>  feature/branch-playbook -&gt; a1eeb94</a:t>
            </a:r>
          </a:p>
          <a:p>
            <a:endParaRPr lang="en-US" altLang="ko-KR" dirty="0"/>
          </a:p>
          <a:p>
            <a:r>
              <a:rPr lang="en-US" altLang="ko-KR" dirty="0"/>
              <a:t>  after:</a:t>
            </a:r>
          </a:p>
          <a:p>
            <a:r>
              <a:rPr lang="en-US" altLang="ko-KR" dirty="0"/>
              <a:t>  main -&gt; a1eeb94</a:t>
            </a:r>
          </a:p>
          <a:p>
            <a:r>
              <a:rPr lang="en-US" altLang="ko-KR" dirty="0"/>
              <a:t>  feature/branch-playbook -&gt; a1eeb94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switch main</a:t>
            </a:r>
          </a:p>
          <a:p>
            <a:r>
              <a:rPr lang="en-US" altLang="ko-KR" dirty="0"/>
              <a:t>  git pull</a:t>
            </a:r>
          </a:p>
          <a:p>
            <a:r>
              <a:rPr lang="en-US" altLang="ko-KR" dirty="0"/>
              <a:t>  git merge feature/branch-playbook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-10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main -&gt; a1eeb94</a:t>
            </a:r>
          </a:p>
          <a:p>
            <a:r>
              <a:rPr lang="en-US" altLang="ko-KR" dirty="0"/>
              <a:t>  feature/branch-playbook -&gt; a1eeb94</a:t>
            </a:r>
          </a:p>
          <a:p>
            <a:r>
              <a:rPr lang="en-US" altLang="ko-KR" dirty="0"/>
              <a:t>  origin/main -&gt; </a:t>
            </a:r>
            <a:r>
              <a:rPr lang="ko-KR" altLang="en-US" dirty="0"/>
              <a:t>아직 </a:t>
            </a:r>
            <a:r>
              <a:rPr lang="en-US" altLang="ko-KR" dirty="0"/>
              <a:t>dfd7738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아직 </a:t>
            </a:r>
            <a:r>
              <a:rPr lang="en-US" altLang="ko-KR" dirty="0"/>
              <a:t>push</a:t>
            </a:r>
            <a:r>
              <a:rPr lang="ko-KR" altLang="en-US" dirty="0"/>
              <a:t>하지 마세요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merge </a:t>
            </a:r>
            <a:r>
              <a:rPr lang="ko-KR" altLang="en-US" dirty="0"/>
              <a:t>결과를 확인하겠습니다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feature/branch-playbook merge</a:t>
            </a:r>
            <a:r>
              <a:rPr lang="ko-KR" altLang="en-US" dirty="0"/>
              <a:t>는 </a:t>
            </a:r>
            <a:r>
              <a:rPr lang="en-US" altLang="ko-KR" dirty="0"/>
              <a:t>fast-forward merge</a:t>
            </a:r>
            <a:r>
              <a:rPr lang="ko-KR" altLang="en-US" dirty="0"/>
              <a:t>로 완료됐습니다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main                    -&gt; a1eeb94</a:t>
            </a:r>
          </a:p>
          <a:p>
            <a:r>
              <a:rPr lang="en-US" altLang="ko-KR" dirty="0"/>
              <a:t>  feature/branch-playbook -&gt; a1eeb94</a:t>
            </a:r>
          </a:p>
          <a:p>
            <a:r>
              <a:rPr lang="en-US" altLang="ko-KR" dirty="0"/>
              <a:t>  origin/main             -&gt; dfd7738</a:t>
            </a:r>
          </a:p>
          <a:p>
            <a:r>
              <a:rPr lang="en-US" altLang="ko-KR" dirty="0"/>
              <a:t>  feature/feature-flags   -&gt; ed260e0</a:t>
            </a:r>
          </a:p>
          <a:p>
            <a:endParaRPr lang="en-US" altLang="ko-KR" dirty="0"/>
          </a:p>
          <a:p>
            <a:r>
              <a:rPr lang="en-US" altLang="ko-KR" dirty="0"/>
              <a:t>  main</a:t>
            </a:r>
            <a:r>
              <a:rPr lang="ko-KR" altLang="en-US" dirty="0"/>
              <a:t>은 </a:t>
            </a:r>
            <a:r>
              <a:rPr lang="en-US" altLang="ko-KR" dirty="0"/>
              <a:t>remote</a:t>
            </a:r>
            <a:r>
              <a:rPr lang="ko-KR" altLang="en-US" dirty="0"/>
              <a:t>보다 </a:t>
            </a:r>
            <a:r>
              <a:rPr lang="en-US" altLang="ko-KR" dirty="0"/>
              <a:t>1 commit </a:t>
            </a:r>
            <a:r>
              <a:rPr lang="ko-KR" altLang="en-US" dirty="0"/>
              <a:t>앞서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Your branch is ahead of 'origin/main' by 1 commit.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그리고 현재 </a:t>
            </a:r>
            <a:r>
              <a:rPr lang="en-US" altLang="ko-KR" dirty="0"/>
              <a:t>main</a:t>
            </a:r>
            <a:r>
              <a:rPr lang="ko-KR" altLang="en-US" dirty="0"/>
              <a:t>에는 </a:t>
            </a:r>
            <a:r>
              <a:rPr lang="en-US" altLang="ko-KR" dirty="0"/>
              <a:t>docs/branch-planning.md</a:t>
            </a:r>
            <a:r>
              <a:rPr lang="ko-KR" altLang="en-US" dirty="0"/>
              <a:t>가 들어왔지만</a:t>
            </a:r>
            <a:r>
              <a:rPr lang="en-US" altLang="ko-KR" dirty="0"/>
              <a:t>, </a:t>
            </a:r>
            <a:r>
              <a:rPr lang="ko-KR" altLang="en-US" dirty="0"/>
              <a:t>아직 </a:t>
            </a:r>
            <a:r>
              <a:rPr lang="en-US" altLang="ko-KR" dirty="0" err="1"/>
              <a:t>src</a:t>
            </a:r>
            <a:r>
              <a:rPr lang="en-US" altLang="ko-KR" dirty="0"/>
              <a:t>/feature-</a:t>
            </a:r>
            <a:r>
              <a:rPr lang="en-US" altLang="ko-KR" dirty="0" err="1"/>
              <a:t>flags.json</a:t>
            </a:r>
            <a:r>
              <a:rPr lang="ko-KR" altLang="en-US" dirty="0"/>
              <a:t>는 </a:t>
            </a:r>
            <a:r>
              <a:rPr lang="ko-KR" altLang="en-US" dirty="0" err="1"/>
              <a:t>없</a:t>
            </a:r>
            <a:endParaRPr lang="ko-KR" altLang="en-US" dirty="0"/>
          </a:p>
          <a:p>
            <a:r>
              <a:rPr lang="ko-KR" altLang="en-US" dirty="0"/>
              <a:t>  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docs/branch-planning.md = </a:t>
            </a:r>
            <a:r>
              <a:rPr lang="ko-KR" altLang="en-US" dirty="0"/>
              <a:t>있음</a:t>
            </a:r>
          </a:p>
          <a:p>
            <a:r>
              <a:rPr lang="ko-KR" altLang="en-US" dirty="0"/>
              <a:t>  </a:t>
            </a:r>
            <a:r>
              <a:rPr lang="en-US" altLang="ko-KR" dirty="0" err="1"/>
              <a:t>src</a:t>
            </a:r>
            <a:r>
              <a:rPr lang="en-US" altLang="ko-KR" dirty="0"/>
              <a:t>/feature-</a:t>
            </a:r>
            <a:r>
              <a:rPr lang="en-US" altLang="ko-KR" dirty="0" err="1"/>
              <a:t>flags.json</a:t>
            </a:r>
            <a:r>
              <a:rPr lang="en-US" altLang="ko-KR" dirty="0"/>
              <a:t>  = </a:t>
            </a:r>
            <a:r>
              <a:rPr lang="ko-KR" altLang="en-US" dirty="0"/>
              <a:t>아직 없음</a:t>
            </a:r>
          </a:p>
          <a:p>
            <a:endParaRPr lang="ko-KR" altLang="en-US" dirty="0"/>
          </a:p>
          <a:p>
            <a:r>
              <a:rPr lang="ko-KR" altLang="en-US" dirty="0"/>
              <a:t>  이제 이 </a:t>
            </a:r>
            <a:r>
              <a:rPr lang="en-US" altLang="ko-KR" dirty="0"/>
              <a:t>main </a:t>
            </a:r>
            <a:r>
              <a:rPr lang="ko-KR" altLang="en-US" dirty="0"/>
              <a:t>변경을 </a:t>
            </a:r>
            <a:r>
              <a:rPr lang="en-US" altLang="ko-KR" dirty="0"/>
              <a:t>remote</a:t>
            </a:r>
            <a:r>
              <a:rPr lang="ko-KR" altLang="en-US" dirty="0"/>
              <a:t>에 올립니다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push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확인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-10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main -&gt; a1eeb94</a:t>
            </a:r>
          </a:p>
          <a:p>
            <a:r>
              <a:rPr lang="en-US" altLang="ko-KR" dirty="0"/>
              <a:t>  origin/main -&gt; a1eeb94</a:t>
            </a:r>
          </a:p>
          <a:p>
            <a:r>
              <a:rPr lang="en-US" altLang="ko-KR" dirty="0"/>
              <a:t>  feature/feature-flags -&gt; ed260e0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</a:t>
            </a:r>
            <a:r>
              <a:rPr lang="en-US" altLang="ko-KR" dirty="0"/>
              <a:t>feature/feature-flags</a:t>
            </a:r>
            <a:r>
              <a:rPr lang="ko-KR" altLang="en-US" dirty="0"/>
              <a:t>를 최신 </a:t>
            </a:r>
            <a:r>
              <a:rPr lang="en-US" altLang="ko-KR" dirty="0"/>
              <a:t>origin/main </a:t>
            </a:r>
            <a:r>
              <a:rPr lang="ko-KR" altLang="en-US" dirty="0"/>
              <a:t>위로 </a:t>
            </a:r>
            <a:r>
              <a:rPr lang="en-US" altLang="ko-KR" dirty="0"/>
              <a:t>rebase</a:t>
            </a:r>
            <a:r>
              <a:rPr lang="ko-KR" altLang="en-US" dirty="0"/>
              <a:t>해서</a:t>
            </a:r>
            <a:r>
              <a:rPr lang="en-US" altLang="ko-KR" dirty="0"/>
              <a:t>, merge</a:t>
            </a:r>
            <a:r>
              <a:rPr lang="ko-KR" altLang="en-US" dirty="0"/>
              <a:t>와 다른 </a:t>
            </a:r>
            <a:r>
              <a:rPr lang="en-US" altLang="ko-KR" dirty="0"/>
              <a:t>history </a:t>
            </a:r>
            <a:r>
              <a:rPr lang="ko-KR" altLang="en-US" dirty="0"/>
              <a:t>모양</a:t>
            </a:r>
          </a:p>
          <a:p>
            <a:r>
              <a:rPr lang="ko-KR" altLang="en-US" dirty="0"/>
              <a:t>  을 보겠습니다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9D927-D6A6-4EC8-90FE-8A0F17E7B1D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00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현재 상황이 </a:t>
            </a:r>
            <a:r>
              <a:rPr lang="en-US" altLang="ko-KR" dirty="0"/>
              <a:t>rebase </a:t>
            </a:r>
            <a:r>
              <a:rPr lang="ko-KR" altLang="en-US" dirty="0"/>
              <a:t>설명에 딱 맞습니다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</a:t>
            </a:r>
            <a:r>
              <a:rPr lang="en-US" altLang="ko-KR" dirty="0"/>
              <a:t>history:</a:t>
            </a:r>
          </a:p>
          <a:p>
            <a:endParaRPr lang="en-US" altLang="ko-KR" dirty="0"/>
          </a:p>
          <a:p>
            <a:r>
              <a:rPr lang="en-US" altLang="ko-KR" dirty="0"/>
              <a:t>  * ed260e0 (feature/feature-flags) feat: add tutorial feature flags</a:t>
            </a:r>
          </a:p>
          <a:p>
            <a:r>
              <a:rPr lang="en-US" altLang="ko-KR" dirty="0"/>
              <a:t>  | * a1eeb94 (main, origin/main) docs: add branch planning memo</a:t>
            </a:r>
          </a:p>
          <a:p>
            <a:r>
              <a:rPr lang="en-US" altLang="ko-KR" dirty="0"/>
              <a:t>  |/</a:t>
            </a:r>
          </a:p>
          <a:p>
            <a:r>
              <a:rPr lang="en-US" altLang="ko-KR" dirty="0"/>
              <a:t>  * dfd7738 Revert ...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의미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main</a:t>
            </a:r>
            <a:r>
              <a:rPr lang="ko-KR" altLang="en-US" dirty="0"/>
              <a:t>은 </a:t>
            </a:r>
            <a:r>
              <a:rPr lang="en-US" altLang="ko-KR" dirty="0"/>
              <a:t>a1eeb94</a:t>
            </a:r>
            <a:r>
              <a:rPr lang="ko-KR" altLang="en-US" dirty="0"/>
              <a:t>까지 진행됨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feature/feature-flags</a:t>
            </a:r>
            <a:r>
              <a:rPr lang="ko-KR" altLang="en-US" dirty="0"/>
              <a:t>는 예전 기준점 </a:t>
            </a:r>
            <a:r>
              <a:rPr lang="en-US" altLang="ko-KR" dirty="0"/>
              <a:t>dfd7738</a:t>
            </a:r>
            <a:r>
              <a:rPr lang="ko-KR" altLang="en-US" dirty="0"/>
              <a:t>에서 갈라진 상태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두 </a:t>
            </a:r>
            <a:r>
              <a:rPr lang="en-US" altLang="ko-KR" dirty="0"/>
              <a:t>branch</a:t>
            </a:r>
            <a:r>
              <a:rPr lang="ko-KR" altLang="en-US" dirty="0"/>
              <a:t>는 서로 다른 </a:t>
            </a:r>
            <a:r>
              <a:rPr lang="en-US" altLang="ko-KR" dirty="0"/>
              <a:t>commit</a:t>
            </a:r>
            <a:r>
              <a:rPr lang="ko-KR" altLang="en-US" dirty="0"/>
              <a:t>을 가지고 있음</a:t>
            </a:r>
          </a:p>
          <a:p>
            <a:endParaRPr lang="ko-KR" altLang="en-US" dirty="0"/>
          </a:p>
          <a:p>
            <a:r>
              <a:rPr lang="ko-KR" altLang="en-US" dirty="0"/>
              <a:t>  이제 </a:t>
            </a:r>
            <a:r>
              <a:rPr lang="en-US" altLang="ko-KR" dirty="0"/>
              <a:t>feature/feature-flags</a:t>
            </a:r>
            <a:r>
              <a:rPr lang="ko-KR" altLang="en-US" dirty="0"/>
              <a:t>를 최신 </a:t>
            </a:r>
            <a:r>
              <a:rPr lang="en-US" altLang="ko-KR" dirty="0"/>
              <a:t>origin/main </a:t>
            </a:r>
            <a:r>
              <a:rPr lang="ko-KR" altLang="en-US" dirty="0"/>
              <a:t>위로 </a:t>
            </a:r>
            <a:r>
              <a:rPr lang="en-US" altLang="ko-KR" dirty="0"/>
              <a:t>rebase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Concept: rebase</a:t>
            </a:r>
          </a:p>
          <a:p>
            <a:endParaRPr lang="en-US" altLang="ko-KR" dirty="0"/>
          </a:p>
          <a:p>
            <a:r>
              <a:rPr lang="en-US" altLang="ko-KR" dirty="0"/>
              <a:t>  rebase</a:t>
            </a:r>
            <a:r>
              <a:rPr lang="ko-KR" altLang="en-US" dirty="0"/>
              <a:t>는 </a:t>
            </a:r>
            <a:r>
              <a:rPr lang="en-US" altLang="ko-KR" dirty="0"/>
              <a:t>branch</a:t>
            </a:r>
            <a:r>
              <a:rPr lang="ko-KR" altLang="en-US" dirty="0"/>
              <a:t>의 </a:t>
            </a:r>
            <a:r>
              <a:rPr lang="en-US" altLang="ko-KR" dirty="0"/>
              <a:t>base</a:t>
            </a:r>
            <a:r>
              <a:rPr lang="ko-KR" altLang="en-US" dirty="0"/>
              <a:t>를 바꿉니다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feature/feature-flags</a:t>
            </a:r>
          </a:p>
          <a:p>
            <a:r>
              <a:rPr lang="en-US" altLang="ko-KR" dirty="0"/>
              <a:t>      ed260e0</a:t>
            </a:r>
          </a:p>
          <a:p>
            <a:r>
              <a:rPr lang="en-US" altLang="ko-KR" dirty="0"/>
              <a:t>        |</a:t>
            </a:r>
          </a:p>
          <a:p>
            <a:r>
              <a:rPr lang="en-US" altLang="ko-KR" dirty="0"/>
              <a:t>  dfd7738</a:t>
            </a:r>
          </a:p>
          <a:p>
            <a:r>
              <a:rPr lang="en-US" altLang="ko-KR" dirty="0"/>
              <a:t>        \</a:t>
            </a:r>
          </a:p>
          <a:p>
            <a:r>
              <a:rPr lang="en-US" altLang="ko-KR" dirty="0"/>
              <a:t>         a1eeb94 main</a:t>
            </a:r>
          </a:p>
          <a:p>
            <a:endParaRPr lang="en-US" altLang="ko-KR" dirty="0"/>
          </a:p>
          <a:p>
            <a:r>
              <a:rPr lang="en-US" altLang="ko-KR" dirty="0"/>
              <a:t>  rebase </a:t>
            </a:r>
            <a:r>
              <a:rPr lang="ko-KR" altLang="en-US" dirty="0"/>
              <a:t>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dfd7738 -&gt; a1eeb94 main -&gt; </a:t>
            </a:r>
            <a:r>
              <a:rPr lang="ko-KR" altLang="en-US" dirty="0"/>
              <a:t>새 </a:t>
            </a:r>
            <a:r>
              <a:rPr lang="en-US" altLang="ko-KR" dirty="0"/>
              <a:t>commit feature/feature-flags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중요한 점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&gt; rebase</a:t>
            </a:r>
            <a:r>
              <a:rPr lang="ko-KR" altLang="en-US" dirty="0"/>
              <a:t>는 </a:t>
            </a:r>
            <a:r>
              <a:rPr lang="en-US" altLang="ko-KR" dirty="0"/>
              <a:t>commit</a:t>
            </a:r>
            <a:r>
              <a:rPr lang="ko-KR" altLang="en-US" dirty="0"/>
              <a:t>을 “옮기는 것처럼 보이지만”</a:t>
            </a:r>
            <a:r>
              <a:rPr lang="en-US" altLang="ko-KR" dirty="0"/>
              <a:t>, </a:t>
            </a:r>
            <a:r>
              <a:rPr lang="ko-KR" altLang="en-US" dirty="0"/>
              <a:t>실제로는 새 </a:t>
            </a:r>
            <a:r>
              <a:rPr lang="en-US" altLang="ko-KR" dirty="0"/>
              <a:t>commit</a:t>
            </a:r>
            <a:r>
              <a:rPr lang="ko-KR" altLang="en-US" dirty="0"/>
              <a:t>을 다시 만듭니다</a:t>
            </a:r>
            <a:r>
              <a:rPr lang="en-US" altLang="ko-KR" dirty="0"/>
              <a:t>. </a:t>
            </a:r>
            <a:r>
              <a:rPr lang="ko-KR" altLang="en-US" dirty="0"/>
              <a:t>그래서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&gt; commit SHA</a:t>
            </a:r>
            <a:r>
              <a:rPr lang="ko-KR" altLang="en-US" dirty="0"/>
              <a:t>가 바뀔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실행하세요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switch feature/feature-flags</a:t>
            </a:r>
          </a:p>
          <a:p>
            <a:r>
              <a:rPr lang="en-US" altLang="ko-KR" dirty="0"/>
              <a:t>  git rebase origin/main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-10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feature/feature-flags</a:t>
            </a:r>
            <a:r>
              <a:rPr lang="ko-KR" altLang="en-US" dirty="0"/>
              <a:t>의 </a:t>
            </a:r>
            <a:r>
              <a:rPr lang="en-US" altLang="ko-KR" dirty="0"/>
              <a:t>commit SHA</a:t>
            </a:r>
            <a:r>
              <a:rPr lang="ko-KR" altLang="en-US" dirty="0"/>
              <a:t>가 </a:t>
            </a:r>
            <a:r>
              <a:rPr lang="en-US" altLang="ko-KR" dirty="0"/>
              <a:t>ed260e0</a:t>
            </a:r>
            <a:r>
              <a:rPr lang="ko-KR" altLang="en-US" dirty="0"/>
              <a:t>에서 다른 값으로 바뀔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그래프가 직선에 가까워집니다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remote branch origin/feature/feature-flags</a:t>
            </a:r>
            <a:r>
              <a:rPr lang="ko-KR" altLang="en-US" dirty="0"/>
              <a:t>는 여전히 예전 </a:t>
            </a:r>
            <a:r>
              <a:rPr lang="en-US" altLang="ko-KR" dirty="0"/>
              <a:t>ed260e0</a:t>
            </a:r>
            <a:r>
              <a:rPr lang="ko-KR" altLang="en-US" dirty="0"/>
              <a:t>을 가리킬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그러면 </a:t>
            </a:r>
            <a:r>
              <a:rPr lang="en-US" altLang="ko-KR" dirty="0"/>
              <a:t>local branch</a:t>
            </a:r>
            <a:r>
              <a:rPr lang="ko-KR" altLang="en-US" dirty="0"/>
              <a:t>는 </a:t>
            </a:r>
            <a:r>
              <a:rPr lang="en-US" altLang="ko-KR" dirty="0"/>
              <a:t>remote tracking branch</a:t>
            </a:r>
            <a:r>
              <a:rPr lang="ko-KR" altLang="en-US" dirty="0"/>
              <a:t>와 “</a:t>
            </a:r>
            <a:r>
              <a:rPr lang="en-US" altLang="ko-KR" dirty="0"/>
              <a:t>diverged” </a:t>
            </a:r>
            <a:r>
              <a:rPr lang="ko-KR" altLang="en-US" dirty="0"/>
              <a:t>상태가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 </a:t>
            </a:r>
            <a:r>
              <a:rPr lang="ko-KR" altLang="en-US" dirty="0"/>
              <a:t>여기서 </a:t>
            </a:r>
            <a:r>
              <a:rPr lang="en-US" altLang="ko-KR" dirty="0"/>
              <a:t>rebase </a:t>
            </a:r>
            <a:r>
              <a:rPr lang="ko-KR" altLang="en-US" dirty="0"/>
              <a:t>후 </a:t>
            </a:r>
            <a:r>
              <a:rPr lang="en-US" altLang="ko-KR" dirty="0"/>
              <a:t>push</a:t>
            </a:r>
            <a:r>
              <a:rPr lang="ko-KR" altLang="en-US" dirty="0"/>
              <a:t>를 어떻게 해야 하는지</a:t>
            </a:r>
            <a:r>
              <a:rPr lang="en-US" altLang="ko-KR" dirty="0"/>
              <a:t>, </a:t>
            </a:r>
            <a:r>
              <a:rPr lang="ko-KR" altLang="en-US" dirty="0"/>
              <a:t>왜 조심해야 하는지 설</a:t>
            </a:r>
          </a:p>
          <a:p>
            <a:r>
              <a:rPr lang="ko-KR" altLang="en-US" dirty="0"/>
              <a:t>  명하겠습니다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완벽합니다</a:t>
            </a:r>
            <a:r>
              <a:rPr lang="en-US" altLang="ko-KR" dirty="0"/>
              <a:t>. rebase </a:t>
            </a:r>
            <a:r>
              <a:rPr lang="ko-KR" altLang="en-US" dirty="0"/>
              <a:t>결과가 아주 전형적으로 나왔습니다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feature/feature-flags   c503dfc [origin/feature/feature-flags: ahead 2, behind 1]</a:t>
            </a:r>
          </a:p>
          <a:p>
            <a:r>
              <a:rPr lang="en-US" altLang="ko-KR" dirty="0"/>
              <a:t>  origin/feature/feature-flags -&gt; ed260e0</a:t>
            </a:r>
          </a:p>
          <a:p>
            <a:r>
              <a:rPr lang="en-US" altLang="ko-KR" dirty="0"/>
              <a:t>  main                    -&gt; a1eeb94</a:t>
            </a:r>
          </a:p>
          <a:p>
            <a:r>
              <a:rPr lang="en-US" altLang="ko-KR" dirty="0"/>
              <a:t>  origin/main             -&gt; a1eeb94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그래프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* c503dfc (feature/feature-flags) feat: add tutorial feature flags</a:t>
            </a:r>
          </a:p>
          <a:p>
            <a:r>
              <a:rPr lang="en-US" altLang="ko-KR" dirty="0"/>
              <a:t>  * a1eeb94 (main, origin/main) docs: add branch planning memo</a:t>
            </a:r>
          </a:p>
          <a:p>
            <a:r>
              <a:rPr lang="en-US" altLang="ko-KR" dirty="0"/>
              <a:t>  | * ed260e0 (origin/feature/feature-flags) feat: add tutorial feature flags</a:t>
            </a:r>
          </a:p>
          <a:p>
            <a:r>
              <a:rPr lang="en-US" altLang="ko-KR" dirty="0"/>
              <a:t>  |/</a:t>
            </a:r>
          </a:p>
          <a:p>
            <a:r>
              <a:rPr lang="en-US" altLang="ko-KR" dirty="0"/>
              <a:t>  * dfd7738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왜 </a:t>
            </a:r>
            <a:r>
              <a:rPr lang="en-US" altLang="ko-KR" dirty="0"/>
              <a:t>ahead 2, behind 1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  rebase </a:t>
            </a:r>
            <a:r>
              <a:rPr lang="ko-KR" altLang="en-US" dirty="0"/>
              <a:t>후 </a:t>
            </a:r>
            <a:r>
              <a:rPr lang="en-US" altLang="ko-KR" dirty="0"/>
              <a:t>local branch</a:t>
            </a:r>
            <a:r>
              <a:rPr lang="ko-KR" altLang="en-US" dirty="0"/>
              <a:t>는 이렇게 됐습니다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a1eeb94</a:t>
            </a:r>
          </a:p>
          <a:p>
            <a:r>
              <a:rPr lang="en-US" altLang="ko-KR" dirty="0"/>
              <a:t>    └─ c503dfc</a:t>
            </a:r>
          </a:p>
          <a:p>
            <a:endParaRPr lang="en-US" altLang="ko-KR" dirty="0"/>
          </a:p>
          <a:p>
            <a:r>
              <a:rPr lang="en-US" altLang="ko-KR" dirty="0"/>
              <a:t>  remote feature branch</a:t>
            </a:r>
            <a:r>
              <a:rPr lang="ko-KR" altLang="en-US" dirty="0"/>
              <a:t>는 아직 예전 이력입니다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dfd7738</a:t>
            </a:r>
          </a:p>
          <a:p>
            <a:r>
              <a:rPr lang="en-US" altLang="ko-KR" dirty="0"/>
              <a:t>    └─ ed260e0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그래서 </a:t>
            </a:r>
            <a:r>
              <a:rPr lang="en-US" altLang="ko-KR" dirty="0"/>
              <a:t>Git</a:t>
            </a:r>
            <a:r>
              <a:rPr lang="ko-KR" altLang="en-US" dirty="0"/>
              <a:t>은 이렇게 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local</a:t>
            </a:r>
            <a:r>
              <a:rPr lang="ko-KR" altLang="en-US" dirty="0"/>
              <a:t>에는 </a:t>
            </a:r>
            <a:r>
              <a:rPr lang="en-US" altLang="ko-KR" dirty="0"/>
              <a:t>remote</a:t>
            </a:r>
            <a:r>
              <a:rPr lang="ko-KR" altLang="en-US" dirty="0"/>
              <a:t>에 없는 </a:t>
            </a:r>
            <a:r>
              <a:rPr lang="en-US" altLang="ko-KR" dirty="0"/>
              <a:t>commit 2</a:t>
            </a:r>
            <a:r>
              <a:rPr lang="ko-KR" altLang="en-US" dirty="0"/>
              <a:t>개가 있음</a:t>
            </a:r>
            <a:r>
              <a:rPr lang="en-US" altLang="ko-KR" dirty="0"/>
              <a:t>: a1eeb94, c503dfc</a:t>
            </a:r>
          </a:p>
          <a:p>
            <a:r>
              <a:rPr lang="en-US" altLang="ko-KR" dirty="0"/>
              <a:t>  - remote</a:t>
            </a:r>
            <a:r>
              <a:rPr lang="ko-KR" altLang="en-US" dirty="0"/>
              <a:t>에는 </a:t>
            </a:r>
            <a:r>
              <a:rPr lang="en-US" altLang="ko-KR" dirty="0"/>
              <a:t>local history</a:t>
            </a:r>
            <a:r>
              <a:rPr lang="ko-KR" altLang="en-US" dirty="0"/>
              <a:t>에 없는 예전 </a:t>
            </a:r>
            <a:r>
              <a:rPr lang="en-US" altLang="ko-KR" dirty="0"/>
              <a:t>commit 1</a:t>
            </a:r>
            <a:r>
              <a:rPr lang="ko-KR" altLang="en-US" dirty="0"/>
              <a:t>개가 있음</a:t>
            </a:r>
            <a:r>
              <a:rPr lang="en-US" altLang="ko-KR" dirty="0"/>
              <a:t>: ed260e0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중요한 점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&gt; c503dfc</a:t>
            </a:r>
            <a:r>
              <a:rPr lang="ko-KR" altLang="en-US" dirty="0"/>
              <a:t>와 </a:t>
            </a:r>
            <a:r>
              <a:rPr lang="en-US" altLang="ko-KR" dirty="0"/>
              <a:t>ed260e0</a:t>
            </a:r>
            <a:r>
              <a:rPr lang="ko-KR" altLang="en-US" dirty="0"/>
              <a:t>은 내용은 같지만 </a:t>
            </a:r>
            <a:r>
              <a:rPr lang="en-US" altLang="ko-KR" dirty="0"/>
              <a:t>commit SHA</a:t>
            </a:r>
            <a:r>
              <a:rPr lang="ko-KR" altLang="en-US" dirty="0"/>
              <a:t>가 다릅니다</a:t>
            </a:r>
            <a:r>
              <a:rPr lang="en-US" altLang="ko-KR" dirty="0"/>
              <a:t>. rebase</a:t>
            </a:r>
            <a:r>
              <a:rPr lang="ko-KR" altLang="en-US" dirty="0"/>
              <a:t>가 새 </a:t>
            </a:r>
            <a:r>
              <a:rPr lang="en-US" altLang="ko-KR" dirty="0"/>
              <a:t>commit</a:t>
            </a:r>
            <a:r>
              <a:rPr lang="ko-KR" altLang="en-US" dirty="0"/>
              <a:t>을 만들었기 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&gt; </a:t>
            </a:r>
            <a:r>
              <a:rPr lang="ko-KR" altLang="en-US" dirty="0"/>
              <a:t>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rebase </a:t>
            </a:r>
            <a:r>
              <a:rPr lang="ko-KR" altLang="en-US" dirty="0"/>
              <a:t>후 </a:t>
            </a:r>
            <a:r>
              <a:rPr lang="en-US" altLang="ko-KR" dirty="0"/>
              <a:t>push</a:t>
            </a:r>
            <a:r>
              <a:rPr lang="ko-KR" altLang="en-US" dirty="0"/>
              <a:t>는 왜 조심해야 하나</a:t>
            </a:r>
          </a:p>
          <a:p>
            <a:endParaRPr lang="ko-KR" altLang="en-US" dirty="0"/>
          </a:p>
          <a:p>
            <a:r>
              <a:rPr lang="ko-KR" altLang="en-US" dirty="0"/>
              <a:t>  일반 </a:t>
            </a:r>
            <a:r>
              <a:rPr lang="en-US" altLang="ko-KR" dirty="0"/>
              <a:t>git push</a:t>
            </a:r>
            <a:r>
              <a:rPr lang="ko-KR" altLang="en-US" dirty="0"/>
              <a:t>를 하면 아마 거절될 수 있습니다</a:t>
            </a:r>
            <a:r>
              <a:rPr lang="en-US" altLang="ko-KR" dirty="0"/>
              <a:t>. remote</a:t>
            </a:r>
            <a:r>
              <a:rPr lang="ko-KR" altLang="en-US" dirty="0"/>
              <a:t>에는 </a:t>
            </a:r>
            <a:r>
              <a:rPr lang="en-US" altLang="ko-KR" dirty="0"/>
              <a:t>ed260e0</a:t>
            </a:r>
            <a:r>
              <a:rPr lang="ko-KR" altLang="en-US" dirty="0"/>
              <a:t>이 있는데 </a:t>
            </a:r>
            <a:r>
              <a:rPr lang="en-US" altLang="ko-KR" dirty="0"/>
              <a:t>local</a:t>
            </a:r>
            <a:r>
              <a:rPr lang="ko-KR" altLang="en-US" dirty="0"/>
              <a:t>은 그 </a:t>
            </a:r>
            <a:r>
              <a:rPr lang="en-US" altLang="ko-KR" dirty="0"/>
              <a:t>commit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을 버리고 </a:t>
            </a:r>
            <a:r>
              <a:rPr lang="en-US" altLang="ko-KR" dirty="0"/>
              <a:t>c503dfc</a:t>
            </a:r>
            <a:r>
              <a:rPr lang="ko-KR" altLang="en-US" dirty="0"/>
              <a:t>로 다시 쓴 상태이기 때문입니다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이때 보통은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git push --force-with-lease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를 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--force-with-lease</a:t>
            </a:r>
            <a:r>
              <a:rPr lang="ko-KR" altLang="en-US" dirty="0"/>
              <a:t>는 그냥 </a:t>
            </a:r>
            <a:r>
              <a:rPr lang="en-US" altLang="ko-KR" dirty="0"/>
              <a:t>--force</a:t>
            </a:r>
            <a:r>
              <a:rPr lang="ko-KR" altLang="en-US" dirty="0"/>
              <a:t>보다 안전합니다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내가 마지막으로 알고 있던 </a:t>
            </a:r>
            <a:r>
              <a:rPr lang="en-US" altLang="ko-KR" dirty="0"/>
              <a:t>remote </a:t>
            </a:r>
            <a:r>
              <a:rPr lang="ko-KR" altLang="en-US" dirty="0"/>
              <a:t>상태가 그대로일 때만 강제로 업데이트합니다</a:t>
            </a:r>
            <a:r>
              <a:rPr lang="en-US" altLang="ko-KR" dirty="0"/>
              <a:t>. </a:t>
            </a:r>
            <a:r>
              <a:rPr lang="ko-KR" altLang="en-US" dirty="0"/>
              <a:t>누가 그 사이에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remote branch</a:t>
            </a:r>
            <a:r>
              <a:rPr lang="ko-KR" altLang="en-US" dirty="0"/>
              <a:t>에 새 </a:t>
            </a:r>
            <a:r>
              <a:rPr lang="en-US" altLang="ko-KR" dirty="0"/>
              <a:t>commit</a:t>
            </a:r>
            <a:r>
              <a:rPr lang="ko-KR" altLang="en-US" dirty="0"/>
              <a:t>을 올렸으면 막아줍니다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이번 실습에서는 혼자 만든 </a:t>
            </a:r>
            <a:r>
              <a:rPr lang="en-US" altLang="ko-KR" dirty="0"/>
              <a:t>branch</a:t>
            </a:r>
            <a:r>
              <a:rPr lang="ko-KR" altLang="en-US" dirty="0"/>
              <a:t>이므로 </a:t>
            </a:r>
            <a:r>
              <a:rPr lang="en-US" altLang="ko-KR" dirty="0"/>
              <a:t>--force-with-lease</a:t>
            </a:r>
            <a:r>
              <a:rPr lang="ko-KR" altLang="en-US" dirty="0"/>
              <a:t>를 사용해도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push --force-with-lease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-10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feature/feature-flags c503dfc [origin/feature/feature-flags]</a:t>
            </a:r>
          </a:p>
          <a:p>
            <a:r>
              <a:rPr lang="en-US" altLang="ko-KR" dirty="0"/>
              <a:t>  origin/feature/feature-flags</a:t>
            </a:r>
            <a:r>
              <a:rPr lang="ko-KR" altLang="en-US" dirty="0"/>
              <a:t>도 </a:t>
            </a:r>
            <a:r>
              <a:rPr lang="en-US" altLang="ko-KR" dirty="0"/>
              <a:t>c503dfc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 </a:t>
            </a:r>
            <a:r>
              <a:rPr lang="ko-KR" altLang="en-US" dirty="0"/>
              <a:t>그 다음 이 </a:t>
            </a:r>
            <a:r>
              <a:rPr lang="en-US" altLang="ko-KR" dirty="0"/>
              <a:t>branch</a:t>
            </a:r>
            <a:r>
              <a:rPr lang="ko-KR" altLang="en-US" dirty="0"/>
              <a:t>를 </a:t>
            </a:r>
            <a:r>
              <a:rPr lang="en-US" altLang="ko-KR" dirty="0"/>
              <a:t>main</a:t>
            </a:r>
            <a:r>
              <a:rPr lang="ko-KR" altLang="en-US" dirty="0"/>
              <a:t>에 </a:t>
            </a:r>
            <a:r>
              <a:rPr lang="en-US" altLang="ko-KR" dirty="0"/>
              <a:t>fast-forward</a:t>
            </a:r>
            <a:r>
              <a:rPr lang="ko-KR" altLang="en-US" dirty="0"/>
              <a:t>로 반영하고 </a:t>
            </a:r>
            <a:r>
              <a:rPr lang="en-US" altLang="ko-KR" dirty="0"/>
              <a:t>CH04</a:t>
            </a:r>
            <a:r>
              <a:rPr lang="ko-KR" altLang="en-US" dirty="0"/>
              <a:t>의 </a:t>
            </a:r>
            <a:r>
              <a:rPr lang="en-US" altLang="ko-KR" dirty="0"/>
              <a:t>detached</a:t>
            </a:r>
          </a:p>
          <a:p>
            <a:r>
              <a:rPr lang="en-US" altLang="ko-KR" dirty="0"/>
              <a:t>  HEAD </a:t>
            </a:r>
            <a:r>
              <a:rPr lang="ko-KR" altLang="en-US" dirty="0"/>
              <a:t>체험으로 넘어가겠습니다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맞습니다</a:t>
            </a:r>
            <a:r>
              <a:rPr lang="en-US" altLang="ko-KR" dirty="0"/>
              <a:t>. </a:t>
            </a:r>
            <a:r>
              <a:rPr lang="ko-KR" altLang="en-US" dirty="0"/>
              <a:t>지금은 아직 </a:t>
            </a:r>
            <a:r>
              <a:rPr lang="en-US" altLang="ko-KR" dirty="0"/>
              <a:t>feature/feature-flags branch</a:t>
            </a:r>
            <a:r>
              <a:rPr lang="ko-KR" altLang="en-US" dirty="0"/>
              <a:t>에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HEAD -&gt; feature/feature-flags -&gt; c503dfc</a:t>
            </a:r>
          </a:p>
          <a:p>
            <a:r>
              <a:rPr lang="en-US" altLang="ko-KR" dirty="0"/>
              <a:t>  main -&gt; a1eeb94</a:t>
            </a:r>
          </a:p>
          <a:p>
            <a:r>
              <a:rPr lang="en-US" altLang="ko-KR" dirty="0"/>
              <a:t>  origin/main -&gt; a1eeb94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 </a:t>
            </a:r>
            <a:r>
              <a:rPr lang="en-US" altLang="ko-KR" dirty="0"/>
              <a:t>feature-flags </a:t>
            </a:r>
            <a:r>
              <a:rPr lang="ko-KR" altLang="en-US" dirty="0"/>
              <a:t>작업은 끝났지만</a:t>
            </a:r>
            <a:r>
              <a:rPr lang="en-US" altLang="ko-KR" dirty="0"/>
              <a:t>, </a:t>
            </a:r>
            <a:r>
              <a:rPr lang="ko-KR" altLang="en-US" dirty="0"/>
              <a:t>아직 </a:t>
            </a:r>
            <a:r>
              <a:rPr lang="en-US" altLang="ko-KR" dirty="0"/>
              <a:t>main</a:t>
            </a:r>
            <a:r>
              <a:rPr lang="ko-KR" altLang="en-US" dirty="0"/>
              <a:t>에는 반영되지 않았습니다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</a:t>
            </a:r>
            <a:r>
              <a:rPr lang="en-US" altLang="ko-KR" dirty="0"/>
              <a:t>main</a:t>
            </a:r>
            <a:r>
              <a:rPr lang="ko-KR" altLang="en-US" dirty="0"/>
              <a:t>으로 이동해서 </a:t>
            </a:r>
            <a:r>
              <a:rPr lang="en-US" altLang="ko-KR" dirty="0"/>
              <a:t>merge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switch main</a:t>
            </a:r>
          </a:p>
          <a:p>
            <a:r>
              <a:rPr lang="en-US" altLang="ko-KR" dirty="0"/>
              <a:t>  git merge feature/feature-flags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 결과는 </a:t>
            </a:r>
            <a:r>
              <a:rPr lang="en-US" altLang="ko-KR" dirty="0"/>
              <a:t>fast-forward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Updating a1eeb94..c503dfc</a:t>
            </a:r>
          </a:p>
          <a:p>
            <a:r>
              <a:rPr lang="en-US" altLang="ko-KR" dirty="0"/>
              <a:t>  Fast-forward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src</a:t>
            </a:r>
            <a:r>
              <a:rPr lang="en-US" altLang="ko-KR" dirty="0"/>
              <a:t>/feature-</a:t>
            </a:r>
            <a:r>
              <a:rPr lang="en-US" altLang="ko-KR" dirty="0" err="1"/>
              <a:t>flags.json</a:t>
            </a:r>
            <a:r>
              <a:rPr lang="en-US" altLang="ko-KR" dirty="0"/>
              <a:t> | 5 +++++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-8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main -&gt; c503dfc</a:t>
            </a:r>
          </a:p>
          <a:p>
            <a:r>
              <a:rPr lang="en-US" altLang="ko-KR" dirty="0"/>
              <a:t>  feature/feature-flags -&gt; c503dfc</a:t>
            </a:r>
          </a:p>
          <a:p>
            <a:r>
              <a:rPr lang="en-US" altLang="ko-KR" dirty="0"/>
              <a:t>  origin/main -&gt; a1eeb94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 </a:t>
            </a:r>
            <a:r>
              <a:rPr lang="en-US" altLang="ko-KR" dirty="0"/>
              <a:t>local main</a:t>
            </a:r>
            <a:r>
              <a:rPr lang="ko-KR" altLang="en-US" dirty="0"/>
              <a:t>은 </a:t>
            </a:r>
            <a:r>
              <a:rPr lang="en-US" altLang="ko-KR" dirty="0"/>
              <a:t>remote origin/main</a:t>
            </a:r>
            <a:r>
              <a:rPr lang="ko-KR" altLang="en-US" dirty="0"/>
              <a:t>보다 </a:t>
            </a:r>
            <a:r>
              <a:rPr lang="en-US" altLang="ko-KR" dirty="0"/>
              <a:t>1 commit </a:t>
            </a:r>
            <a:r>
              <a:rPr lang="ko-KR" altLang="en-US" dirty="0"/>
              <a:t>앞서게 됩니다</a:t>
            </a:r>
            <a:r>
              <a:rPr lang="en-US" altLang="ko-KR" dirty="0"/>
              <a:t>.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9D927-D6A6-4EC8-90FE-8A0F17E7B1D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291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이제 </a:t>
            </a:r>
            <a:r>
              <a:rPr lang="en-US" altLang="ko-KR" dirty="0"/>
              <a:t>CH04 </a:t>
            </a:r>
            <a:r>
              <a:rPr lang="ko-KR" altLang="en-US" dirty="0"/>
              <a:t>마지막 실습인 </a:t>
            </a:r>
            <a:r>
              <a:rPr lang="en-US" altLang="ko-KR" dirty="0"/>
              <a:t>detached HEAD</a:t>
            </a:r>
            <a:r>
              <a:rPr lang="ko-KR" altLang="en-US" dirty="0"/>
              <a:t>를 체험합니다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Concept: detached HEAD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보통은 이렇게 작업합니다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HEAD -&gt; main -&gt; </a:t>
            </a:r>
            <a:r>
              <a:rPr lang="ko-KR" altLang="en-US" dirty="0"/>
              <a:t>최신 </a:t>
            </a:r>
            <a:r>
              <a:rPr lang="en-US" altLang="ko-KR" dirty="0"/>
              <a:t>commit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 </a:t>
            </a:r>
            <a:r>
              <a:rPr lang="en-US" altLang="ko-KR" dirty="0"/>
              <a:t>HEAD</a:t>
            </a:r>
            <a:r>
              <a:rPr lang="ko-KR" altLang="en-US" dirty="0"/>
              <a:t>가 </a:t>
            </a:r>
            <a:r>
              <a:rPr lang="en-US" altLang="ko-KR" dirty="0"/>
              <a:t>branch</a:t>
            </a:r>
            <a:r>
              <a:rPr lang="ko-KR" altLang="en-US" dirty="0"/>
              <a:t>를 따라갑니다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그런데 과거 </a:t>
            </a:r>
            <a:r>
              <a:rPr lang="en-US" altLang="ko-KR" dirty="0"/>
              <a:t>commit</a:t>
            </a:r>
            <a:r>
              <a:rPr lang="ko-KR" altLang="en-US" dirty="0"/>
              <a:t>을 직접 </a:t>
            </a:r>
            <a:r>
              <a:rPr lang="en-US" altLang="ko-KR" dirty="0"/>
              <a:t>checkout</a:t>
            </a:r>
            <a:r>
              <a:rPr lang="ko-KR" altLang="en-US" dirty="0"/>
              <a:t>하면 이렇게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HEAD -&gt; dfd7738</a:t>
            </a:r>
          </a:p>
          <a:p>
            <a:r>
              <a:rPr lang="en-US" altLang="ko-KR" dirty="0"/>
              <a:t>  main -&gt; c503dfc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 상태를 </a:t>
            </a:r>
            <a:r>
              <a:rPr lang="en-US" altLang="ko-KR" dirty="0"/>
              <a:t>detached HEAD</a:t>
            </a:r>
            <a:r>
              <a:rPr lang="ko-KR" altLang="en-US" dirty="0"/>
              <a:t>라고 합니다</a:t>
            </a:r>
            <a:r>
              <a:rPr lang="en-US" altLang="ko-KR" dirty="0"/>
              <a:t>. branch </a:t>
            </a:r>
            <a:r>
              <a:rPr lang="ko-KR" altLang="en-US" dirty="0"/>
              <a:t>위에 서 있는 게 아니라 특정 </a:t>
            </a:r>
            <a:r>
              <a:rPr lang="en-US" altLang="ko-KR" dirty="0"/>
              <a:t>commit </a:t>
            </a:r>
            <a:r>
              <a:rPr lang="ko-KR" altLang="en-US" dirty="0"/>
              <a:t>위에 직접 서</a:t>
            </a:r>
          </a:p>
          <a:p>
            <a:r>
              <a:rPr lang="ko-KR" altLang="en-US" dirty="0"/>
              <a:t>  있는 상태입니다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용도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과거 상태 조사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특정 </a:t>
            </a:r>
            <a:r>
              <a:rPr lang="en-US" altLang="ko-KR" dirty="0"/>
              <a:t>commit</a:t>
            </a:r>
            <a:r>
              <a:rPr lang="ko-KR" altLang="en-US" dirty="0"/>
              <a:t>에서 파일 상태 확인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regression </a:t>
            </a:r>
            <a:r>
              <a:rPr lang="ko-KR" altLang="en-US" dirty="0"/>
              <a:t>확인</a:t>
            </a:r>
          </a:p>
          <a:p>
            <a:endParaRPr lang="ko-KR" altLang="en-US" dirty="0"/>
          </a:p>
          <a:p>
            <a:r>
              <a:rPr lang="ko-KR" altLang="en-US" dirty="0"/>
              <a:t>  위험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이 상태에서 새 </a:t>
            </a:r>
            <a:r>
              <a:rPr lang="en-US" altLang="ko-KR" dirty="0"/>
              <a:t>commit</a:t>
            </a:r>
            <a:r>
              <a:rPr lang="ko-KR" altLang="en-US" dirty="0"/>
              <a:t>을 만들면 </a:t>
            </a:r>
            <a:r>
              <a:rPr lang="en-US" altLang="ko-KR" dirty="0"/>
              <a:t>branch</a:t>
            </a:r>
            <a:r>
              <a:rPr lang="ko-KR" altLang="en-US" dirty="0"/>
              <a:t>가 아닌 곳에 </a:t>
            </a:r>
            <a:r>
              <a:rPr lang="en-US" altLang="ko-KR" dirty="0"/>
              <a:t>commit</a:t>
            </a:r>
            <a:r>
              <a:rPr lang="ko-KR" altLang="en-US" dirty="0"/>
              <a:t>이 생겨 잃어버리기 쉽습니다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안전하게 체험합니다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checkout dfd7738</a:t>
            </a:r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-4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 메시지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You are in 'detached HEAD' state.</a:t>
            </a:r>
          </a:p>
          <a:p>
            <a:r>
              <a:rPr lang="en-US" altLang="ko-KR" dirty="0"/>
              <a:t>  HEAD detached at dfd7738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바로 돌아옵니다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switch main</a:t>
            </a:r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-4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 detached HEAD</a:t>
            </a:r>
            <a:r>
              <a:rPr lang="ko-KR" altLang="en-US" dirty="0"/>
              <a:t>는 오래 머무는 상태가 아니므로</a:t>
            </a:r>
            <a:r>
              <a:rPr lang="en-US" altLang="ko-KR" dirty="0"/>
              <a:t>, </a:t>
            </a:r>
            <a:r>
              <a:rPr lang="ko-KR" altLang="en-US" dirty="0"/>
              <a:t>반드시 </a:t>
            </a:r>
            <a:r>
              <a:rPr lang="en-US" altLang="ko-KR" dirty="0"/>
              <a:t>git switch</a:t>
            </a:r>
          </a:p>
          <a:p>
            <a:r>
              <a:rPr lang="en-US" altLang="ko-KR" dirty="0"/>
              <a:t>  main</a:t>
            </a:r>
            <a:r>
              <a:rPr lang="ko-KR" altLang="en-US" dirty="0"/>
              <a:t>까지 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9D927-D6A6-4EC8-90FE-8A0F17E7B1D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591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9D927-D6A6-4EC8-90FE-8A0F17E7B1D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60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5A9D2-D36D-8E18-6310-2A7E8AFFF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4957AB-BD1A-ABEE-C3D2-15ED626AB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9FB8A-4CD9-AA25-1111-FCDDD803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279889-96B8-3A3C-674D-5CB7073DE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2BE5E0-6B17-D16F-1FD3-A7F1CBD61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015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BFB66-D082-9420-53F9-5A5FDED9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D134C9-8CB8-6C92-2F7D-A4B3AD237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304472-3F64-A0A6-E212-CA8EBABF5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9FEA58-5D45-862C-15FD-C79E4461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266198-7125-5F3F-627A-0ADEB8D1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85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DCFAD-23D0-7EBE-E5A6-06FB30215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3C1D3F-E754-B5BC-CC14-DA07144AB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7820B1-A877-6932-96DA-DA369591B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031887-0FAA-4283-7C6E-567B7D91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39B0D-90E2-21CC-D99C-60DD440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18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43E4A3-5F00-952C-81BC-91B3EB35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4602CC-3A7F-DA17-A017-B7DE5DFEB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C444CD-1EFF-C324-FFF6-D7D34A296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49D03D-E8D4-9321-1F1D-6B3967827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935491-B41D-1C98-987B-D8B96379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AF7CD2-0629-71E9-8A3A-0DC289D4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57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10405-4586-9F15-7B1B-1DFE01E4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F5C327-D7B4-34D0-ED07-DF6A5C01B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E5B11B-7691-A838-ADAA-5C597F3AE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078B17-68AC-FF48-8AEB-E5A8B3949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2A88BF8-9D60-951C-9B3B-D4CAE03AD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58E1C0-0D49-0FA6-EFDE-0583A2682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FE098D-378A-8085-442E-D3721215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C9749D-458D-0176-506D-2FF3432A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30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AFECF-E47E-FF2D-7F30-58AF022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C2E089-5591-22FB-8681-87388898A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8D7C95-C12A-7616-ADDE-933D78A26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F87FF5-E8A3-5F5F-97B4-F9A98710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40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E5C608-FC42-94A2-129A-78DED06A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D6D34F-45C6-E91E-72AB-2416EED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9E05A0-1FCA-1445-ED52-9FDB615C9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67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E71CB-2459-E569-7B6A-1F9D299B4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856AC-C348-BC54-0EC6-BB4BBB45F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A96E8A-32CA-1A32-0693-BBEC2A43D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04010-7792-70F2-6787-D73F3C745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2A793D-3C27-CEC7-C954-3A8CA0311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8B1F68-25AC-3222-2635-FF698F74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34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3176BA-20A0-A27B-CE21-D11CF4E2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B4BDFE-DB9A-56DF-2ED8-0569E02D7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871BCE-5332-CC0C-BA25-06DFE8E29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BF6C63-2C57-A170-E3E4-5F20C20F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ED6C5A-3820-CAF9-CDC3-9AB6DD51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BAB4B1-C409-20D1-5BA5-6BFC428C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843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5C58E-4503-FC52-6A03-F486F0A3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D2F395-4AE6-8E10-3E0C-B9901F5E9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075EC1-A934-74BF-84A2-D4FCF701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6FD2E3-D3D5-B0BB-B045-5265430E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9C0E07-24C5-6EBD-2307-6DDBBD12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60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B6176E-923E-69E5-6CBE-17375068D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C72D3E-3991-A649-AB7B-3FD31DDDA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2447A-7780-70B7-B634-036CC835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5C1C7F-91B4-B18F-8DA2-F9A13C8B7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BF0CE9-EAB7-7414-7255-90A0C346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06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2801A4-7D2A-5B6F-4F9D-6AEA28E2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C4ABF1-5A79-E9C7-092F-050B50C69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B73507-6AEE-9965-5B08-4BB429987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CE053-6852-4AA8-9261-36D2541281EC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B805E-E44A-CA27-0916-287F8B4C5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1C03D-831F-40B7-6F36-F558231DA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2A001-1566-4BCE-AE90-4F70B5D79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82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8B70B-B374-06B3-14BC-22E140F9F5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Ch04 Branch Strategy and Sync Decisions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38A0F2-9F19-5B78-85FE-2B69E97FE8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이력이 꼬인 뒤 복구하는 것도 중요하지만</a:t>
            </a:r>
            <a:r>
              <a:rPr lang="en-US" altLang="ko-KR" dirty="0"/>
              <a:t>, </a:t>
            </a:r>
            <a:r>
              <a:rPr lang="ko-KR" altLang="en-US" dirty="0"/>
              <a:t>애초에 덜 꼬이게 </a:t>
            </a:r>
            <a:r>
              <a:rPr lang="en-US" altLang="ko-KR" dirty="0"/>
              <a:t>branch</a:t>
            </a:r>
            <a:r>
              <a:rPr lang="ko-KR" altLang="en-US" dirty="0"/>
              <a:t>를 나누고 </a:t>
            </a:r>
            <a:r>
              <a:rPr lang="en-US" altLang="ko-KR" dirty="0"/>
              <a:t>sync </a:t>
            </a:r>
            <a:r>
              <a:rPr lang="ko-KR" altLang="en-US" dirty="0"/>
              <a:t>전략을 정하는 것이 더 중요</a:t>
            </a:r>
          </a:p>
        </p:txBody>
      </p:sp>
    </p:spTree>
    <p:extLst>
      <p:ext uri="{BB962C8B-B14F-4D97-AF65-F5344CB8AC3E}">
        <p14:creationId xmlns:p14="http://schemas.microsoft.com/office/powerpoint/2010/main" val="2579976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6FC7D-DECD-5099-A90A-3C1AB6BD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5EF34D-C41C-F78C-E9DC-18B955276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CH03</a:t>
            </a:r>
            <a:r>
              <a:rPr lang="ko-KR" altLang="en-US" dirty="0"/>
              <a:t>까지는 “이미 생긴 이력을 읽고 복구하는 </a:t>
            </a:r>
            <a:r>
              <a:rPr lang="ko-KR" altLang="en-US" dirty="0" err="1"/>
              <a:t>법”을</a:t>
            </a:r>
            <a:r>
              <a:rPr lang="ko-KR" altLang="en-US" dirty="0"/>
              <a:t> 배웠습니다</a:t>
            </a:r>
            <a:r>
              <a:rPr lang="en-US" altLang="ko-KR" dirty="0"/>
              <a:t>. CH04</a:t>
            </a:r>
            <a:r>
              <a:rPr lang="ko-KR" altLang="en-US" dirty="0"/>
              <a:t>는 한 단계 앞섭니다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&gt; </a:t>
            </a:r>
            <a:r>
              <a:rPr lang="ko-KR" altLang="en-US" dirty="0"/>
              <a:t>이력이 꼬인 뒤 복구하는 것도 중요하지만</a:t>
            </a:r>
            <a:r>
              <a:rPr lang="en-US" altLang="ko-KR" dirty="0"/>
              <a:t>, </a:t>
            </a:r>
            <a:r>
              <a:rPr lang="ko-KR" altLang="en-US" dirty="0"/>
              <a:t>애초에 덜 꼬이게 </a:t>
            </a:r>
            <a:r>
              <a:rPr lang="en-US" altLang="ko-KR" dirty="0"/>
              <a:t>branch</a:t>
            </a:r>
            <a:r>
              <a:rPr lang="ko-KR" altLang="en-US" dirty="0"/>
              <a:t>를 나누고 </a:t>
            </a:r>
            <a:r>
              <a:rPr lang="en-US" altLang="ko-KR" dirty="0"/>
              <a:t>sync </a:t>
            </a:r>
            <a:r>
              <a:rPr lang="ko-KR" altLang="en-US" dirty="0"/>
              <a:t>전략을 정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&gt; </a:t>
            </a:r>
            <a:r>
              <a:rPr lang="ko-KR" altLang="en-US" dirty="0"/>
              <a:t>하는 것이 더 중요합니다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오늘의 핵심은 </a:t>
            </a:r>
            <a:r>
              <a:rPr lang="en-US" altLang="ko-KR" dirty="0"/>
              <a:t>branch</a:t>
            </a:r>
            <a:r>
              <a:rPr lang="ko-KR" altLang="en-US" dirty="0"/>
              <a:t>를 이렇게 이해하는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branch = </a:t>
            </a:r>
            <a:r>
              <a:rPr lang="ko-KR" altLang="en-US" dirty="0"/>
              <a:t>폴더 복사본이 아니라 </a:t>
            </a:r>
            <a:r>
              <a:rPr lang="en-US" altLang="ko-KR" dirty="0"/>
              <a:t>commit</a:t>
            </a:r>
            <a:r>
              <a:rPr lang="ko-KR" altLang="en-US" dirty="0"/>
              <a:t>을 가리키는 움직이는 </a:t>
            </a:r>
            <a:r>
              <a:rPr lang="en-US" altLang="ko-KR" dirty="0"/>
              <a:t>ref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158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D148F-6D7C-CD28-02C1-A6805507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1. </a:t>
            </a:r>
            <a:r>
              <a:rPr lang="ko-KR" altLang="en-US" dirty="0"/>
              <a:t>왜 </a:t>
            </a:r>
            <a:r>
              <a:rPr lang="en-US" altLang="ko-KR" dirty="0"/>
              <a:t>feature branch</a:t>
            </a:r>
            <a:r>
              <a:rPr lang="ko-KR" altLang="en-US" dirty="0"/>
              <a:t>를 만드는가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03AB14-2D66-190C-0981-9C12A637D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dirty="0"/>
              <a:t>main</a:t>
            </a:r>
            <a:r>
              <a:rPr lang="ko-KR" altLang="en-US" dirty="0"/>
              <a:t>은 기준선입니다</a:t>
            </a:r>
            <a:r>
              <a:rPr lang="en-US" altLang="ko-KR" dirty="0"/>
              <a:t>. </a:t>
            </a:r>
            <a:r>
              <a:rPr lang="ko-KR" altLang="en-US" dirty="0"/>
              <a:t>여러 사람이 바로 </a:t>
            </a:r>
            <a:r>
              <a:rPr lang="en-US" altLang="ko-KR" dirty="0"/>
              <a:t>main</a:t>
            </a:r>
            <a:r>
              <a:rPr lang="ko-KR" altLang="en-US" dirty="0"/>
              <a:t>에 작업하면 다음 문제가 생깁니다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리뷰 전에 기준선이 바뀜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테스트 실패가 바로 팀 전체에 영향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어떤 변경이 어떤 목적이었는지 추적 어려움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rollback </a:t>
            </a:r>
            <a:r>
              <a:rPr lang="ko-KR" altLang="en-US" dirty="0"/>
              <a:t>단위가 흐려짐</a:t>
            </a:r>
          </a:p>
          <a:p>
            <a:endParaRPr lang="ko-KR" altLang="en-US" dirty="0"/>
          </a:p>
          <a:p>
            <a:r>
              <a:rPr lang="ko-KR" altLang="en-US" dirty="0"/>
              <a:t>  그래서 작업은 보통 짧은 </a:t>
            </a:r>
            <a:r>
              <a:rPr lang="en-US" altLang="ko-KR" dirty="0"/>
              <a:t>feature branch</a:t>
            </a:r>
            <a:r>
              <a:rPr lang="ko-KR" altLang="en-US" dirty="0"/>
              <a:t>에서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main</a:t>
            </a:r>
          </a:p>
          <a:p>
            <a:r>
              <a:rPr lang="en-US" altLang="ko-KR" dirty="0"/>
              <a:t>    └─ feature/branch-playbook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첫 </a:t>
            </a:r>
            <a:r>
              <a:rPr lang="en-US" altLang="ko-KR" dirty="0"/>
              <a:t>branch</a:t>
            </a:r>
            <a:r>
              <a:rPr lang="ko-KR" altLang="en-US" dirty="0"/>
              <a:t>를 만듭니다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git switch -c feature/branch-playbook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A7043A-7D75-66EF-5F82-BE0EA81E0E57}"/>
              </a:ext>
            </a:extLst>
          </p:cNvPr>
          <p:cNvSpPr txBox="1"/>
          <p:nvPr/>
        </p:nvSpPr>
        <p:spPr>
          <a:xfrm>
            <a:off x="7276606" y="2396422"/>
            <a:ext cx="4741223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 확인 기준:</a:t>
            </a:r>
          </a:p>
          <a:p>
            <a:endParaRPr lang="ko-KR" altLang="en-US" dirty="0"/>
          </a:p>
          <a:p>
            <a:r>
              <a:rPr lang="ko-KR" altLang="en-US" dirty="0"/>
              <a:t>  - </a:t>
            </a:r>
            <a:r>
              <a:rPr lang="ko-KR" altLang="en-US" dirty="0" err="1"/>
              <a:t>main에</a:t>
            </a:r>
            <a:r>
              <a:rPr lang="ko-KR" altLang="en-US" dirty="0"/>
              <a:t> 있어야 합니다.</a:t>
            </a:r>
          </a:p>
          <a:p>
            <a:r>
              <a:rPr lang="ko-KR" altLang="en-US" dirty="0"/>
              <a:t>  - </a:t>
            </a:r>
            <a:r>
              <a:rPr lang="ko-KR" altLang="en-US" dirty="0" err="1"/>
              <a:t>working</a:t>
            </a:r>
            <a:r>
              <a:rPr lang="ko-KR" altLang="en-US" dirty="0"/>
              <a:t> </a:t>
            </a:r>
            <a:r>
              <a:rPr lang="ko-KR" altLang="en-US" dirty="0" err="1"/>
              <a:t>tree</a:t>
            </a:r>
            <a:r>
              <a:rPr lang="ko-KR" altLang="en-US" dirty="0"/>
              <a:t> </a:t>
            </a:r>
            <a:r>
              <a:rPr lang="ko-KR" altLang="en-US" dirty="0" err="1"/>
              <a:t>clean이어야</a:t>
            </a:r>
            <a:r>
              <a:rPr lang="ko-KR" altLang="en-US" dirty="0"/>
              <a:t> 합니다.</a:t>
            </a:r>
          </a:p>
          <a:p>
            <a:r>
              <a:rPr lang="ko-KR" altLang="en-US" dirty="0"/>
              <a:t>  - </a:t>
            </a:r>
            <a:r>
              <a:rPr lang="ko-KR" altLang="en-US" dirty="0" err="1"/>
              <a:t>main이</a:t>
            </a:r>
            <a:r>
              <a:rPr lang="ko-KR" altLang="en-US" dirty="0"/>
              <a:t> [</a:t>
            </a:r>
            <a:r>
              <a:rPr lang="ko-KR" altLang="en-US" dirty="0" err="1"/>
              <a:t>origin</a:t>
            </a:r>
            <a:r>
              <a:rPr lang="ko-KR" altLang="en-US" dirty="0"/>
              <a:t>/</a:t>
            </a:r>
            <a:r>
              <a:rPr lang="ko-KR" altLang="en-US" dirty="0" err="1"/>
              <a:t>main</a:t>
            </a:r>
            <a:r>
              <a:rPr lang="ko-KR" altLang="en-US" dirty="0"/>
              <a:t>]을 추적해야 합니다.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1FC3D0-BD83-C934-612F-2BF3BEF5C56E}"/>
              </a:ext>
            </a:extLst>
          </p:cNvPr>
          <p:cNvSpPr txBox="1"/>
          <p:nvPr/>
        </p:nvSpPr>
        <p:spPr>
          <a:xfrm>
            <a:off x="4763490" y="5006995"/>
            <a:ext cx="5026231" cy="6001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 - 새 </a:t>
            </a:r>
            <a:r>
              <a:rPr lang="ko-KR" altLang="en-US" sz="1100" dirty="0" err="1"/>
              <a:t>branch는</a:t>
            </a:r>
            <a:r>
              <a:rPr lang="ko-KR" altLang="en-US" sz="1100" dirty="0"/>
              <a:t> 현재 </a:t>
            </a:r>
            <a:r>
              <a:rPr lang="ko-KR" altLang="en-US" sz="1100" dirty="0" err="1"/>
              <a:t>commit</a:t>
            </a:r>
            <a:r>
              <a:rPr lang="ko-KR" altLang="en-US" sz="1100" dirty="0"/>
              <a:t> dfd7738에서 시작합니다.</a:t>
            </a:r>
          </a:p>
          <a:p>
            <a:r>
              <a:rPr lang="ko-KR" altLang="en-US" sz="1100" dirty="0"/>
              <a:t>  - 아직 </a:t>
            </a:r>
            <a:r>
              <a:rPr lang="ko-KR" altLang="en-US" sz="1100" dirty="0" err="1"/>
              <a:t>remote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tracking은</a:t>
            </a:r>
            <a:r>
              <a:rPr lang="ko-KR" altLang="en-US" sz="1100" dirty="0"/>
              <a:t> 없습니다.</a:t>
            </a:r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main과</a:t>
            </a:r>
            <a:r>
              <a:rPr lang="ko-KR" altLang="en-US" sz="1100" dirty="0"/>
              <a:t> 파일이 복사되는 것이 아니라, </a:t>
            </a:r>
            <a:r>
              <a:rPr lang="ko-KR" altLang="en-US" sz="1100" dirty="0" err="1"/>
              <a:t>branch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ref가</a:t>
            </a:r>
            <a:r>
              <a:rPr lang="ko-KR" altLang="en-US" sz="1100" dirty="0"/>
              <a:t> 하나 생기는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382887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92F6B-E5C7-7D96-799B-B41C3241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2. branch planning </a:t>
            </a:r>
            <a:r>
              <a:rPr lang="ko-KR" altLang="en-US" dirty="0"/>
              <a:t>파일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12834B-E6BC-F8EA-6945-A16063B52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feature/branch-playbook branch</a:t>
            </a:r>
            <a:r>
              <a:rPr lang="ko-KR" altLang="en-US" dirty="0"/>
              <a:t>에서 </a:t>
            </a:r>
            <a:r>
              <a:rPr lang="en-US" altLang="ko-KR" dirty="0"/>
              <a:t>docs/branch-planning.md</a:t>
            </a:r>
            <a:r>
              <a:rPr lang="ko-KR" altLang="en-US" dirty="0"/>
              <a:t>를 추가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cp C:\Users\angpa\myProjects\Daily_Work\GitLab-Manual\GitLab-Onboarding-Lectures\tutorials\CH04-Branch-Strategy-and-Sync-Decisions\assets\docs\branch-planning.md .\docs\branch-planning.md</a:t>
            </a:r>
          </a:p>
          <a:p>
            <a:r>
              <a:rPr lang="en-US" altLang="ko-KR" dirty="0" err="1"/>
              <a:t>gc</a:t>
            </a:r>
            <a:r>
              <a:rPr lang="en-US" altLang="ko-KR" dirty="0"/>
              <a:t> .\docs\branch-planning.md</a:t>
            </a:r>
          </a:p>
          <a:p>
            <a:r>
              <a:rPr lang="en-US" altLang="ko-KR" dirty="0"/>
              <a:t>git add .\docs\branch-planning.md</a:t>
            </a:r>
          </a:p>
          <a:p>
            <a:r>
              <a:rPr lang="en-US" altLang="ko-KR" dirty="0"/>
              <a:t>git diff –staged</a:t>
            </a:r>
          </a:p>
          <a:p>
            <a:r>
              <a:rPr lang="en-US" altLang="ko-KR" dirty="0"/>
              <a:t>git commit -m "docs: add branch planning memo“</a:t>
            </a:r>
          </a:p>
          <a:p>
            <a:r>
              <a:rPr lang="en-US" altLang="ko-KR" dirty="0"/>
              <a:t>git branch -</a:t>
            </a:r>
            <a:r>
              <a:rPr lang="en-US" altLang="ko-KR" dirty="0" err="1"/>
              <a:t>vv</a:t>
            </a:r>
            <a:endParaRPr lang="en-US" altLang="ko-KR" dirty="0"/>
          </a:p>
          <a:p>
            <a:r>
              <a:rPr lang="en-US" altLang="ko-KR" dirty="0"/>
              <a:t>git status</a:t>
            </a:r>
          </a:p>
          <a:p>
            <a:endParaRPr lang="en-US" altLang="ko-KR" dirty="0"/>
          </a:p>
          <a:p>
            <a:r>
              <a:rPr lang="ko-KR" altLang="en-US" dirty="0"/>
              <a:t>이제 </a:t>
            </a:r>
            <a:r>
              <a:rPr lang="en-US" altLang="ko-KR" dirty="0"/>
              <a:t>remote</a:t>
            </a:r>
            <a:r>
              <a:rPr lang="ko-KR" altLang="en-US" dirty="0"/>
              <a:t>에 </a:t>
            </a:r>
            <a:r>
              <a:rPr lang="en-US" altLang="ko-KR" dirty="0"/>
              <a:t>branch</a:t>
            </a:r>
            <a:r>
              <a:rPr lang="ko-KR" altLang="en-US" dirty="0"/>
              <a:t>를 올리고 </a:t>
            </a:r>
            <a:r>
              <a:rPr lang="en-US" altLang="ko-KR" dirty="0"/>
              <a:t>tracking</a:t>
            </a:r>
            <a:r>
              <a:rPr lang="ko-KR" altLang="en-US" dirty="0"/>
              <a:t>을 설정합니다</a:t>
            </a:r>
            <a:endParaRPr lang="en-US" altLang="ko-KR" dirty="0"/>
          </a:p>
          <a:p>
            <a:r>
              <a:rPr lang="en-US" altLang="ko-KR" dirty="0"/>
              <a:t>git push -u origin feature/branch-playbook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045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6B0DE-F76C-A864-1C04-7F7DB394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3. </a:t>
            </a:r>
            <a:r>
              <a:rPr lang="ko-KR" altLang="en-US" dirty="0"/>
              <a:t>두번째 </a:t>
            </a:r>
            <a:r>
              <a:rPr lang="en-US" altLang="ko-KR" dirty="0"/>
              <a:t>branch </a:t>
            </a:r>
            <a:r>
              <a:rPr lang="ko-KR" altLang="en-US" dirty="0"/>
              <a:t>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B03164-D176-9AB5-E7E6-5D6D7DB53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75868" cy="4351338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dirty="0"/>
              <a:t>git switch main</a:t>
            </a:r>
          </a:p>
          <a:p>
            <a:r>
              <a:rPr lang="en-US" altLang="ko-KR" dirty="0"/>
              <a:t>  git pull</a:t>
            </a:r>
          </a:p>
          <a:p>
            <a:r>
              <a:rPr lang="en-US" altLang="ko-KR" dirty="0"/>
              <a:t>  git switch -c feature/feature-flags</a:t>
            </a:r>
          </a:p>
          <a:p>
            <a:r>
              <a:rPr lang="en-US" altLang="ko-KR" dirty="0"/>
              <a:t>  git branch –</a:t>
            </a:r>
            <a:r>
              <a:rPr lang="en-US" altLang="ko-KR" dirty="0" err="1"/>
              <a:t>vv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다음 </a:t>
            </a:r>
            <a:r>
              <a:rPr lang="en-US" altLang="ko-KR" dirty="0" err="1"/>
              <a:t>src</a:t>
            </a:r>
            <a:r>
              <a:rPr lang="en-US" altLang="ko-KR" dirty="0"/>
              <a:t>/feature-</a:t>
            </a:r>
            <a:r>
              <a:rPr lang="en-US" altLang="ko-KR" dirty="0" err="1"/>
              <a:t>flags.json</a:t>
            </a:r>
            <a:r>
              <a:rPr lang="ko-KR" altLang="en-US" dirty="0"/>
              <a:t>을 추가합니다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Copy-Item "C:\Users\angpa\myProjects\Daily_Work\GitLab-Manual\GitLab-Onboarding-Lectures\tutorials\CH04-Branch-Strategy-and-Sync-Decisions\assets\src\feature-flags.json" .\</a:t>
            </a:r>
            <a:r>
              <a:rPr lang="en-US" altLang="ko-KR" dirty="0" err="1"/>
              <a:t>src</a:t>
            </a:r>
            <a:r>
              <a:rPr lang="en-US" altLang="ko-KR" dirty="0"/>
              <a:t>\feature-</a:t>
            </a:r>
            <a:r>
              <a:rPr lang="en-US" altLang="ko-KR" dirty="0" err="1"/>
              <a:t>flags.json</a:t>
            </a:r>
            <a:endParaRPr lang="en-US" altLang="ko-KR" dirty="0"/>
          </a:p>
          <a:p>
            <a:r>
              <a:rPr lang="en-US" altLang="ko-KR" dirty="0"/>
              <a:t>git status</a:t>
            </a:r>
          </a:p>
          <a:p>
            <a:r>
              <a:rPr lang="en-US" altLang="ko-KR" dirty="0"/>
              <a:t>git add .</a:t>
            </a:r>
            <a:r>
              <a:rPr lang="en-US" altLang="ko-KR" dirty="0" err="1"/>
              <a:t>src</a:t>
            </a:r>
            <a:r>
              <a:rPr lang="en-US" altLang="ko-KR" dirty="0"/>
              <a:t>/feature-</a:t>
            </a:r>
            <a:r>
              <a:rPr lang="en-US" altLang="ko-KR" dirty="0" err="1"/>
              <a:t>flags.json</a:t>
            </a:r>
            <a:endParaRPr lang="en-US" altLang="ko-KR" dirty="0"/>
          </a:p>
          <a:p>
            <a:r>
              <a:rPr lang="en-US" altLang="ko-KR" dirty="0"/>
              <a:t>git commit –m “feat: add tutorial feature flags”</a:t>
            </a:r>
          </a:p>
          <a:p>
            <a:r>
              <a:rPr lang="en-US" altLang="ko-KR" dirty="0"/>
              <a:t>git push –u origin feature/feature-flags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673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461BE-3AED-0BC4-D423-393CEF2F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4. </a:t>
            </a:r>
            <a:r>
              <a:rPr lang="ko-KR" altLang="en-US" dirty="0"/>
              <a:t>앞선 </a:t>
            </a:r>
            <a:r>
              <a:rPr lang="en-US" altLang="ko-KR" dirty="0"/>
              <a:t>commit merge </a:t>
            </a:r>
            <a:r>
              <a:rPr lang="ko-KR" altLang="en-US" dirty="0"/>
              <a:t>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77473A-ADBF-5998-6BCF-3C3F718D3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git switch main</a:t>
            </a:r>
          </a:p>
          <a:p>
            <a:r>
              <a:rPr lang="en-US" altLang="ko-KR" dirty="0"/>
              <a:t>  git pull</a:t>
            </a:r>
          </a:p>
          <a:p>
            <a:r>
              <a:rPr lang="en-US" altLang="ko-KR" dirty="0"/>
              <a:t>  git merge feature/branch-playbook</a:t>
            </a:r>
          </a:p>
          <a:p>
            <a:endParaRPr lang="en-US" altLang="ko-KR" dirty="0"/>
          </a:p>
          <a:p>
            <a:r>
              <a:rPr lang="en-US" altLang="ko-KR" dirty="0"/>
              <a:t>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-10</a:t>
            </a:r>
          </a:p>
          <a:p>
            <a:r>
              <a:rPr lang="en-US" altLang="ko-KR" dirty="0"/>
              <a:t>  git branch -</a:t>
            </a:r>
            <a:r>
              <a:rPr lang="en-US" altLang="ko-KR" dirty="0" err="1"/>
              <a:t>vv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90E64-307D-98C4-D6D0-FA30103E5F47}"/>
              </a:ext>
            </a:extLst>
          </p:cNvPr>
          <p:cNvSpPr txBox="1"/>
          <p:nvPr/>
        </p:nvSpPr>
        <p:spPr>
          <a:xfrm>
            <a:off x="3063834" y="3429000"/>
            <a:ext cx="935775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git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log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oneline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decorate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graph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all</a:t>
            </a:r>
            <a:r>
              <a:rPr lang="ko-KR" altLang="en-US" sz="1100" dirty="0"/>
              <a:t> -6</a:t>
            </a:r>
          </a:p>
          <a:p>
            <a:r>
              <a:rPr lang="ko-KR" altLang="en-US" sz="1100" dirty="0"/>
              <a:t>* ed260e0 (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feature-flags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feature-flags</a:t>
            </a:r>
            <a:r>
              <a:rPr lang="ko-KR" altLang="en-US" sz="1100" dirty="0"/>
              <a:t>) </a:t>
            </a:r>
            <a:r>
              <a:rPr lang="ko-KR" altLang="en-US" sz="1100" dirty="0" err="1"/>
              <a:t>feat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add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tutorial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flags</a:t>
            </a:r>
            <a:endParaRPr lang="ko-KR" altLang="en-US" sz="1100" dirty="0"/>
          </a:p>
          <a:p>
            <a:r>
              <a:rPr lang="ko-KR" altLang="en-US" sz="1100" dirty="0"/>
              <a:t>| * a1eeb94 (HEAD -&gt; 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branch-playbook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/HEAD, 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branch-playbook</a:t>
            </a:r>
            <a:r>
              <a:rPr lang="ko-KR" altLang="en-US" sz="1100" dirty="0"/>
              <a:t>) </a:t>
            </a:r>
            <a:r>
              <a:rPr lang="ko-KR" altLang="en-US" sz="1100" dirty="0" err="1"/>
              <a:t>docs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add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branch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planning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memo</a:t>
            </a:r>
            <a:endParaRPr lang="ko-KR" altLang="en-US" sz="1100" dirty="0"/>
          </a:p>
          <a:p>
            <a:r>
              <a:rPr lang="ko-KR" altLang="en-US" sz="1100" dirty="0"/>
              <a:t>|/</a:t>
            </a:r>
          </a:p>
          <a:p>
            <a:r>
              <a:rPr lang="ko-KR" altLang="en-US" sz="1100" dirty="0"/>
              <a:t>* dfd7738 </a:t>
            </a:r>
            <a:r>
              <a:rPr lang="ko-KR" altLang="en-US" sz="1100" dirty="0" err="1"/>
              <a:t>Revert</a:t>
            </a:r>
            <a:r>
              <a:rPr lang="ko-KR" altLang="en-US" sz="1100" dirty="0"/>
              <a:t> "</a:t>
            </a:r>
            <a:r>
              <a:rPr lang="ko-KR" altLang="en-US" sz="1100" dirty="0" err="1"/>
              <a:t>bug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allow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developer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sample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action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by</a:t>
            </a:r>
            <a:r>
              <a:rPr lang="ko-KR" altLang="en-US" sz="1100" dirty="0"/>
              <a:t> </a:t>
            </a:r>
            <a:r>
              <a:rPr lang="ko-KR" altLang="en-US" sz="1100" dirty="0" err="1"/>
              <a:t>mistake</a:t>
            </a:r>
            <a:r>
              <a:rPr lang="ko-KR" altLang="en-US" sz="11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716551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182C1-B9EE-623B-E993-206B696E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5.</a:t>
            </a:r>
            <a:r>
              <a:rPr lang="ko-KR" altLang="en-US" dirty="0"/>
              <a:t> </a:t>
            </a:r>
            <a:r>
              <a:rPr lang="en-US" altLang="ko-KR" dirty="0"/>
              <a:t>rebase</a:t>
            </a:r>
            <a:r>
              <a:rPr lang="ko-KR" altLang="en-US" dirty="0"/>
              <a:t> 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3D37D-D7DC-344B-E3B6-2A773F51C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spcBef>
                <a:spcPts val="0"/>
              </a:spcBef>
            </a:pPr>
            <a:r>
              <a:rPr lang="ko-KR" altLang="en-US" dirty="0"/>
              <a:t> 의미</a:t>
            </a:r>
            <a:r>
              <a:rPr lang="en-US" altLang="ko-KR" dirty="0"/>
              <a:t>: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- main</a:t>
            </a:r>
            <a:r>
              <a:rPr lang="ko-KR" altLang="en-US" dirty="0"/>
              <a:t>은 </a:t>
            </a:r>
            <a:r>
              <a:rPr lang="en-US" altLang="ko-KR" dirty="0"/>
              <a:t>a1eeb94</a:t>
            </a:r>
            <a:r>
              <a:rPr lang="ko-KR" altLang="en-US" dirty="0"/>
              <a:t>까지 진행됨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feature/feature-flags</a:t>
            </a:r>
            <a:r>
              <a:rPr lang="ko-KR" altLang="en-US" dirty="0"/>
              <a:t>는 예전 기준점 </a:t>
            </a:r>
            <a:r>
              <a:rPr lang="en-US" altLang="ko-KR" dirty="0"/>
              <a:t>dfd7738</a:t>
            </a:r>
            <a:r>
              <a:rPr lang="ko-KR" altLang="en-US" dirty="0"/>
              <a:t>에서 갈라진 상태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두 </a:t>
            </a:r>
            <a:r>
              <a:rPr lang="en-US" altLang="ko-KR" dirty="0"/>
              <a:t>branch</a:t>
            </a:r>
            <a:r>
              <a:rPr lang="ko-KR" altLang="en-US" dirty="0"/>
              <a:t>는 서로 다른 </a:t>
            </a:r>
            <a:r>
              <a:rPr lang="en-US" altLang="ko-KR" dirty="0"/>
              <a:t>commit</a:t>
            </a:r>
            <a:r>
              <a:rPr lang="ko-KR" altLang="en-US" dirty="0"/>
              <a:t>을 가지고 있음</a:t>
            </a:r>
          </a:p>
          <a:p>
            <a:pPr>
              <a:spcBef>
                <a:spcPts val="0"/>
              </a:spcBef>
            </a:pPr>
            <a:endParaRPr lang="ko-KR" altLang="en-US" dirty="0"/>
          </a:p>
          <a:p>
            <a:pPr>
              <a:spcBef>
                <a:spcPts val="0"/>
              </a:spcBef>
            </a:pPr>
            <a:r>
              <a:rPr lang="ko-KR" altLang="en-US" dirty="0"/>
              <a:t>  이제 </a:t>
            </a:r>
            <a:r>
              <a:rPr lang="en-US" altLang="ko-KR" dirty="0"/>
              <a:t>feature/feature-flags</a:t>
            </a:r>
            <a:r>
              <a:rPr lang="ko-KR" altLang="en-US" dirty="0"/>
              <a:t>를 최신 </a:t>
            </a:r>
            <a:r>
              <a:rPr lang="en-US" altLang="ko-KR" dirty="0"/>
              <a:t>origin/main </a:t>
            </a:r>
            <a:r>
              <a:rPr lang="ko-KR" altLang="en-US" dirty="0"/>
              <a:t>위로 </a:t>
            </a:r>
            <a:r>
              <a:rPr lang="en-US" altLang="ko-KR" dirty="0"/>
              <a:t>rebase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Concept: rebase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rebase</a:t>
            </a:r>
            <a:r>
              <a:rPr lang="ko-KR" altLang="en-US" dirty="0"/>
              <a:t>는 </a:t>
            </a:r>
            <a:r>
              <a:rPr lang="en-US" altLang="ko-KR" dirty="0"/>
              <a:t>branch</a:t>
            </a:r>
            <a:r>
              <a:rPr lang="ko-KR" altLang="en-US" dirty="0"/>
              <a:t>의 </a:t>
            </a:r>
            <a:r>
              <a:rPr lang="en-US" altLang="ko-KR" dirty="0"/>
              <a:t>base</a:t>
            </a:r>
            <a:r>
              <a:rPr lang="ko-KR" altLang="en-US" dirty="0"/>
              <a:t>를 바꿉니다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ko-KR" altLang="en-US" dirty="0"/>
              <a:t> 현재</a:t>
            </a:r>
            <a:r>
              <a:rPr lang="en-US" altLang="ko-KR" dirty="0"/>
              <a:t>: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feature/feature-flags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    ed260e0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      |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dfd7738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      \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       a1eeb94 main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rebase </a:t>
            </a:r>
            <a:r>
              <a:rPr lang="ko-KR" altLang="en-US" dirty="0"/>
              <a:t>후</a:t>
            </a:r>
            <a:r>
              <a:rPr lang="en-US" altLang="ko-KR" dirty="0"/>
              <a:t>: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dfd7738 -&gt; a1eeb94 main -&gt; </a:t>
            </a:r>
            <a:r>
              <a:rPr lang="ko-KR" altLang="en-US" dirty="0"/>
              <a:t>새 </a:t>
            </a:r>
            <a:r>
              <a:rPr lang="en-US" altLang="ko-KR" dirty="0"/>
              <a:t>commit feature/feature-flags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switch feature/feature-flags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rebase origin/main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log –</a:t>
            </a:r>
            <a:r>
              <a:rPr lang="en-US" altLang="ko-KR" dirty="0" err="1"/>
              <a:t>oneline</a:t>
            </a:r>
            <a:endParaRPr lang="en-US" altLang="ko-KR" dirty="0"/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push # </a:t>
            </a:r>
            <a:r>
              <a:rPr lang="ko-KR" altLang="en-US" dirty="0" err="1"/>
              <a:t>실패할것</a:t>
            </a: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push –force-with-lease # rebase </a:t>
            </a:r>
            <a:r>
              <a:rPr lang="ko-KR" altLang="en-US" dirty="0"/>
              <a:t>효과</a:t>
            </a:r>
            <a:r>
              <a:rPr lang="en-US" altLang="ko-KR" dirty="0"/>
              <a:t>: feature commit </a:t>
            </a:r>
            <a:r>
              <a:rPr lang="ko-KR" altLang="en-US" dirty="0"/>
              <a:t>이 </a:t>
            </a:r>
            <a:r>
              <a:rPr lang="en-US" altLang="ko-KR" dirty="0"/>
              <a:t>main</a:t>
            </a:r>
            <a:r>
              <a:rPr lang="ko-KR" altLang="en-US" dirty="0"/>
              <a:t>위에 </a:t>
            </a:r>
            <a:r>
              <a:rPr lang="en-US" altLang="ko-KR" dirty="0"/>
              <a:t>(</a:t>
            </a:r>
            <a:r>
              <a:rPr lang="ko-KR" altLang="en-US" dirty="0"/>
              <a:t>직선</a:t>
            </a:r>
            <a:r>
              <a:rPr lang="en-US" altLang="ko-KR" dirty="0"/>
              <a:t>)</a:t>
            </a:r>
          </a:p>
          <a:p>
            <a:pPr>
              <a:spcBef>
                <a:spcPts val="0"/>
              </a:spcBef>
            </a:pPr>
            <a:r>
              <a:rPr lang="en-US" altLang="ko-KR" dirty="0" err="1"/>
              <a:t>gir</a:t>
            </a:r>
            <a:r>
              <a:rPr lang="ko-KR" altLang="en-US" dirty="0"/>
              <a:t> </a:t>
            </a:r>
            <a:r>
              <a:rPr lang="en-US" altLang="ko-KR" dirty="0"/>
              <a:t>branch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en-US" altLang="ko-KR" dirty="0" err="1"/>
              <a:t>vv</a:t>
            </a: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log –</a:t>
            </a:r>
            <a:r>
              <a:rPr lang="en-US" altLang="ko-KR" dirty="0" err="1"/>
              <a:t>oneline</a:t>
            </a:r>
            <a:r>
              <a:rPr lang="en-US" altLang="ko-KR" dirty="0"/>
              <a:t> –decorate –graph –all 10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main </a:t>
            </a:r>
            <a:r>
              <a:rPr lang="ko-KR" altLang="en-US" dirty="0"/>
              <a:t>으로 이동해서 </a:t>
            </a:r>
            <a:r>
              <a:rPr lang="en-US" altLang="ko-KR" dirty="0"/>
              <a:t>merge </a:t>
            </a:r>
            <a:r>
              <a:rPr lang="ko-KR" altLang="en-US" dirty="0"/>
              <a:t>하기</a:t>
            </a: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merge feature/feature-flags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ko-KR" altLang="en-US" dirty="0"/>
              <a:t>이제</a:t>
            </a:r>
            <a:r>
              <a:rPr lang="en-US" altLang="ko-KR" dirty="0"/>
              <a:t> main</a:t>
            </a:r>
            <a:r>
              <a:rPr lang="ko-KR" altLang="en-US" dirty="0"/>
              <a:t> 을 </a:t>
            </a:r>
            <a:r>
              <a:rPr lang="en-US" altLang="ko-KR" dirty="0"/>
              <a:t>remote </a:t>
            </a:r>
            <a:r>
              <a:rPr lang="ko-KR" altLang="en-US" dirty="0"/>
              <a:t>에 올린다</a:t>
            </a: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push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log</a:t>
            </a:r>
            <a:r>
              <a:rPr lang="ko-KR" altLang="en-US" dirty="0"/>
              <a:t> </a:t>
            </a:r>
            <a:r>
              <a:rPr lang="en-US" altLang="ko-KR" dirty="0"/>
              <a:t>--</a:t>
            </a:r>
            <a:r>
              <a:rPr lang="en-US" altLang="ko-KR" dirty="0" err="1"/>
              <a:t>oneline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FEE5D1-E085-0F9E-341D-21C7B77DE0EC}"/>
              </a:ext>
            </a:extLst>
          </p:cNvPr>
          <p:cNvSpPr txBox="1"/>
          <p:nvPr/>
        </p:nvSpPr>
        <p:spPr>
          <a:xfrm>
            <a:off x="5374576" y="3136761"/>
            <a:ext cx="6097978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 중요한 점: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&gt; </a:t>
            </a:r>
            <a:r>
              <a:rPr lang="ko-KR" altLang="en-US" sz="1100" dirty="0" err="1"/>
              <a:t>rebase는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commit을</a:t>
            </a:r>
            <a:r>
              <a:rPr lang="ko-KR" altLang="en-US" sz="1100" dirty="0"/>
              <a:t> “옮기는 것처럼 보이지만”, 실제로는 새 </a:t>
            </a:r>
            <a:r>
              <a:rPr lang="ko-KR" altLang="en-US" sz="1100" dirty="0" err="1"/>
              <a:t>commit을</a:t>
            </a:r>
            <a:r>
              <a:rPr lang="ko-KR" altLang="en-US" sz="1100" dirty="0"/>
              <a:t> 다시 만듭니다. 그래서 </a:t>
            </a:r>
            <a:r>
              <a:rPr lang="ko-KR" altLang="en-US" sz="1100" dirty="0" err="1"/>
              <a:t>commit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SHA가</a:t>
            </a:r>
            <a:r>
              <a:rPr lang="ko-KR" altLang="en-US" sz="1100" dirty="0"/>
              <a:t> 바뀔 수 있습니다.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7FE03-E334-DDC9-0CA2-BD76D727A070}"/>
              </a:ext>
            </a:extLst>
          </p:cNvPr>
          <p:cNvSpPr txBox="1"/>
          <p:nvPr/>
        </p:nvSpPr>
        <p:spPr>
          <a:xfrm>
            <a:off x="6229599" y="4273000"/>
            <a:ext cx="5242955" cy="127727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git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log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oneline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decorate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graph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all</a:t>
            </a:r>
            <a:r>
              <a:rPr lang="ko-KR" altLang="en-US" sz="1100" dirty="0"/>
              <a:t> -6</a:t>
            </a:r>
          </a:p>
          <a:p>
            <a:r>
              <a:rPr lang="ko-KR" altLang="en-US" sz="1100" dirty="0"/>
              <a:t>* c503dfc (HEAD -&gt; 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feature-flags</a:t>
            </a:r>
            <a:r>
              <a:rPr lang="ko-KR" altLang="en-US" sz="1100" dirty="0"/>
              <a:t>) </a:t>
            </a:r>
            <a:r>
              <a:rPr lang="ko-KR" altLang="en-US" sz="1100" dirty="0" err="1"/>
              <a:t>feat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add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tutorial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flags</a:t>
            </a:r>
            <a:endParaRPr lang="ko-KR" altLang="en-US" sz="1100" dirty="0"/>
          </a:p>
          <a:p>
            <a:r>
              <a:rPr lang="ko-KR" altLang="en-US" sz="1100" dirty="0"/>
              <a:t>* a1eeb94 (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branch-playbook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/HEAD, 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branch-playbook</a:t>
            </a:r>
            <a:r>
              <a:rPr lang="ko-KR" altLang="en-US" sz="1100" dirty="0"/>
              <a:t>) </a:t>
            </a:r>
            <a:r>
              <a:rPr lang="ko-KR" altLang="en-US" sz="1100" dirty="0" err="1"/>
              <a:t>docs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add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branch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planning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memo</a:t>
            </a:r>
            <a:endParaRPr lang="ko-KR" altLang="en-US" sz="1100" dirty="0"/>
          </a:p>
          <a:p>
            <a:r>
              <a:rPr lang="ko-KR" altLang="en-US" sz="1100" dirty="0"/>
              <a:t>| * </a:t>
            </a:r>
            <a:r>
              <a:rPr lang="ko-KR" altLang="en-US" sz="1100" b="1" dirty="0"/>
              <a:t>ed260e0</a:t>
            </a:r>
            <a:r>
              <a:rPr lang="ko-KR" altLang="en-US" sz="1100" dirty="0"/>
              <a:t> (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feature-flags</a:t>
            </a:r>
            <a:r>
              <a:rPr lang="ko-KR" altLang="en-US" sz="1100" dirty="0"/>
              <a:t>) </a:t>
            </a:r>
            <a:r>
              <a:rPr lang="ko-KR" altLang="en-US" sz="1100" dirty="0" err="1"/>
              <a:t>feat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add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tutorial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flags</a:t>
            </a:r>
            <a:endParaRPr lang="ko-KR" altLang="en-US" sz="1100" dirty="0"/>
          </a:p>
          <a:p>
            <a:r>
              <a:rPr lang="ko-KR" altLang="en-US" sz="1100" dirty="0"/>
              <a:t>|/</a:t>
            </a:r>
          </a:p>
          <a:p>
            <a:r>
              <a:rPr lang="ko-KR" altLang="en-US" sz="1100" dirty="0"/>
              <a:t>* </a:t>
            </a:r>
            <a:r>
              <a:rPr lang="ko-KR" altLang="en-US" sz="1100" b="1" dirty="0"/>
              <a:t>dfd7738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Revert</a:t>
            </a:r>
            <a:r>
              <a:rPr lang="ko-KR" altLang="en-US" sz="1100" dirty="0"/>
              <a:t> "</a:t>
            </a:r>
            <a:r>
              <a:rPr lang="ko-KR" altLang="en-US" sz="1100" dirty="0" err="1"/>
              <a:t>bug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allow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developer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sample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action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by</a:t>
            </a:r>
            <a:r>
              <a:rPr lang="ko-KR" altLang="en-US" sz="1100" dirty="0"/>
              <a:t> </a:t>
            </a:r>
            <a:r>
              <a:rPr lang="ko-KR" altLang="en-US" sz="1100" dirty="0" err="1"/>
              <a:t>mistake</a:t>
            </a:r>
            <a:r>
              <a:rPr lang="ko-KR" altLang="en-US" sz="11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090617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F7C39-F32F-2B14-F07C-78A8CA72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6. detached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B9577B-C9B1-AE57-80B1-2689ADAD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spcBef>
                <a:spcPts val="0"/>
              </a:spcBef>
            </a:pPr>
            <a:r>
              <a:rPr lang="ko-KR" altLang="en-US" dirty="0"/>
              <a:t> </a:t>
            </a:r>
            <a:r>
              <a:rPr lang="en-US" altLang="ko-KR" dirty="0"/>
              <a:t>Concept: detached HEAD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보통은 이렇게 작업합니다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HEAD -&gt; main -&gt; </a:t>
            </a:r>
            <a:r>
              <a:rPr lang="ko-KR" altLang="en-US" dirty="0"/>
              <a:t>최신 </a:t>
            </a:r>
            <a:r>
              <a:rPr lang="en-US" altLang="ko-KR" dirty="0"/>
              <a:t>commit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즉 </a:t>
            </a:r>
            <a:r>
              <a:rPr lang="en-US" altLang="ko-KR" dirty="0"/>
              <a:t>HEAD</a:t>
            </a:r>
            <a:r>
              <a:rPr lang="ko-KR" altLang="en-US" dirty="0"/>
              <a:t>가 </a:t>
            </a:r>
            <a:r>
              <a:rPr lang="en-US" altLang="ko-KR" dirty="0"/>
              <a:t>branch</a:t>
            </a:r>
            <a:r>
              <a:rPr lang="ko-KR" altLang="en-US" dirty="0"/>
              <a:t>를 따라갑니다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그런데 과거 </a:t>
            </a:r>
            <a:r>
              <a:rPr lang="en-US" altLang="ko-KR" dirty="0"/>
              <a:t>commit</a:t>
            </a:r>
            <a:r>
              <a:rPr lang="ko-KR" altLang="en-US" dirty="0"/>
              <a:t>을 직접 </a:t>
            </a:r>
            <a:r>
              <a:rPr lang="en-US" altLang="ko-KR" dirty="0"/>
              <a:t>checkout</a:t>
            </a:r>
            <a:r>
              <a:rPr lang="ko-KR" altLang="en-US" dirty="0"/>
              <a:t>하면 이렇게 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HEAD -&gt; dfd7738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main -&gt; c503dfc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이 상태를 </a:t>
            </a:r>
            <a:r>
              <a:rPr lang="en-US" altLang="ko-KR" dirty="0"/>
              <a:t>detached HEAD</a:t>
            </a:r>
            <a:r>
              <a:rPr lang="ko-KR" altLang="en-US" dirty="0"/>
              <a:t>라고 합니다</a:t>
            </a:r>
            <a:r>
              <a:rPr lang="en-US" altLang="ko-KR" dirty="0"/>
              <a:t>. branch </a:t>
            </a:r>
            <a:r>
              <a:rPr lang="ko-KR" altLang="en-US" dirty="0"/>
              <a:t>위에 서 있는 게 아니라 특정 </a:t>
            </a:r>
            <a:r>
              <a:rPr lang="en-US" altLang="ko-KR" dirty="0"/>
              <a:t>commit </a:t>
            </a:r>
            <a:r>
              <a:rPr lang="ko-KR" altLang="en-US" dirty="0"/>
              <a:t>위에 직접 서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  있는 상태입니다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b="1" dirty="0"/>
              <a:t>용도</a:t>
            </a:r>
            <a:r>
              <a:rPr lang="en-US" altLang="ko-KR" b="1" dirty="0"/>
              <a:t>:</a:t>
            </a:r>
          </a:p>
          <a:p>
            <a:pPr>
              <a:spcBef>
                <a:spcPts val="0"/>
              </a:spcBef>
            </a:pPr>
            <a:endParaRPr lang="en-US" altLang="ko-KR" b="1" dirty="0"/>
          </a:p>
          <a:p>
            <a:pPr>
              <a:spcBef>
                <a:spcPts val="0"/>
              </a:spcBef>
            </a:pPr>
            <a:r>
              <a:rPr lang="en-US" altLang="ko-KR" b="1" dirty="0"/>
              <a:t>  - </a:t>
            </a:r>
            <a:r>
              <a:rPr lang="ko-KR" altLang="en-US" b="1" dirty="0"/>
              <a:t>과거 상태 조사</a:t>
            </a:r>
          </a:p>
          <a:p>
            <a:pPr>
              <a:spcBef>
                <a:spcPts val="0"/>
              </a:spcBef>
            </a:pPr>
            <a:r>
              <a:rPr lang="ko-KR" altLang="en-US" b="1" dirty="0"/>
              <a:t>  </a:t>
            </a:r>
            <a:r>
              <a:rPr lang="en-US" altLang="ko-KR" b="1" dirty="0"/>
              <a:t>- </a:t>
            </a:r>
            <a:r>
              <a:rPr lang="ko-KR" altLang="en-US" b="1" dirty="0"/>
              <a:t>특정 </a:t>
            </a:r>
            <a:r>
              <a:rPr lang="en-US" altLang="ko-KR" b="1" dirty="0"/>
              <a:t>commit</a:t>
            </a:r>
            <a:r>
              <a:rPr lang="ko-KR" altLang="en-US" b="1" dirty="0"/>
              <a:t>에서 파일 상태 확인</a:t>
            </a:r>
          </a:p>
          <a:p>
            <a:pPr>
              <a:spcBef>
                <a:spcPts val="0"/>
              </a:spcBef>
            </a:pPr>
            <a:r>
              <a:rPr lang="ko-KR" altLang="en-US" b="1" dirty="0"/>
              <a:t>  </a:t>
            </a:r>
            <a:r>
              <a:rPr lang="en-US" altLang="ko-KR" b="1" dirty="0"/>
              <a:t>- regression </a:t>
            </a:r>
            <a:r>
              <a:rPr lang="ko-KR" altLang="en-US" b="1" dirty="0"/>
              <a:t>확인</a:t>
            </a:r>
            <a:endParaRPr lang="en-US" altLang="ko-KR" b="1" dirty="0"/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checkout dfd7738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log –</a:t>
            </a:r>
            <a:r>
              <a:rPr lang="en-US" altLang="ko-KR" dirty="0" err="1"/>
              <a:t>oneline</a:t>
            </a:r>
            <a:r>
              <a:rPr lang="en-US" altLang="ko-KR" dirty="0"/>
              <a:t> –decorate -4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You are in 'detached HEAD' state.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HEAD detached at dfd7738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ko-KR" altLang="en-US" dirty="0"/>
              <a:t> 그 다음 바로 돌아옵니다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switch main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-4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01F32-044F-BC9E-039B-FE26BC49DA32}"/>
              </a:ext>
            </a:extLst>
          </p:cNvPr>
          <p:cNvSpPr txBox="1"/>
          <p:nvPr/>
        </p:nvSpPr>
        <p:spPr>
          <a:xfrm>
            <a:off x="4229100" y="4363135"/>
            <a:ext cx="60960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 - 이 상태에서 새 </a:t>
            </a:r>
            <a:r>
              <a:rPr lang="ko-KR" altLang="en-US" dirty="0" err="1"/>
              <a:t>commit을</a:t>
            </a:r>
            <a:r>
              <a:rPr lang="ko-KR" altLang="en-US" dirty="0"/>
              <a:t> 만들면 </a:t>
            </a:r>
            <a:r>
              <a:rPr lang="ko-KR" altLang="en-US" dirty="0" err="1"/>
              <a:t>branch가</a:t>
            </a:r>
            <a:r>
              <a:rPr lang="ko-KR" altLang="en-US" dirty="0"/>
              <a:t> 아닌 곳에 </a:t>
            </a:r>
            <a:r>
              <a:rPr lang="ko-KR" altLang="en-US" dirty="0" err="1"/>
              <a:t>commit이</a:t>
            </a:r>
            <a:r>
              <a:rPr lang="ko-KR" altLang="en-US" dirty="0"/>
              <a:t> 생겨 잃어버리기 쉽습니다.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3039A1-3400-31CF-6D30-EF39664D8B13}"/>
              </a:ext>
            </a:extLst>
          </p:cNvPr>
          <p:cNvSpPr txBox="1"/>
          <p:nvPr/>
        </p:nvSpPr>
        <p:spPr>
          <a:xfrm>
            <a:off x="4229100" y="5253633"/>
            <a:ext cx="609797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/>
              <a:t>detached</a:t>
            </a:r>
            <a:r>
              <a:rPr lang="ko-KR" altLang="en-US" dirty="0"/>
              <a:t> </a:t>
            </a:r>
            <a:r>
              <a:rPr lang="ko-KR" altLang="en-US" dirty="0" err="1"/>
              <a:t>HEAD는</a:t>
            </a:r>
            <a:r>
              <a:rPr lang="ko-KR" altLang="en-US" dirty="0"/>
              <a:t> 오래 머무는 상태가 아니므로, 반드시 </a:t>
            </a:r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switch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main까지</a:t>
            </a:r>
            <a:r>
              <a:rPr lang="ko-KR" altLang="en-US" dirty="0"/>
              <a:t> 해 주세요</a:t>
            </a:r>
          </a:p>
        </p:txBody>
      </p:sp>
    </p:spTree>
    <p:extLst>
      <p:ext uri="{BB962C8B-B14F-4D97-AF65-F5344CB8AC3E}">
        <p14:creationId xmlns:p14="http://schemas.microsoft.com/office/powerpoint/2010/main" val="2826283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002E6-069A-9397-8D7C-DB03A1793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CH04 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842A6-1922-5899-31C8-DA1087C43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5"/>
            <a:ext cx="8982694" cy="3948422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 CH04</a:t>
            </a:r>
            <a:r>
              <a:rPr lang="ko-KR" altLang="en-US" sz="800" dirty="0">
                <a:latin typeface="+mn-ea"/>
              </a:rPr>
              <a:t>에서 완료한 것</a:t>
            </a:r>
            <a:r>
              <a:rPr lang="en-US" altLang="ko-KR" sz="800" dirty="0">
                <a:latin typeface="+mn-ea"/>
              </a:rPr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sz="800" dirty="0">
              <a:latin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  - feature/branch-playbook </a:t>
            </a:r>
            <a:r>
              <a:rPr lang="ko-KR" altLang="en-US" sz="800" dirty="0">
                <a:latin typeface="+mn-ea"/>
              </a:rPr>
              <a:t>생성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 </a:t>
            </a:r>
            <a:r>
              <a:rPr lang="en-US" altLang="ko-KR" sz="800" dirty="0">
                <a:latin typeface="+mn-ea"/>
              </a:rPr>
              <a:t>- docs/branch-planning.md </a:t>
            </a:r>
            <a:r>
              <a:rPr lang="ko-KR" altLang="en-US" sz="800" dirty="0">
                <a:latin typeface="+mn-ea"/>
              </a:rPr>
              <a:t>추가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 </a:t>
            </a:r>
            <a:r>
              <a:rPr lang="en-US" altLang="ko-KR" sz="800" dirty="0">
                <a:latin typeface="+mn-ea"/>
              </a:rPr>
              <a:t>- remote tracking branch </a:t>
            </a:r>
            <a:r>
              <a:rPr lang="ko-KR" altLang="en-US" sz="800" dirty="0">
                <a:latin typeface="+mn-ea"/>
              </a:rPr>
              <a:t>설정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 </a:t>
            </a:r>
            <a:r>
              <a:rPr lang="en-US" altLang="ko-KR" sz="800" dirty="0">
                <a:latin typeface="+mn-ea"/>
              </a:rPr>
              <a:t>- feature/feature-flags </a:t>
            </a:r>
            <a:r>
              <a:rPr lang="ko-KR" altLang="en-US" sz="800" dirty="0">
                <a:latin typeface="+mn-ea"/>
              </a:rPr>
              <a:t>생성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 </a:t>
            </a:r>
            <a:r>
              <a:rPr lang="en-US" altLang="ko-KR" sz="800" dirty="0">
                <a:latin typeface="+mn-ea"/>
              </a:rPr>
              <a:t>- </a:t>
            </a:r>
            <a:r>
              <a:rPr lang="en-US" altLang="ko-KR" sz="800" dirty="0" err="1">
                <a:latin typeface="+mn-ea"/>
              </a:rPr>
              <a:t>src</a:t>
            </a:r>
            <a:r>
              <a:rPr lang="en-US" altLang="ko-KR" sz="800" dirty="0">
                <a:latin typeface="+mn-ea"/>
              </a:rPr>
              <a:t>/feature-</a:t>
            </a:r>
            <a:r>
              <a:rPr lang="en-US" altLang="ko-KR" sz="800" dirty="0" err="1">
                <a:latin typeface="+mn-ea"/>
              </a:rPr>
              <a:t>flags.json</a:t>
            </a:r>
            <a:r>
              <a:rPr lang="en-US" altLang="ko-KR" sz="800" dirty="0">
                <a:latin typeface="+mn-ea"/>
              </a:rPr>
              <a:t> </a:t>
            </a:r>
            <a:r>
              <a:rPr lang="ko-KR" altLang="en-US" sz="800" dirty="0">
                <a:latin typeface="+mn-ea"/>
              </a:rPr>
              <a:t>추가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 </a:t>
            </a:r>
            <a:r>
              <a:rPr lang="en-US" altLang="ko-KR" sz="800" dirty="0">
                <a:latin typeface="+mn-ea"/>
              </a:rPr>
              <a:t>- fast-forward merge </a:t>
            </a:r>
            <a:r>
              <a:rPr lang="ko-KR" altLang="en-US" sz="800" dirty="0">
                <a:latin typeface="+mn-ea"/>
              </a:rPr>
              <a:t>확인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 </a:t>
            </a:r>
            <a:r>
              <a:rPr lang="en-US" altLang="ko-KR" sz="800" dirty="0">
                <a:latin typeface="+mn-ea"/>
              </a:rPr>
              <a:t>- rebase </a:t>
            </a:r>
            <a:r>
              <a:rPr lang="ko-KR" altLang="en-US" sz="800" dirty="0">
                <a:latin typeface="+mn-ea"/>
              </a:rPr>
              <a:t>후 </a:t>
            </a:r>
            <a:r>
              <a:rPr lang="en-US" altLang="ko-KR" sz="800" dirty="0">
                <a:latin typeface="+mn-ea"/>
              </a:rPr>
              <a:t>commit SHA </a:t>
            </a:r>
            <a:r>
              <a:rPr lang="ko-KR" altLang="en-US" sz="800" dirty="0">
                <a:latin typeface="+mn-ea"/>
              </a:rPr>
              <a:t>변경 확인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 </a:t>
            </a:r>
            <a:r>
              <a:rPr lang="en-US" altLang="ko-KR" sz="800" dirty="0">
                <a:latin typeface="+mn-ea"/>
              </a:rPr>
              <a:t>- --force-with-lease </a:t>
            </a:r>
            <a:r>
              <a:rPr lang="ko-KR" altLang="en-US" sz="800" dirty="0">
                <a:latin typeface="+mn-ea"/>
              </a:rPr>
              <a:t>사용 이유 확인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 </a:t>
            </a:r>
            <a:r>
              <a:rPr lang="en-US" altLang="ko-KR" sz="800" dirty="0">
                <a:latin typeface="+mn-ea"/>
              </a:rPr>
              <a:t>- feature/feature-flags</a:t>
            </a:r>
            <a:r>
              <a:rPr lang="ko-KR" altLang="en-US" sz="800" dirty="0">
                <a:latin typeface="+mn-ea"/>
              </a:rPr>
              <a:t>를 </a:t>
            </a:r>
            <a:r>
              <a:rPr lang="en-US" altLang="ko-KR" sz="800" dirty="0">
                <a:latin typeface="+mn-ea"/>
              </a:rPr>
              <a:t>main</a:t>
            </a:r>
            <a:r>
              <a:rPr lang="ko-KR" altLang="en-US" sz="800" dirty="0">
                <a:latin typeface="+mn-ea"/>
              </a:rPr>
              <a:t>에 반영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 </a:t>
            </a:r>
            <a:r>
              <a:rPr lang="en-US" altLang="ko-KR" sz="800" dirty="0">
                <a:latin typeface="+mn-ea"/>
              </a:rPr>
              <a:t>- detached HEAD </a:t>
            </a:r>
            <a:r>
              <a:rPr lang="ko-KR" altLang="en-US" sz="800" dirty="0">
                <a:latin typeface="+mn-ea"/>
              </a:rPr>
              <a:t>체험 후 </a:t>
            </a:r>
            <a:r>
              <a:rPr lang="en-US" altLang="ko-KR" sz="800" dirty="0">
                <a:latin typeface="+mn-ea"/>
              </a:rPr>
              <a:t>main </a:t>
            </a:r>
            <a:r>
              <a:rPr lang="ko-KR" altLang="en-US" sz="800" dirty="0">
                <a:latin typeface="+mn-ea"/>
              </a:rPr>
              <a:t>복귀</a:t>
            </a:r>
            <a:endParaRPr lang="en-US" altLang="ko-KR" sz="800" dirty="0">
              <a:latin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sz="800" dirty="0">
              <a:latin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CH04 </a:t>
            </a:r>
            <a:r>
              <a:rPr lang="ko-KR" altLang="en-US" sz="800" dirty="0">
                <a:latin typeface="+mn-ea"/>
              </a:rPr>
              <a:t>종료 질문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ko-KR" altLang="en-US" sz="800" dirty="0">
              <a:latin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 짧게 답해 보세요</a:t>
            </a:r>
            <a:r>
              <a:rPr lang="en-US" altLang="ko-KR" sz="8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sz="800" dirty="0">
              <a:latin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  1. branch</a:t>
            </a:r>
            <a:r>
              <a:rPr lang="ko-KR" altLang="en-US" sz="800" dirty="0">
                <a:latin typeface="+mn-ea"/>
              </a:rPr>
              <a:t>는 폴더 복사인가요</a:t>
            </a:r>
            <a:r>
              <a:rPr lang="en-US" altLang="ko-KR" sz="800" dirty="0">
                <a:latin typeface="+mn-ea"/>
              </a:rPr>
              <a:t>, </a:t>
            </a:r>
            <a:r>
              <a:rPr lang="ko-KR" altLang="en-US" sz="800" dirty="0">
                <a:latin typeface="+mn-ea"/>
              </a:rPr>
              <a:t>아니면 무엇인가요</a:t>
            </a:r>
            <a:r>
              <a:rPr lang="en-US" altLang="ko-KR" sz="800" dirty="0">
                <a:latin typeface="+mn-ea"/>
              </a:rPr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branch</a:t>
            </a:r>
            <a:r>
              <a:rPr lang="ko-KR" altLang="en-US" sz="800" dirty="0">
                <a:latin typeface="+mn-ea"/>
              </a:rPr>
              <a:t>는 폴더 복사본이 아니라 특정 </a:t>
            </a:r>
            <a:r>
              <a:rPr lang="en-US" altLang="ko-KR" sz="800" dirty="0">
                <a:latin typeface="+mn-ea"/>
              </a:rPr>
              <a:t>commit</a:t>
            </a:r>
            <a:r>
              <a:rPr lang="ko-KR" altLang="en-US" sz="800" dirty="0">
                <a:latin typeface="+mn-ea"/>
              </a:rPr>
              <a:t>을 가리키는 움직이는 </a:t>
            </a:r>
            <a:r>
              <a:rPr lang="en-US" altLang="ko-KR" sz="800" dirty="0">
                <a:latin typeface="+mn-ea"/>
              </a:rPr>
              <a:t>ref</a:t>
            </a:r>
            <a:r>
              <a:rPr lang="ko-KR" altLang="en-US" sz="800" dirty="0">
                <a:latin typeface="+mn-ea"/>
              </a:rPr>
              <a:t>다</a:t>
            </a:r>
            <a:r>
              <a:rPr lang="en-US" altLang="ko-KR" sz="800" dirty="0">
                <a:latin typeface="+mn-ea"/>
              </a:rPr>
              <a:t>. </a:t>
            </a:r>
            <a:r>
              <a:rPr lang="ko-KR" altLang="en-US" sz="800" dirty="0">
                <a:latin typeface="+mn-ea"/>
              </a:rPr>
              <a:t>새 </a:t>
            </a:r>
            <a:r>
              <a:rPr lang="en-US" altLang="ko-KR" sz="800" dirty="0">
                <a:latin typeface="+mn-ea"/>
              </a:rPr>
              <a:t>commit</a:t>
            </a:r>
            <a:r>
              <a:rPr lang="ko-KR" altLang="en-US" sz="800" dirty="0">
                <a:latin typeface="+mn-ea"/>
              </a:rPr>
              <a:t>이 생기면 해당 </a:t>
            </a:r>
            <a:r>
              <a:rPr lang="en-US" altLang="ko-KR" sz="800" dirty="0">
                <a:latin typeface="+mn-ea"/>
              </a:rPr>
              <a:t>branch ref</a:t>
            </a:r>
            <a:r>
              <a:rPr lang="ko-KR" altLang="en-US" sz="800" dirty="0">
                <a:latin typeface="+mn-ea"/>
              </a:rPr>
              <a:t>가 앞으로 이동한다</a:t>
            </a:r>
            <a:endParaRPr lang="en-US" altLang="ko-KR" sz="800" dirty="0">
              <a:latin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  2. switch</a:t>
            </a:r>
            <a:r>
              <a:rPr lang="ko-KR" altLang="en-US" sz="800" dirty="0">
                <a:latin typeface="+mn-ea"/>
              </a:rPr>
              <a:t>와 </a:t>
            </a:r>
            <a:r>
              <a:rPr lang="en-US" altLang="ko-KR" sz="800" dirty="0">
                <a:latin typeface="+mn-ea"/>
              </a:rPr>
              <a:t>checkout</a:t>
            </a:r>
            <a:r>
              <a:rPr lang="ko-KR" altLang="en-US" sz="800" dirty="0">
                <a:latin typeface="+mn-ea"/>
              </a:rPr>
              <a:t>을 구분해서 쓰는 이유는 무엇인가요</a:t>
            </a:r>
            <a:r>
              <a:rPr lang="en-US" altLang="ko-KR" sz="800" dirty="0">
                <a:latin typeface="+mn-ea"/>
              </a:rPr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`switch`</a:t>
            </a:r>
            <a:r>
              <a:rPr lang="ko-KR" altLang="en-US" sz="800" dirty="0">
                <a:latin typeface="+mn-ea"/>
              </a:rPr>
              <a:t>는 </a:t>
            </a:r>
            <a:r>
              <a:rPr lang="en-US" altLang="ko-KR" sz="800" dirty="0">
                <a:latin typeface="+mn-ea"/>
              </a:rPr>
              <a:t>branch </a:t>
            </a:r>
            <a:r>
              <a:rPr lang="ko-KR" altLang="en-US" sz="800" dirty="0">
                <a:latin typeface="+mn-ea"/>
              </a:rPr>
              <a:t>이동과 생성에 집중한 명령이다</a:t>
            </a:r>
            <a:r>
              <a:rPr lang="en-US" altLang="ko-KR" sz="800" dirty="0">
                <a:latin typeface="+mn-ea"/>
              </a:rPr>
              <a:t>. `checkout`</a:t>
            </a:r>
            <a:r>
              <a:rPr lang="ko-KR" altLang="en-US" sz="800" dirty="0">
                <a:latin typeface="+mn-ea"/>
              </a:rPr>
              <a:t>은 </a:t>
            </a:r>
            <a:r>
              <a:rPr lang="en-US" altLang="ko-KR" sz="800" dirty="0">
                <a:latin typeface="+mn-ea"/>
              </a:rPr>
              <a:t>branch </a:t>
            </a:r>
            <a:r>
              <a:rPr lang="ko-KR" altLang="en-US" sz="800" dirty="0">
                <a:latin typeface="+mn-ea"/>
              </a:rPr>
              <a:t>이동</a:t>
            </a:r>
            <a:r>
              <a:rPr lang="en-US" altLang="ko-KR" sz="800" dirty="0">
                <a:latin typeface="+mn-ea"/>
              </a:rPr>
              <a:t>, commit checkout, </a:t>
            </a:r>
            <a:r>
              <a:rPr lang="ko-KR" altLang="en-US" sz="800" dirty="0">
                <a:latin typeface="+mn-ea"/>
              </a:rPr>
              <a:t>파일 복구 등 여러 기능을 함께 갖고 있어 초보자에게 혼동될 수 있다</a:t>
            </a:r>
            <a:r>
              <a:rPr lang="en-US" altLang="ko-KR" sz="8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  3. fast-forward merge</a:t>
            </a:r>
            <a:r>
              <a:rPr lang="ko-KR" altLang="en-US" sz="800" dirty="0">
                <a:latin typeface="+mn-ea"/>
              </a:rPr>
              <a:t>는 어떤 상황에서 가능한가요</a:t>
            </a:r>
            <a:r>
              <a:rPr lang="en-US" altLang="ko-KR" sz="800" dirty="0">
                <a:latin typeface="+mn-ea"/>
              </a:rPr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fast-forward merge</a:t>
            </a:r>
            <a:r>
              <a:rPr lang="ko-KR" altLang="en-US" sz="800" dirty="0">
                <a:latin typeface="+mn-ea"/>
              </a:rPr>
              <a:t>는 </a:t>
            </a:r>
            <a:r>
              <a:rPr lang="en-US" altLang="ko-KR" sz="800" dirty="0">
                <a:latin typeface="+mn-ea"/>
              </a:rPr>
              <a:t>target branch</a:t>
            </a:r>
            <a:r>
              <a:rPr lang="ko-KR" altLang="en-US" sz="800" dirty="0">
                <a:latin typeface="+mn-ea"/>
              </a:rPr>
              <a:t>가 </a:t>
            </a:r>
            <a:r>
              <a:rPr lang="en-US" altLang="ko-KR" sz="800" dirty="0">
                <a:latin typeface="+mn-ea"/>
              </a:rPr>
              <a:t>feature branch</a:t>
            </a:r>
            <a:r>
              <a:rPr lang="ko-KR" altLang="en-US" sz="800" dirty="0">
                <a:latin typeface="+mn-ea"/>
              </a:rPr>
              <a:t>의 조상 </a:t>
            </a:r>
            <a:r>
              <a:rPr lang="en-US" altLang="ko-KR" sz="800" dirty="0">
                <a:latin typeface="+mn-ea"/>
              </a:rPr>
              <a:t>commit</a:t>
            </a:r>
            <a:r>
              <a:rPr lang="ko-KR" altLang="en-US" sz="800" dirty="0">
                <a:latin typeface="+mn-ea"/>
              </a:rPr>
              <a:t>에 있을 때 가능하다</a:t>
            </a:r>
            <a:r>
              <a:rPr lang="en-US" altLang="ko-KR" sz="800" dirty="0">
                <a:latin typeface="+mn-ea"/>
              </a:rPr>
              <a:t>. </a:t>
            </a:r>
            <a:r>
              <a:rPr lang="ko-KR" altLang="en-US" sz="800" dirty="0">
                <a:latin typeface="+mn-ea"/>
              </a:rPr>
              <a:t>이 경우 </a:t>
            </a:r>
            <a:r>
              <a:rPr lang="en-US" altLang="ko-KR" sz="800" dirty="0">
                <a:latin typeface="+mn-ea"/>
              </a:rPr>
              <a:t>Git</a:t>
            </a:r>
            <a:r>
              <a:rPr lang="ko-KR" altLang="en-US" sz="800" dirty="0">
                <a:latin typeface="+mn-ea"/>
              </a:rPr>
              <a:t>은 새 </a:t>
            </a:r>
            <a:r>
              <a:rPr lang="en-US" altLang="ko-KR" sz="800" dirty="0">
                <a:latin typeface="+mn-ea"/>
              </a:rPr>
              <a:t>merge commit</a:t>
            </a:r>
            <a:r>
              <a:rPr lang="ko-KR" altLang="en-US" sz="800" dirty="0">
                <a:latin typeface="+mn-ea"/>
              </a:rPr>
              <a:t>을 만들지 않고 </a:t>
            </a:r>
            <a:r>
              <a:rPr lang="en-US" altLang="ko-KR" sz="800" dirty="0">
                <a:latin typeface="+mn-ea"/>
              </a:rPr>
              <a:t>target branch pointer</a:t>
            </a:r>
            <a:r>
              <a:rPr lang="ko-KR" altLang="en-US" sz="800" dirty="0">
                <a:latin typeface="+mn-ea"/>
              </a:rPr>
              <a:t>만 </a:t>
            </a:r>
            <a:r>
              <a:rPr lang="en-US" altLang="ko-KR" sz="800" dirty="0">
                <a:latin typeface="+mn-ea"/>
              </a:rPr>
              <a:t>feature branch commit</a:t>
            </a:r>
            <a:r>
              <a:rPr lang="ko-KR" altLang="en-US" sz="800" dirty="0">
                <a:latin typeface="+mn-ea"/>
              </a:rPr>
              <a:t>으로 앞으로 이동한다</a:t>
            </a:r>
            <a:endParaRPr lang="en-US" altLang="ko-KR" sz="800" dirty="0">
              <a:latin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  4. rebase </a:t>
            </a:r>
            <a:r>
              <a:rPr lang="ko-KR" altLang="en-US" sz="800" dirty="0">
                <a:latin typeface="+mn-ea"/>
              </a:rPr>
              <a:t>후 </a:t>
            </a:r>
            <a:r>
              <a:rPr lang="en-US" altLang="ko-KR" sz="800" dirty="0">
                <a:latin typeface="+mn-ea"/>
              </a:rPr>
              <a:t>commit SHA</a:t>
            </a:r>
            <a:r>
              <a:rPr lang="ko-KR" altLang="en-US" sz="800" dirty="0">
                <a:latin typeface="+mn-ea"/>
              </a:rPr>
              <a:t>가 바뀌는 이유는 무엇인가요</a:t>
            </a:r>
            <a:r>
              <a:rPr lang="en-US" altLang="ko-KR" sz="800" dirty="0">
                <a:latin typeface="+mn-ea"/>
              </a:rPr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rebase</a:t>
            </a:r>
            <a:r>
              <a:rPr lang="ko-KR" altLang="en-US" sz="800" dirty="0">
                <a:latin typeface="+mn-ea"/>
              </a:rPr>
              <a:t>는 기존 </a:t>
            </a:r>
            <a:r>
              <a:rPr lang="en-US" altLang="ko-KR" sz="800" dirty="0">
                <a:latin typeface="+mn-ea"/>
              </a:rPr>
              <a:t>commit</a:t>
            </a:r>
            <a:r>
              <a:rPr lang="ko-KR" altLang="en-US" sz="800" dirty="0">
                <a:latin typeface="+mn-ea"/>
              </a:rPr>
              <a:t>을 새 </a:t>
            </a:r>
            <a:r>
              <a:rPr lang="en-US" altLang="ko-KR" sz="800" dirty="0">
                <a:latin typeface="+mn-ea"/>
              </a:rPr>
              <a:t>base </a:t>
            </a:r>
            <a:r>
              <a:rPr lang="ko-KR" altLang="en-US" sz="800" dirty="0">
                <a:latin typeface="+mn-ea"/>
              </a:rPr>
              <a:t>위에 다시 적용하면서 새 </a:t>
            </a:r>
            <a:r>
              <a:rPr lang="en-US" altLang="ko-KR" sz="800" dirty="0">
                <a:latin typeface="+mn-ea"/>
              </a:rPr>
              <a:t>commit object</a:t>
            </a:r>
            <a:r>
              <a:rPr lang="ko-KR" altLang="en-US" sz="800" dirty="0">
                <a:latin typeface="+mn-ea"/>
              </a:rPr>
              <a:t>를 만든다</a:t>
            </a:r>
            <a:r>
              <a:rPr lang="en-US" altLang="ko-KR" sz="800" dirty="0">
                <a:latin typeface="+mn-ea"/>
              </a:rPr>
              <a:t>. </a:t>
            </a:r>
            <a:r>
              <a:rPr lang="ko-KR" altLang="en-US" sz="800" dirty="0">
                <a:latin typeface="+mn-ea"/>
              </a:rPr>
              <a:t>그래서 변경 내용이 같아도 </a:t>
            </a:r>
            <a:r>
              <a:rPr lang="en-US" altLang="ko-KR" sz="800" dirty="0">
                <a:latin typeface="+mn-ea"/>
              </a:rPr>
              <a:t>commit SHA</a:t>
            </a:r>
            <a:r>
              <a:rPr lang="ko-KR" altLang="en-US" sz="800" dirty="0">
                <a:latin typeface="+mn-ea"/>
              </a:rPr>
              <a:t>가 바뀐다</a:t>
            </a:r>
            <a:r>
              <a:rPr lang="en-US" altLang="ko-KR" sz="8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  5. </a:t>
            </a:r>
            <a:r>
              <a:rPr lang="ko-KR" altLang="en-US" sz="800" dirty="0">
                <a:latin typeface="+mn-ea"/>
              </a:rPr>
              <a:t>이미 </a:t>
            </a:r>
            <a:r>
              <a:rPr lang="en-US" altLang="ko-KR" sz="800" dirty="0">
                <a:latin typeface="+mn-ea"/>
              </a:rPr>
              <a:t>remote</a:t>
            </a:r>
            <a:r>
              <a:rPr lang="ko-KR" altLang="en-US" sz="800" dirty="0">
                <a:latin typeface="+mn-ea"/>
              </a:rPr>
              <a:t>에 올린 </a:t>
            </a:r>
            <a:r>
              <a:rPr lang="en-US" altLang="ko-KR" sz="800" dirty="0">
                <a:latin typeface="+mn-ea"/>
              </a:rPr>
              <a:t>branch</a:t>
            </a:r>
            <a:r>
              <a:rPr lang="ko-KR" altLang="en-US" sz="800" dirty="0">
                <a:latin typeface="+mn-ea"/>
              </a:rPr>
              <a:t>를 </a:t>
            </a:r>
            <a:r>
              <a:rPr lang="en-US" altLang="ko-KR" sz="800" dirty="0">
                <a:latin typeface="+mn-ea"/>
              </a:rPr>
              <a:t>rebase</a:t>
            </a:r>
            <a:r>
              <a:rPr lang="ko-KR" altLang="en-US" sz="800" dirty="0">
                <a:latin typeface="+mn-ea"/>
              </a:rPr>
              <a:t>한 뒤 </a:t>
            </a:r>
            <a:r>
              <a:rPr lang="en-US" altLang="ko-KR" sz="800" dirty="0">
                <a:latin typeface="+mn-ea"/>
              </a:rPr>
              <a:t>--force-with-lease</a:t>
            </a:r>
            <a:r>
              <a:rPr lang="ko-KR" altLang="en-US" sz="800" dirty="0">
                <a:latin typeface="+mn-ea"/>
              </a:rPr>
              <a:t>가 필요한 이유는 무엇인가요</a:t>
            </a:r>
            <a:r>
              <a:rPr lang="en-US" altLang="ko-KR" sz="800" dirty="0">
                <a:latin typeface="+mn-ea"/>
              </a:rPr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sz="800" dirty="0">
                <a:latin typeface="+mn-ea"/>
              </a:rPr>
              <a:t> 이미 </a:t>
            </a:r>
            <a:r>
              <a:rPr lang="en-US" altLang="ko-KR" sz="800" dirty="0">
                <a:latin typeface="+mn-ea"/>
              </a:rPr>
              <a:t>remote</a:t>
            </a:r>
            <a:r>
              <a:rPr lang="ko-KR" altLang="en-US" sz="800" dirty="0">
                <a:latin typeface="+mn-ea"/>
              </a:rPr>
              <a:t>에 올린 </a:t>
            </a:r>
            <a:r>
              <a:rPr lang="en-US" altLang="ko-KR" sz="800" dirty="0">
                <a:latin typeface="+mn-ea"/>
              </a:rPr>
              <a:t>branch</a:t>
            </a:r>
            <a:r>
              <a:rPr lang="ko-KR" altLang="en-US" sz="800" dirty="0">
                <a:latin typeface="+mn-ea"/>
              </a:rPr>
              <a:t>를 </a:t>
            </a:r>
            <a:r>
              <a:rPr lang="en-US" altLang="ko-KR" sz="800" dirty="0">
                <a:latin typeface="+mn-ea"/>
              </a:rPr>
              <a:t>rebase</a:t>
            </a:r>
            <a:r>
              <a:rPr lang="ko-KR" altLang="en-US" sz="800" dirty="0">
                <a:latin typeface="+mn-ea"/>
              </a:rPr>
              <a:t>하면 </a:t>
            </a:r>
            <a:r>
              <a:rPr lang="en-US" altLang="ko-KR" sz="800" dirty="0">
                <a:latin typeface="+mn-ea"/>
              </a:rPr>
              <a:t>local history</a:t>
            </a:r>
            <a:r>
              <a:rPr lang="ko-KR" altLang="en-US" sz="800" dirty="0">
                <a:latin typeface="+mn-ea"/>
              </a:rPr>
              <a:t>와 </a:t>
            </a:r>
            <a:r>
              <a:rPr lang="en-US" altLang="ko-KR" sz="800" dirty="0">
                <a:latin typeface="+mn-ea"/>
              </a:rPr>
              <a:t>remote history</a:t>
            </a:r>
            <a:r>
              <a:rPr lang="ko-KR" altLang="en-US" sz="800" dirty="0">
                <a:latin typeface="+mn-ea"/>
              </a:rPr>
              <a:t>가 달라진다</a:t>
            </a:r>
            <a:r>
              <a:rPr lang="en-US" altLang="ko-KR" sz="800" dirty="0">
                <a:latin typeface="+mn-ea"/>
              </a:rPr>
              <a:t>. </a:t>
            </a:r>
            <a:r>
              <a:rPr lang="ko-KR" altLang="en-US" sz="800" dirty="0">
                <a:latin typeface="+mn-ea"/>
              </a:rPr>
              <a:t>일반 </a:t>
            </a:r>
            <a:r>
              <a:rPr lang="en-US" altLang="ko-KR" sz="800" dirty="0">
                <a:latin typeface="+mn-ea"/>
              </a:rPr>
              <a:t>push</a:t>
            </a:r>
            <a:r>
              <a:rPr lang="ko-KR" altLang="en-US" sz="800" dirty="0">
                <a:latin typeface="+mn-ea"/>
              </a:rPr>
              <a:t>는 막힐 수 있고</a:t>
            </a:r>
            <a:r>
              <a:rPr lang="en-US" altLang="ko-KR" sz="800" dirty="0">
                <a:latin typeface="+mn-ea"/>
              </a:rPr>
              <a:t>, `--force-with-lease`</a:t>
            </a:r>
            <a:r>
              <a:rPr lang="ko-KR" altLang="en-US" sz="800" dirty="0">
                <a:latin typeface="+mn-ea"/>
              </a:rPr>
              <a:t>는 </a:t>
            </a:r>
            <a:r>
              <a:rPr lang="en-US" altLang="ko-KR" sz="800" dirty="0">
                <a:latin typeface="+mn-ea"/>
              </a:rPr>
              <a:t>remote</a:t>
            </a:r>
            <a:r>
              <a:rPr lang="ko-KR" altLang="en-US" sz="800" dirty="0">
                <a:latin typeface="+mn-ea"/>
              </a:rPr>
              <a:t>가 내가 마지막으로 알고 있던 상태일 때만 안전하게 업데이트한다</a:t>
            </a:r>
            <a:r>
              <a:rPr lang="en-US" altLang="ko-KR" sz="8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  6. detached HEAD </a:t>
            </a:r>
            <a:r>
              <a:rPr lang="ko-KR" altLang="en-US" sz="800" dirty="0">
                <a:latin typeface="+mn-ea"/>
              </a:rPr>
              <a:t>상태에서 새 </a:t>
            </a:r>
            <a:r>
              <a:rPr lang="en-US" altLang="ko-KR" sz="800" dirty="0">
                <a:latin typeface="+mn-ea"/>
              </a:rPr>
              <a:t>commit</a:t>
            </a:r>
            <a:r>
              <a:rPr lang="ko-KR" altLang="en-US" sz="800" dirty="0">
                <a:latin typeface="+mn-ea"/>
              </a:rPr>
              <a:t>을 만들면 왜 조심해야 하나요</a:t>
            </a:r>
            <a:r>
              <a:rPr lang="en-US" altLang="ko-KR" sz="800" dirty="0">
                <a:latin typeface="+mn-ea"/>
              </a:rPr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sz="800" dirty="0">
                <a:latin typeface="+mn-ea"/>
              </a:rPr>
              <a:t>detached HEAD</a:t>
            </a:r>
            <a:r>
              <a:rPr lang="ko-KR" altLang="en-US" sz="800" dirty="0">
                <a:latin typeface="+mn-ea"/>
              </a:rPr>
              <a:t>는 </a:t>
            </a:r>
            <a:r>
              <a:rPr lang="en-US" altLang="ko-KR" sz="800" dirty="0">
                <a:latin typeface="+mn-ea"/>
              </a:rPr>
              <a:t>branch</a:t>
            </a:r>
            <a:r>
              <a:rPr lang="ko-KR" altLang="en-US" sz="800" dirty="0">
                <a:latin typeface="+mn-ea"/>
              </a:rPr>
              <a:t>가 아니라 특정 </a:t>
            </a:r>
            <a:r>
              <a:rPr lang="en-US" altLang="ko-KR" sz="800" dirty="0">
                <a:latin typeface="+mn-ea"/>
              </a:rPr>
              <a:t>commit</a:t>
            </a:r>
            <a:r>
              <a:rPr lang="ko-KR" altLang="en-US" sz="800" dirty="0">
                <a:latin typeface="+mn-ea"/>
              </a:rPr>
              <a:t>을 직접 보고 있는 상태다</a:t>
            </a:r>
            <a:r>
              <a:rPr lang="en-US" altLang="ko-KR" sz="800" dirty="0">
                <a:latin typeface="+mn-ea"/>
              </a:rPr>
              <a:t>. </a:t>
            </a:r>
            <a:r>
              <a:rPr lang="ko-KR" altLang="en-US" sz="800" dirty="0">
                <a:latin typeface="+mn-ea"/>
              </a:rPr>
              <a:t>이 상태에서 새 </a:t>
            </a:r>
            <a:r>
              <a:rPr lang="en-US" altLang="ko-KR" sz="800" dirty="0">
                <a:latin typeface="+mn-ea"/>
              </a:rPr>
              <a:t>commit</a:t>
            </a:r>
            <a:r>
              <a:rPr lang="ko-KR" altLang="en-US" sz="800" dirty="0">
                <a:latin typeface="+mn-ea"/>
              </a:rPr>
              <a:t>을 만들면 </a:t>
            </a:r>
            <a:r>
              <a:rPr lang="en-US" altLang="ko-KR" sz="800" dirty="0">
                <a:latin typeface="+mn-ea"/>
              </a:rPr>
              <a:t>branch </a:t>
            </a:r>
            <a:r>
              <a:rPr lang="ko-KR" altLang="en-US" sz="800" dirty="0">
                <a:latin typeface="+mn-ea"/>
              </a:rPr>
              <a:t>이름이 그 </a:t>
            </a:r>
            <a:r>
              <a:rPr lang="en-US" altLang="ko-KR" sz="800" dirty="0">
                <a:latin typeface="+mn-ea"/>
              </a:rPr>
              <a:t>commit</a:t>
            </a:r>
            <a:r>
              <a:rPr lang="ko-KR" altLang="en-US" sz="800" dirty="0">
                <a:latin typeface="+mn-ea"/>
              </a:rPr>
              <a:t>을 붙잡고 있지 않아 나중에 잃어버리기 쉬우므로 주의해야 한다</a:t>
            </a:r>
            <a:r>
              <a:rPr lang="en-US" altLang="ko-KR" sz="800" dirty="0">
                <a:latin typeface="+mn-ea"/>
              </a:rPr>
              <a:t>.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769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4546</Words>
  <Application>Microsoft Office PowerPoint</Application>
  <PresentationFormat>와이드스크린</PresentationFormat>
  <Paragraphs>830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Ch04 Branch Strategy and Sync Decisions</vt:lpstr>
      <vt:lpstr>Content</vt:lpstr>
      <vt:lpstr>Step 1. 왜 feature branch를 만드는가</vt:lpstr>
      <vt:lpstr>Step 2. branch planning 파일 추가</vt:lpstr>
      <vt:lpstr>Step 3. 두번째 branch 만들기</vt:lpstr>
      <vt:lpstr>Step 4. 앞선 commit merge 하기</vt:lpstr>
      <vt:lpstr>Step 5. rebase 하기</vt:lpstr>
      <vt:lpstr>Step 6. detached</vt:lpstr>
      <vt:lpstr>CH04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Hyun-Jung Kim</dc:creator>
  <cp:lastModifiedBy>Hyun-Jung Kim</cp:lastModifiedBy>
  <cp:revision>1</cp:revision>
  <dcterms:created xsi:type="dcterms:W3CDTF">2026-04-26T18:44:31Z</dcterms:created>
  <dcterms:modified xsi:type="dcterms:W3CDTF">2026-04-26T21:44:48Z</dcterms:modified>
</cp:coreProperties>
</file>