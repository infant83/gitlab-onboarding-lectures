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BFF6F4-B902-4677-8F8B-43320571C48D}" v="21" dt="2026-04-26T13:07:45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3" autoAdjust="0"/>
    <p:restoredTop sz="88121" autoAdjust="0"/>
  </p:normalViewPr>
  <p:slideViewPr>
    <p:cSldViewPr snapToGrid="0" showGuides="1">
      <p:cViewPr>
        <p:scale>
          <a:sx n="100" d="100"/>
          <a:sy n="100" d="100"/>
        </p:scale>
        <p:origin x="68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-Jung Kim" userId="1116f478dadc471e" providerId="LiveId" clId="{13B27E1A-C8B4-4596-868C-AB25C79F61AF}"/>
    <pc:docChg chg="custSel addSld modSld">
      <pc:chgData name="Hyun-Jung Kim" userId="1116f478dadc471e" providerId="LiveId" clId="{13B27E1A-C8B4-4596-868C-AB25C79F61AF}" dt="2026-04-26T13:13:57.463" v="349" actId="20577"/>
      <pc:docMkLst>
        <pc:docMk/>
      </pc:docMkLst>
      <pc:sldChg chg="modSp mod">
        <pc:chgData name="Hyun-Jung Kim" userId="1116f478dadc471e" providerId="LiveId" clId="{13B27E1A-C8B4-4596-868C-AB25C79F61AF}" dt="2026-04-26T13:13:57.463" v="349" actId="20577"/>
        <pc:sldMkLst>
          <pc:docMk/>
          <pc:sldMk cId="129991358" sldId="256"/>
        </pc:sldMkLst>
        <pc:spChg chg="mod">
          <ac:chgData name="Hyun-Jung Kim" userId="1116f478dadc471e" providerId="LiveId" clId="{13B27E1A-C8B4-4596-868C-AB25C79F61AF}" dt="2026-04-26T13:13:57.463" v="349" actId="20577"/>
          <ac:spMkLst>
            <pc:docMk/>
            <pc:sldMk cId="129991358" sldId="256"/>
            <ac:spMk id="2" creationId="{B13690E7-63FE-2A11-E213-DFE43780AACF}"/>
          </ac:spMkLst>
        </pc:spChg>
      </pc:sldChg>
      <pc:sldChg chg="modSp mod">
        <pc:chgData name="Hyun-Jung Kim" userId="1116f478dadc471e" providerId="LiveId" clId="{13B27E1A-C8B4-4596-868C-AB25C79F61AF}" dt="2026-04-26T12:41:47.128" v="210" actId="20577"/>
        <pc:sldMkLst>
          <pc:docMk/>
          <pc:sldMk cId="2870647349" sldId="259"/>
        </pc:sldMkLst>
        <pc:spChg chg="mod">
          <ac:chgData name="Hyun-Jung Kim" userId="1116f478dadc471e" providerId="LiveId" clId="{13B27E1A-C8B4-4596-868C-AB25C79F61AF}" dt="2026-04-26T12:41:47.128" v="210" actId="20577"/>
          <ac:spMkLst>
            <pc:docMk/>
            <pc:sldMk cId="2870647349" sldId="259"/>
            <ac:spMk id="2" creationId="{7362074D-6264-7580-CB22-EF650F108E24}"/>
          </ac:spMkLst>
        </pc:spChg>
      </pc:sldChg>
      <pc:sldChg chg="addSp modSp mod">
        <pc:chgData name="Hyun-Jung Kim" userId="1116f478dadc471e" providerId="LiveId" clId="{13B27E1A-C8B4-4596-868C-AB25C79F61AF}" dt="2026-04-26T12:41:49.580" v="211" actId="20577"/>
        <pc:sldMkLst>
          <pc:docMk/>
          <pc:sldMk cId="1934929944" sldId="260"/>
        </pc:sldMkLst>
        <pc:spChg chg="mod">
          <ac:chgData name="Hyun-Jung Kim" userId="1116f478dadc471e" providerId="LiveId" clId="{13B27E1A-C8B4-4596-868C-AB25C79F61AF}" dt="2026-04-26T12:41:49.580" v="211" actId="20577"/>
          <ac:spMkLst>
            <pc:docMk/>
            <pc:sldMk cId="1934929944" sldId="260"/>
            <ac:spMk id="2" creationId="{529A1073-A5EB-A1BC-812E-6F25AF8BECB4}"/>
          </ac:spMkLst>
        </pc:spChg>
        <pc:spChg chg="mod">
          <ac:chgData name="Hyun-Jung Kim" userId="1116f478dadc471e" providerId="LiveId" clId="{13B27E1A-C8B4-4596-868C-AB25C79F61AF}" dt="2026-04-26T12:29:20.764" v="115" actId="20577"/>
          <ac:spMkLst>
            <pc:docMk/>
            <pc:sldMk cId="1934929944" sldId="260"/>
            <ac:spMk id="5" creationId="{9DF1528A-83D3-FE20-E055-3D4C7A0FDFC0}"/>
          </ac:spMkLst>
        </pc:spChg>
        <pc:spChg chg="add mod">
          <ac:chgData name="Hyun-Jung Kim" userId="1116f478dadc471e" providerId="LiveId" clId="{13B27E1A-C8B4-4596-868C-AB25C79F61AF}" dt="2026-04-26T12:29:40.036" v="122" actId="14100"/>
          <ac:spMkLst>
            <pc:docMk/>
            <pc:sldMk cId="1934929944" sldId="260"/>
            <ac:spMk id="7" creationId="{5E41E06E-EBCA-F5CD-3131-574BAAF44EB1}"/>
          </ac:spMkLst>
        </pc:spChg>
      </pc:sldChg>
      <pc:sldChg chg="addSp delSp modSp add mod modNotesTx">
        <pc:chgData name="Hyun-Jung Kim" userId="1116f478dadc471e" providerId="LiveId" clId="{13B27E1A-C8B4-4596-868C-AB25C79F61AF}" dt="2026-04-26T12:41:52.271" v="212" actId="20577"/>
        <pc:sldMkLst>
          <pc:docMk/>
          <pc:sldMk cId="975027543" sldId="261"/>
        </pc:sldMkLst>
        <pc:spChg chg="mod">
          <ac:chgData name="Hyun-Jung Kim" userId="1116f478dadc471e" providerId="LiveId" clId="{13B27E1A-C8B4-4596-868C-AB25C79F61AF}" dt="2026-04-26T12:41:52.271" v="212" actId="20577"/>
          <ac:spMkLst>
            <pc:docMk/>
            <pc:sldMk cId="975027543" sldId="261"/>
            <ac:spMk id="2" creationId="{47DEAE4E-54F2-463C-BD3A-8391978F60D0}"/>
          </ac:spMkLst>
        </pc:spChg>
        <pc:spChg chg="add del mod">
          <ac:chgData name="Hyun-Jung Kim" userId="1116f478dadc471e" providerId="LiveId" clId="{13B27E1A-C8B4-4596-868C-AB25C79F61AF}" dt="2026-04-26T12:37:42.122" v="158" actId="21"/>
          <ac:spMkLst>
            <pc:docMk/>
            <pc:sldMk cId="975027543" sldId="261"/>
            <ac:spMk id="4" creationId="{FB665B93-1036-F75B-0047-B46A06FBD7E2}"/>
          </ac:spMkLst>
        </pc:spChg>
        <pc:spChg chg="mod">
          <ac:chgData name="Hyun-Jung Kim" userId="1116f478dadc471e" providerId="LiveId" clId="{13B27E1A-C8B4-4596-868C-AB25C79F61AF}" dt="2026-04-26T12:32:54.247" v="149" actId="5793"/>
          <ac:spMkLst>
            <pc:docMk/>
            <pc:sldMk cId="975027543" sldId="261"/>
            <ac:spMk id="5" creationId="{CEEC6A26-59F4-B6BC-A487-DFD0E722D8B8}"/>
          </ac:spMkLst>
        </pc:spChg>
        <pc:spChg chg="del">
          <ac:chgData name="Hyun-Jung Kim" userId="1116f478dadc471e" providerId="LiveId" clId="{13B27E1A-C8B4-4596-868C-AB25C79F61AF}" dt="2026-04-26T12:31:01.227" v="137" actId="478"/>
          <ac:spMkLst>
            <pc:docMk/>
            <pc:sldMk cId="975027543" sldId="261"/>
            <ac:spMk id="7" creationId="{07BC5C7B-2BD9-D850-8091-72AC47F9D852}"/>
          </ac:spMkLst>
        </pc:spChg>
      </pc:sldChg>
      <pc:sldChg chg="addSp delSp modSp add mod">
        <pc:chgData name="Hyun-Jung Kim" userId="1116f478dadc471e" providerId="LiveId" clId="{13B27E1A-C8B4-4596-868C-AB25C79F61AF}" dt="2026-04-26T12:41:54.780" v="213" actId="20577"/>
        <pc:sldMkLst>
          <pc:docMk/>
          <pc:sldMk cId="3973458816" sldId="262"/>
        </pc:sldMkLst>
        <pc:spChg chg="mod">
          <ac:chgData name="Hyun-Jung Kim" userId="1116f478dadc471e" providerId="LiveId" clId="{13B27E1A-C8B4-4596-868C-AB25C79F61AF}" dt="2026-04-26T12:41:54.780" v="213" actId="20577"/>
          <ac:spMkLst>
            <pc:docMk/>
            <pc:sldMk cId="3973458816" sldId="262"/>
            <ac:spMk id="2" creationId="{B49E5DD5-11BA-61DA-0400-947D2E2B9B85}"/>
          </ac:spMkLst>
        </pc:spChg>
        <pc:spChg chg="add mod">
          <ac:chgData name="Hyun-Jung Kim" userId="1116f478dadc471e" providerId="LiveId" clId="{13B27E1A-C8B4-4596-868C-AB25C79F61AF}" dt="2026-04-26T12:38:20.693" v="191" actId="6549"/>
          <ac:spMkLst>
            <pc:docMk/>
            <pc:sldMk cId="3973458816" sldId="262"/>
            <ac:spMk id="4" creationId="{571A6774-F054-1F49-CEED-68E367B54589}"/>
          </ac:spMkLst>
        </pc:spChg>
        <pc:spChg chg="del">
          <ac:chgData name="Hyun-Jung Kim" userId="1116f478dadc471e" providerId="LiveId" clId="{13B27E1A-C8B4-4596-868C-AB25C79F61AF}" dt="2026-04-26T12:37:47.126" v="160" actId="478"/>
          <ac:spMkLst>
            <pc:docMk/>
            <pc:sldMk cId="3973458816" sldId="262"/>
            <ac:spMk id="5" creationId="{512951A6-DCB4-AF06-7FC7-F92ECC0ECB26}"/>
          </ac:spMkLst>
        </pc:spChg>
        <pc:spChg chg="add mod">
          <ac:chgData name="Hyun-Jung Kim" userId="1116f478dadc471e" providerId="LiveId" clId="{13B27E1A-C8B4-4596-868C-AB25C79F61AF}" dt="2026-04-26T12:39:06.722" v="207" actId="5793"/>
          <ac:spMkLst>
            <pc:docMk/>
            <pc:sldMk cId="3973458816" sldId="262"/>
            <ac:spMk id="7" creationId="{181A611A-5642-C6A1-7AF7-836EE4F5F535}"/>
          </ac:spMkLst>
        </pc:spChg>
      </pc:sldChg>
      <pc:sldChg chg="addSp delSp modSp add mod">
        <pc:chgData name="Hyun-Jung Kim" userId="1116f478dadc471e" providerId="LiveId" clId="{13B27E1A-C8B4-4596-868C-AB25C79F61AF}" dt="2026-04-26T12:43:04.552" v="270" actId="27636"/>
        <pc:sldMkLst>
          <pc:docMk/>
          <pc:sldMk cId="1213961749" sldId="263"/>
        </pc:sldMkLst>
        <pc:spChg chg="mod">
          <ac:chgData name="Hyun-Jung Kim" userId="1116f478dadc471e" providerId="LiveId" clId="{13B27E1A-C8B4-4596-868C-AB25C79F61AF}" dt="2026-04-26T12:42:18.831" v="268" actId="20577"/>
          <ac:spMkLst>
            <pc:docMk/>
            <pc:sldMk cId="1213961749" sldId="263"/>
            <ac:spMk id="2" creationId="{5F6BB6FD-A131-E014-BB49-EB0036D8D64D}"/>
          </ac:spMkLst>
        </pc:spChg>
        <pc:spChg chg="del">
          <ac:chgData name="Hyun-Jung Kim" userId="1116f478dadc471e" providerId="LiveId" clId="{13B27E1A-C8B4-4596-868C-AB25C79F61AF}" dt="2026-04-26T12:41:30.970" v="209" actId="478"/>
          <ac:spMkLst>
            <pc:docMk/>
            <pc:sldMk cId="1213961749" sldId="263"/>
            <ac:spMk id="4" creationId="{0E2C8D5F-0E2A-2AB5-F91A-EB26442F864C}"/>
          </ac:spMkLst>
        </pc:spChg>
        <pc:spChg chg="add mod">
          <ac:chgData name="Hyun-Jung Kim" userId="1116f478dadc471e" providerId="LiveId" clId="{13B27E1A-C8B4-4596-868C-AB25C79F61AF}" dt="2026-04-26T12:43:04.552" v="270" actId="27636"/>
          <ac:spMkLst>
            <pc:docMk/>
            <pc:sldMk cId="1213961749" sldId="263"/>
            <ac:spMk id="5" creationId="{30F72236-EE69-D302-094D-94743B5B511C}"/>
          </ac:spMkLst>
        </pc:spChg>
        <pc:spChg chg="del">
          <ac:chgData name="Hyun-Jung Kim" userId="1116f478dadc471e" providerId="LiveId" clId="{13B27E1A-C8B4-4596-868C-AB25C79F61AF}" dt="2026-04-26T12:41:30.970" v="209" actId="478"/>
          <ac:spMkLst>
            <pc:docMk/>
            <pc:sldMk cId="1213961749" sldId="263"/>
            <ac:spMk id="7" creationId="{BC6433EE-FD97-2BC3-3F1C-5B055371A680}"/>
          </ac:spMkLst>
        </pc:spChg>
      </pc:sldChg>
      <pc:sldChg chg="addSp modSp add mod">
        <pc:chgData name="Hyun-Jung Kim" userId="1116f478dadc471e" providerId="LiveId" clId="{13B27E1A-C8B4-4596-868C-AB25C79F61AF}" dt="2026-04-26T13:12:27.879" v="345" actId="1076"/>
        <pc:sldMkLst>
          <pc:docMk/>
          <pc:sldMk cId="743687531" sldId="264"/>
        </pc:sldMkLst>
        <pc:spChg chg="mod">
          <ac:chgData name="Hyun-Jung Kim" userId="1116f478dadc471e" providerId="LiveId" clId="{13B27E1A-C8B4-4596-868C-AB25C79F61AF}" dt="2026-04-26T12:56:53.605" v="289" actId="20577"/>
          <ac:spMkLst>
            <pc:docMk/>
            <pc:sldMk cId="743687531" sldId="264"/>
            <ac:spMk id="2" creationId="{AB6D5140-E345-3FEA-4D31-FEA24EBE0EF6}"/>
          </ac:spMkLst>
        </pc:spChg>
        <pc:spChg chg="add mod">
          <ac:chgData name="Hyun-Jung Kim" userId="1116f478dadc471e" providerId="LiveId" clId="{13B27E1A-C8B4-4596-868C-AB25C79F61AF}" dt="2026-04-26T13:12:27.879" v="345" actId="1076"/>
          <ac:spMkLst>
            <pc:docMk/>
            <pc:sldMk cId="743687531" sldId="264"/>
            <ac:spMk id="4" creationId="{08A8383F-9921-177C-E18D-6EDE1B743371}"/>
          </ac:spMkLst>
        </pc:spChg>
        <pc:spChg chg="mod">
          <ac:chgData name="Hyun-Jung Kim" userId="1116f478dadc471e" providerId="LiveId" clId="{13B27E1A-C8B4-4596-868C-AB25C79F61AF}" dt="2026-04-26T13:10:44.756" v="333" actId="1076"/>
          <ac:spMkLst>
            <pc:docMk/>
            <pc:sldMk cId="743687531" sldId="264"/>
            <ac:spMk id="5" creationId="{57C0A609-716C-06DB-DBC5-278AB90CD819}"/>
          </ac:spMkLst>
        </pc:spChg>
        <pc:spChg chg="add mod">
          <ac:chgData name="Hyun-Jung Kim" userId="1116f478dadc471e" providerId="LiveId" clId="{13B27E1A-C8B4-4596-868C-AB25C79F61AF}" dt="2026-04-26T13:12:25.108" v="344" actId="404"/>
          <ac:spMkLst>
            <pc:docMk/>
            <pc:sldMk cId="743687531" sldId="264"/>
            <ac:spMk id="7" creationId="{9522602F-0E44-EFCF-C83F-784A89E2DE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FDCD4D-EA6C-432A-9424-3237896583B1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5C7AA-37E5-4738-B6B8-EBC0A0C60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748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CH01 </a:t>
            </a:r>
            <a:r>
              <a:rPr lang="ko-KR" altLang="en-US" dirty="0"/>
              <a:t>실습 </a:t>
            </a:r>
            <a:r>
              <a:rPr lang="en-US" altLang="ko-KR" dirty="0"/>
              <a:t>1: </a:t>
            </a:r>
            <a:r>
              <a:rPr lang="ko-KR" altLang="en-US" dirty="0"/>
              <a:t>내 환경 점검은 통과입니다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확인 결과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version 2.52.0.windows.1</a:t>
            </a:r>
          </a:p>
          <a:p>
            <a:r>
              <a:rPr lang="en-US" altLang="ko-KR" dirty="0"/>
              <a:t>  user.name  = Infant83</a:t>
            </a:r>
          </a:p>
          <a:p>
            <a:r>
              <a:rPr lang="en-US" altLang="ko-KR" dirty="0"/>
              <a:t>  </a:t>
            </a:r>
            <a:r>
              <a:rPr lang="en-US" altLang="ko-KR" dirty="0" err="1"/>
              <a:t>user.email</a:t>
            </a:r>
            <a:r>
              <a:rPr lang="en-US" altLang="ko-KR" dirty="0"/>
              <a:t> = Infant@kias.re.kr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의미는 이렇습니다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Git</a:t>
            </a:r>
            <a:r>
              <a:rPr lang="ko-KR" altLang="en-US" dirty="0"/>
              <a:t>은 정상 설치되어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앞으로 만드는 </a:t>
            </a:r>
            <a:r>
              <a:rPr lang="en-US" altLang="ko-KR" dirty="0"/>
              <a:t>commit</a:t>
            </a:r>
            <a:r>
              <a:rPr lang="ko-KR" altLang="en-US" dirty="0"/>
              <a:t>의 </a:t>
            </a:r>
            <a:r>
              <a:rPr lang="en-US" altLang="ko-KR" dirty="0"/>
              <a:t>author </a:t>
            </a:r>
            <a:r>
              <a:rPr lang="ko-KR" altLang="en-US" dirty="0"/>
              <a:t>이름은 </a:t>
            </a:r>
            <a:r>
              <a:rPr lang="en-US" altLang="ko-KR" dirty="0"/>
              <a:t>Infant83</a:t>
            </a:r>
            <a:r>
              <a:rPr lang="ko-KR" altLang="en-US" dirty="0"/>
              <a:t>로 기록됩니다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commit email</a:t>
            </a:r>
            <a:r>
              <a:rPr lang="ko-KR" altLang="en-US" dirty="0"/>
              <a:t>은 </a:t>
            </a:r>
            <a:r>
              <a:rPr lang="en-US" altLang="ko-KR" dirty="0"/>
              <a:t>Infant@kias.re.kr</a:t>
            </a:r>
            <a:r>
              <a:rPr lang="ko-KR" altLang="en-US" dirty="0"/>
              <a:t>로 기록됩니다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주의할 점 하나만 짚겠습니다</a:t>
            </a:r>
            <a:r>
              <a:rPr lang="en-US" altLang="ko-KR" dirty="0"/>
              <a:t>. GitLab </a:t>
            </a:r>
            <a:r>
              <a:rPr lang="ko-KR" altLang="en-US" dirty="0"/>
              <a:t>계정에 등록된 </a:t>
            </a:r>
            <a:r>
              <a:rPr lang="en-US" altLang="ko-KR" dirty="0"/>
              <a:t>verified email</a:t>
            </a:r>
            <a:r>
              <a:rPr lang="ko-KR" altLang="en-US" dirty="0"/>
              <a:t>이 </a:t>
            </a:r>
            <a:r>
              <a:rPr lang="en-US" altLang="ko-KR" dirty="0"/>
              <a:t>Infant@kias.re.kr</a:t>
            </a:r>
            <a:r>
              <a:rPr lang="ko-KR" altLang="en-US" dirty="0"/>
              <a:t>와 같아</a:t>
            </a:r>
          </a:p>
          <a:p>
            <a:r>
              <a:rPr lang="ko-KR" altLang="en-US" dirty="0"/>
              <a:t>  야 </a:t>
            </a:r>
            <a:r>
              <a:rPr lang="en-US" altLang="ko-KR" dirty="0"/>
              <a:t>GitLab UI</a:t>
            </a:r>
            <a:r>
              <a:rPr lang="ko-KR" altLang="en-US" dirty="0"/>
              <a:t>에서 </a:t>
            </a:r>
            <a:r>
              <a:rPr lang="en-US" altLang="ko-KR" dirty="0"/>
              <a:t>commit author</a:t>
            </a:r>
            <a:r>
              <a:rPr lang="ko-KR" altLang="en-US" dirty="0"/>
              <a:t>가 자연스럽게 연결됩니다</a:t>
            </a:r>
            <a:r>
              <a:rPr lang="en-US" altLang="ko-KR" dirty="0"/>
              <a:t>. </a:t>
            </a:r>
            <a:r>
              <a:rPr lang="ko-KR" altLang="en-US" dirty="0"/>
              <a:t>이메일 대소문자는 보통 큰 문제는 아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니지만</a:t>
            </a:r>
            <a:r>
              <a:rPr lang="en-US" altLang="ko-KR" dirty="0"/>
              <a:t>, GitLab </a:t>
            </a:r>
            <a:r>
              <a:rPr lang="ko-KR" altLang="en-US" dirty="0"/>
              <a:t>계정 이메일과 다르면 나중에 “내 </a:t>
            </a:r>
            <a:r>
              <a:rPr lang="en-US" altLang="ko-KR" dirty="0"/>
              <a:t>commit</a:t>
            </a:r>
            <a:r>
              <a:rPr lang="ko-KR" altLang="en-US" dirty="0"/>
              <a:t>인데 </a:t>
            </a:r>
            <a:r>
              <a:rPr lang="en-US" altLang="ko-KR" dirty="0"/>
              <a:t>GitLab</a:t>
            </a:r>
            <a:r>
              <a:rPr lang="ko-KR" altLang="en-US" dirty="0"/>
              <a:t>에서 내 프로필과 연결이 안</a:t>
            </a:r>
          </a:p>
          <a:p>
            <a:r>
              <a:rPr lang="ko-KR" altLang="en-US" dirty="0"/>
              <a:t>  됨” 같은 현상이 생길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Concept: Git</a:t>
            </a:r>
            <a:r>
              <a:rPr lang="ko-KR" altLang="en-US" dirty="0"/>
              <a:t>과 </a:t>
            </a:r>
            <a:r>
              <a:rPr lang="en-US" altLang="ko-KR" dirty="0"/>
              <a:t>GitLab </a:t>
            </a:r>
            <a:r>
              <a:rPr lang="ko-KR" altLang="en-US" dirty="0"/>
              <a:t>구분</a:t>
            </a:r>
          </a:p>
          <a:p>
            <a:endParaRPr lang="ko-KR" altLang="en-US" dirty="0"/>
          </a:p>
          <a:p>
            <a:r>
              <a:rPr lang="ko-KR" altLang="en-US" dirty="0"/>
              <a:t>  지금 방금 확인한 것은 </a:t>
            </a:r>
            <a:r>
              <a:rPr lang="en-US" altLang="ko-KR" dirty="0"/>
              <a:t>Git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Git: </a:t>
            </a:r>
            <a:r>
              <a:rPr lang="ko-KR" altLang="en-US" dirty="0"/>
              <a:t>내 </a:t>
            </a:r>
            <a:r>
              <a:rPr lang="en-US" altLang="ko-KR" dirty="0"/>
              <a:t>PC</a:t>
            </a:r>
            <a:r>
              <a:rPr lang="ko-KR" altLang="en-US" dirty="0"/>
              <a:t>에서 </a:t>
            </a:r>
            <a:r>
              <a:rPr lang="en-US" altLang="ko-KR" dirty="0"/>
              <a:t>file change, staging, commit history</a:t>
            </a:r>
            <a:r>
              <a:rPr lang="ko-KR" altLang="en-US" dirty="0"/>
              <a:t>를 관리하는 도구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GitLab: </a:t>
            </a:r>
            <a:r>
              <a:rPr lang="ko-KR" altLang="en-US" dirty="0"/>
              <a:t>그 </a:t>
            </a:r>
            <a:r>
              <a:rPr lang="en-US" altLang="ko-KR" dirty="0"/>
              <a:t>Git repository</a:t>
            </a:r>
            <a:r>
              <a:rPr lang="ko-KR" altLang="en-US" dirty="0"/>
              <a:t>를 서버에 올리고</a:t>
            </a:r>
            <a:r>
              <a:rPr lang="en-US" altLang="ko-KR" dirty="0"/>
              <a:t>, MR, review, approval, issue, pipeline</a:t>
            </a:r>
            <a:r>
              <a:rPr lang="ko-KR" altLang="en-US" dirty="0"/>
              <a:t>을 붙이는</a:t>
            </a:r>
          </a:p>
          <a:p>
            <a:r>
              <a:rPr lang="ko-KR" altLang="en-US" dirty="0"/>
              <a:t>    협업 플랫폼</a:t>
            </a:r>
          </a:p>
          <a:p>
            <a:endParaRPr lang="ko-KR" altLang="en-US" dirty="0"/>
          </a:p>
          <a:p>
            <a:r>
              <a:rPr lang="ko-KR" altLang="en-US" dirty="0"/>
              <a:t>  즉</a:t>
            </a:r>
            <a:r>
              <a:rPr lang="en-US" altLang="ko-KR" dirty="0"/>
              <a:t>, Git</a:t>
            </a:r>
            <a:r>
              <a:rPr lang="ko-KR" altLang="en-US" dirty="0"/>
              <a:t>은 “변경 이력 관리 </a:t>
            </a:r>
            <a:r>
              <a:rPr lang="ko-KR" altLang="en-US" dirty="0" err="1"/>
              <a:t>엔진”이고</a:t>
            </a:r>
            <a:r>
              <a:rPr lang="en-US" altLang="ko-KR" dirty="0"/>
              <a:t>, GitLab</a:t>
            </a:r>
            <a:r>
              <a:rPr lang="ko-KR" altLang="en-US" dirty="0"/>
              <a:t>은 “팀 협업 운영 </a:t>
            </a:r>
            <a:r>
              <a:rPr lang="ko-KR" altLang="en-US" dirty="0" err="1"/>
              <a:t>시스템”입니다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다음은 </a:t>
            </a:r>
            <a:r>
              <a:rPr lang="en-US" altLang="ko-KR" dirty="0"/>
              <a:t>CH01 </a:t>
            </a:r>
            <a:r>
              <a:rPr lang="ko-KR" altLang="en-US" dirty="0"/>
              <a:t>실습 공간 안에 환경 점검 기록을 하나 남기겠습니다</a:t>
            </a:r>
            <a:r>
              <a:rPr lang="en-US" altLang="ko-KR" dirty="0"/>
              <a:t>. PowerShell</a:t>
            </a:r>
            <a:r>
              <a:rPr lang="ko-KR" altLang="en-US" dirty="0"/>
              <a:t>에서 그대로</a:t>
            </a:r>
          </a:p>
          <a:p>
            <a:r>
              <a:rPr lang="ko-KR" altLang="en-US" dirty="0"/>
              <a:t>  입력하세요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r>
              <a:rPr lang="en-US" altLang="ko-KR" dirty="0"/>
              <a:t>@"</a:t>
            </a:r>
          </a:p>
          <a:p>
            <a:r>
              <a:rPr lang="en-US" altLang="ko-KR" dirty="0"/>
              <a:t>  # CH01 Learning Notes</a:t>
            </a:r>
          </a:p>
          <a:p>
            <a:endParaRPr lang="en-US" altLang="ko-KR" dirty="0"/>
          </a:p>
          <a:p>
            <a:r>
              <a:rPr lang="en-US" altLang="ko-KR" dirty="0"/>
              <a:t>  ## Environment Check</a:t>
            </a:r>
          </a:p>
          <a:p>
            <a:endParaRPr lang="en-US" altLang="ko-KR" dirty="0"/>
          </a:p>
          <a:p>
            <a:r>
              <a:rPr lang="en-US" altLang="ko-KR" dirty="0"/>
              <a:t>  - Git version: 2.52.0.windows.1</a:t>
            </a:r>
          </a:p>
          <a:p>
            <a:r>
              <a:rPr lang="en-US" altLang="ko-KR" dirty="0"/>
              <a:t>  - Git user.name: Infant83</a:t>
            </a:r>
          </a:p>
          <a:p>
            <a:r>
              <a:rPr lang="en-US" altLang="ko-KR" dirty="0"/>
              <a:t>  - Git </a:t>
            </a:r>
            <a:r>
              <a:rPr lang="en-US" altLang="ko-KR" dirty="0" err="1"/>
              <a:t>user.email</a:t>
            </a:r>
            <a:r>
              <a:rPr lang="en-US" altLang="ko-KR" dirty="0"/>
              <a:t>: Infant@kias.re.kr</a:t>
            </a:r>
          </a:p>
          <a:p>
            <a:endParaRPr lang="en-US" altLang="ko-KR" dirty="0"/>
          </a:p>
          <a:p>
            <a:r>
              <a:rPr lang="en-US" altLang="ko-KR" dirty="0"/>
              <a:t>  ## My Current Understanding</a:t>
            </a:r>
          </a:p>
          <a:p>
            <a:endParaRPr lang="en-US" altLang="ko-KR" dirty="0"/>
          </a:p>
          <a:p>
            <a:r>
              <a:rPr lang="en-US" altLang="ko-KR" dirty="0"/>
              <a:t>  - Git manages local file changes and commit history.</a:t>
            </a:r>
          </a:p>
          <a:p>
            <a:r>
              <a:rPr lang="en-US" altLang="ko-KR" dirty="0"/>
              <a:t>  - GitLab adds collaboration features such as remote repository, MR, review, approval,</a:t>
            </a:r>
          </a:p>
          <a:p>
            <a:r>
              <a:rPr lang="en-US" altLang="ko-KR" dirty="0"/>
              <a:t>  issue, and pipeline.</a:t>
            </a:r>
          </a:p>
          <a:p>
            <a:r>
              <a:rPr lang="en-US" altLang="ko-KR" dirty="0"/>
              <a:t>  "@ | Set-Content -Encoding UTF8 .\ch01-learning-notes.md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 명령입니다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Get-</a:t>
            </a:r>
            <a:r>
              <a:rPr lang="en-US" altLang="ko-KR" dirty="0" err="1"/>
              <a:t>ChildItem</a:t>
            </a:r>
            <a:endParaRPr lang="en-US" altLang="ko-KR" dirty="0"/>
          </a:p>
          <a:p>
            <a:r>
              <a:rPr lang="en-US" altLang="ko-KR" dirty="0"/>
              <a:t>  Get-Content .\ch01-learning-notes.md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또는</a:t>
            </a:r>
            <a:r>
              <a:rPr lang="en-US" altLang="ko-KR" dirty="0"/>
              <a:t>, 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$notes = @(</a:t>
            </a:r>
          </a:p>
          <a:p>
            <a:r>
              <a:rPr lang="en-US" altLang="ko-KR" dirty="0"/>
              <a:t>  '# CH01 Learning Notes'</a:t>
            </a:r>
          </a:p>
          <a:p>
            <a:r>
              <a:rPr lang="en-US" altLang="ko-KR" dirty="0"/>
              <a:t>  ''</a:t>
            </a:r>
          </a:p>
          <a:p>
            <a:r>
              <a:rPr lang="en-US" altLang="ko-KR" dirty="0"/>
              <a:t>  '## Environment Check'</a:t>
            </a:r>
          </a:p>
          <a:p>
            <a:r>
              <a:rPr lang="en-US" altLang="ko-KR" dirty="0"/>
              <a:t>  ''</a:t>
            </a:r>
          </a:p>
          <a:p>
            <a:r>
              <a:rPr lang="en-US" altLang="ko-KR" dirty="0"/>
              <a:t>  '- Git version: 2.52.0.windows.1'</a:t>
            </a:r>
          </a:p>
          <a:p>
            <a:r>
              <a:rPr lang="en-US" altLang="ko-KR" dirty="0"/>
              <a:t>  '- Git user.name: Infant83'</a:t>
            </a:r>
          </a:p>
          <a:p>
            <a:r>
              <a:rPr lang="en-US" altLang="ko-KR" dirty="0"/>
              <a:t>  '- Git </a:t>
            </a:r>
            <a:r>
              <a:rPr lang="en-US" altLang="ko-KR" dirty="0" err="1"/>
              <a:t>user.email</a:t>
            </a:r>
            <a:r>
              <a:rPr lang="en-US" altLang="ko-KR" dirty="0"/>
              <a:t>: Infant@kias.re.kr'</a:t>
            </a:r>
          </a:p>
          <a:p>
            <a:r>
              <a:rPr lang="en-US" altLang="ko-KR" dirty="0"/>
              <a:t>  ''</a:t>
            </a:r>
          </a:p>
          <a:p>
            <a:r>
              <a:rPr lang="en-US" altLang="ko-KR" dirty="0"/>
              <a:t>  '## My Current Understanding'</a:t>
            </a:r>
          </a:p>
          <a:p>
            <a:r>
              <a:rPr lang="en-US" altLang="ko-KR" dirty="0"/>
              <a:t>  ''</a:t>
            </a:r>
          </a:p>
          <a:p>
            <a:r>
              <a:rPr lang="en-US" altLang="ko-KR" dirty="0"/>
              <a:t>  '- Git manages local file changes and commit history.'</a:t>
            </a:r>
          </a:p>
          <a:p>
            <a:r>
              <a:rPr lang="en-US" altLang="ko-KR" dirty="0"/>
              <a:t>  '- GitLab adds collaboration features such as remote repository, MR, review, approval,</a:t>
            </a:r>
          </a:p>
          <a:p>
            <a:r>
              <a:rPr lang="en-US" altLang="ko-KR" dirty="0"/>
              <a:t>  issue, and pipeline.'</a:t>
            </a:r>
          </a:p>
          <a:p>
            <a:r>
              <a:rPr lang="en-US" altLang="ko-KR" dirty="0"/>
              <a:t>  )</a:t>
            </a:r>
          </a:p>
          <a:p>
            <a:endParaRPr lang="en-US" altLang="ko-KR" dirty="0"/>
          </a:p>
          <a:p>
            <a:r>
              <a:rPr lang="en-US" altLang="ko-KR" dirty="0"/>
              <a:t>  $notes | Set-Content -Encoding UTF8 .\ch01-learning-notes.md</a:t>
            </a:r>
            <a:br>
              <a:rPr lang="en-US" altLang="ko-KR" dirty="0"/>
            </a:b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Get-</a:t>
            </a:r>
            <a:r>
              <a:rPr lang="en-US" altLang="ko-KR" dirty="0" err="1"/>
              <a:t>ChildItem</a:t>
            </a:r>
            <a:endParaRPr lang="en-US" altLang="ko-KR" dirty="0"/>
          </a:p>
          <a:p>
            <a:r>
              <a:rPr lang="en-US" altLang="ko-KR" dirty="0"/>
              <a:t>  Get-Content .\ch01-learning-notes.md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 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ch01-learning-notes.md</a:t>
            </a:r>
          </a:p>
          <a:p>
            <a:r>
              <a:rPr lang="en-US" altLang="ko-KR" dirty="0"/>
              <a:t>  ch01-learning-notes.md~</a:t>
            </a:r>
          </a:p>
          <a:p>
            <a:r>
              <a:rPr lang="en-US" altLang="ko-KR" dirty="0"/>
              <a:t>  .ch01-learning-notes.md.un~</a:t>
            </a:r>
          </a:p>
          <a:p>
            <a:r>
              <a:rPr lang="en-US" altLang="ko-KR" dirty="0"/>
              <a:t>  desktop.ini</a:t>
            </a:r>
          </a:p>
          <a:p>
            <a:endParaRPr lang="en-US" altLang="ko-KR" dirty="0"/>
          </a:p>
          <a:p>
            <a:r>
              <a:rPr lang="en-US" altLang="ko-KR" dirty="0"/>
              <a:t>  ch01-learning-notes.md</a:t>
            </a:r>
            <a:r>
              <a:rPr lang="ko-KR" altLang="en-US" dirty="0"/>
              <a:t>는 우리가 만든 학습 기록이고</a:t>
            </a:r>
            <a:r>
              <a:rPr lang="en-US" altLang="ko-KR" dirty="0"/>
              <a:t>, ~, .un~ </a:t>
            </a:r>
            <a:r>
              <a:rPr lang="ko-KR" altLang="en-US" dirty="0"/>
              <a:t>파일은 </a:t>
            </a:r>
            <a:r>
              <a:rPr lang="en-US" altLang="ko-KR" dirty="0"/>
              <a:t>editor</a:t>
            </a:r>
            <a:r>
              <a:rPr lang="ko-KR" altLang="en-US" dirty="0"/>
              <a:t>나 이전 입력 과정</a:t>
            </a:r>
          </a:p>
          <a:p>
            <a:r>
              <a:rPr lang="ko-KR" altLang="en-US" dirty="0"/>
              <a:t>  에서 생긴 </a:t>
            </a:r>
            <a:r>
              <a:rPr lang="en-US" altLang="ko-KR" dirty="0"/>
              <a:t>backup </a:t>
            </a:r>
            <a:r>
              <a:rPr lang="ko-KR" altLang="en-US" dirty="0"/>
              <a:t>파일로 보입니다</a:t>
            </a:r>
            <a:r>
              <a:rPr lang="en-US" altLang="ko-KR" dirty="0"/>
              <a:t>. </a:t>
            </a:r>
            <a:r>
              <a:rPr lang="ko-KR" altLang="en-US" dirty="0"/>
              <a:t>나중에 </a:t>
            </a:r>
            <a:r>
              <a:rPr lang="en-US" altLang="ko-KR" dirty="0"/>
              <a:t>Git repo </a:t>
            </a:r>
            <a:r>
              <a:rPr lang="ko-KR" altLang="en-US" dirty="0"/>
              <a:t>안에서는 이런 파일이 </a:t>
            </a:r>
            <a:r>
              <a:rPr lang="en-US" altLang="ko-KR" dirty="0"/>
              <a:t>commit</a:t>
            </a:r>
            <a:r>
              <a:rPr lang="ko-KR" altLang="en-US" dirty="0"/>
              <a:t>에 섞이면 안</a:t>
            </a:r>
          </a:p>
          <a:p>
            <a:r>
              <a:rPr lang="ko-KR" altLang="en-US" dirty="0"/>
              <a:t>  됩니다</a:t>
            </a:r>
            <a:r>
              <a:rPr lang="en-US" altLang="ko-KR" dirty="0"/>
              <a:t>. </a:t>
            </a:r>
            <a:r>
              <a:rPr lang="ko-KR" altLang="en-US" dirty="0"/>
              <a:t>이것도 좋은 </a:t>
            </a:r>
            <a:r>
              <a:rPr lang="en-US" altLang="ko-KR" dirty="0"/>
              <a:t>Git </a:t>
            </a:r>
            <a:r>
              <a:rPr lang="ko-KR" altLang="en-US" dirty="0"/>
              <a:t>수업 포인트입니다</a:t>
            </a:r>
            <a:r>
              <a:rPr lang="en-US" altLang="ko-KR" dirty="0"/>
              <a:t>. Git</a:t>
            </a:r>
            <a:r>
              <a:rPr lang="ko-KR" altLang="en-US" dirty="0"/>
              <a:t>은 내가 원한 파일과 원하지 않은 파일을 구분해</a:t>
            </a:r>
          </a:p>
          <a:p>
            <a:r>
              <a:rPr lang="ko-KR" altLang="en-US" dirty="0"/>
              <a:t>  주지 않습니다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git status</a:t>
            </a:r>
            <a:r>
              <a:rPr lang="ko-KR" altLang="en-US" dirty="0"/>
              <a:t>를 보는 습관이 중요합니다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지금은 정리하고 넘어가겠습니다</a:t>
            </a:r>
            <a:r>
              <a:rPr lang="en-US" altLang="ko-KR" dirty="0"/>
              <a:t>. PowerShell</a:t>
            </a:r>
            <a:r>
              <a:rPr lang="ko-KR" altLang="en-US" dirty="0"/>
              <a:t>에서 아래를 입력하세요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Remove-Item .\ch01-learning-notes.md~ -Force</a:t>
            </a:r>
          </a:p>
          <a:p>
            <a:r>
              <a:rPr lang="en-US" altLang="ko-KR" dirty="0"/>
              <a:t>  Remove-Item .\.ch01-learning-notes.md.un~ -Force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Get-</a:t>
            </a:r>
            <a:r>
              <a:rPr lang="en-US" altLang="ko-KR" dirty="0" err="1"/>
              <a:t>ChildItem</a:t>
            </a:r>
            <a:r>
              <a:rPr lang="en-US" altLang="ko-KR" dirty="0"/>
              <a:t> -Force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출력에 최소한 아래 두 개만 남으면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ch01-learning-notes.md</a:t>
            </a:r>
          </a:p>
          <a:p>
            <a:r>
              <a:rPr lang="en-US" altLang="ko-KR" dirty="0"/>
              <a:t>  desktop.ini</a:t>
            </a:r>
          </a:p>
          <a:p>
            <a:endParaRPr lang="en-US" altLang="ko-KR" dirty="0"/>
          </a:p>
          <a:p>
            <a:r>
              <a:rPr lang="en-US" altLang="ko-KR" dirty="0"/>
              <a:t>  desktop.ini</a:t>
            </a:r>
            <a:r>
              <a:rPr lang="ko-KR" altLang="en-US" dirty="0"/>
              <a:t>는 </a:t>
            </a:r>
            <a:r>
              <a:rPr lang="en-US" altLang="ko-KR" dirty="0"/>
              <a:t>Windows metadata</a:t>
            </a:r>
            <a:r>
              <a:rPr lang="ko-KR" altLang="en-US" dirty="0"/>
              <a:t>라 지금은 무시합니다</a:t>
            </a:r>
            <a:r>
              <a:rPr lang="en-US" altLang="ko-KR" dirty="0"/>
              <a:t>.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</a:t>
            </a:r>
            <a:r>
              <a:rPr lang="ko-KR" altLang="en-US" dirty="0"/>
              <a:t>그 다음 </a:t>
            </a:r>
            <a:r>
              <a:rPr lang="en-US" altLang="ko-KR" dirty="0"/>
              <a:t>GitLab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에서 빈 </a:t>
            </a:r>
            <a:r>
              <a:rPr lang="en-US" altLang="ko-KR" dirty="0"/>
              <a:t>project tutorial-collaboration-lab</a:t>
            </a:r>
            <a:r>
              <a:rPr lang="ko-KR" altLang="en-US" dirty="0"/>
              <a:t>를 만드는 단계로 넘어가겠습니다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5C7AA-37E5-4738-B6B8-EBC0A0C606E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LF will be replaced by CRLF the next time Git touches it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이건 에러가 아닙니다</a:t>
            </a:r>
            <a:r>
              <a:rPr lang="en-US" altLang="ko-KR" dirty="0"/>
              <a:t>. Windows</a:t>
            </a:r>
            <a:r>
              <a:rPr lang="ko-KR" altLang="en-US" dirty="0"/>
              <a:t>에서 </a:t>
            </a:r>
            <a:r>
              <a:rPr lang="en-US" altLang="ko-KR" dirty="0" err="1"/>
              <a:t>core.autocrlf</a:t>
            </a:r>
            <a:r>
              <a:rPr lang="en-US" altLang="ko-KR" dirty="0"/>
              <a:t>=true</a:t>
            </a:r>
            <a:r>
              <a:rPr lang="ko-KR" altLang="en-US" dirty="0"/>
              <a:t>로 되어 있어서</a:t>
            </a:r>
            <a:r>
              <a:rPr lang="en-US" altLang="ko-KR" dirty="0"/>
              <a:t>, Git</a:t>
            </a:r>
            <a:r>
              <a:rPr lang="ko-KR" altLang="en-US" dirty="0"/>
              <a:t>이 </a:t>
            </a:r>
            <a:r>
              <a:rPr lang="en-US" altLang="ko-KR" dirty="0"/>
              <a:t>repository </a:t>
            </a:r>
            <a:r>
              <a:rPr lang="ko-KR" altLang="en-US" dirty="0"/>
              <a:t>내부에</a:t>
            </a:r>
          </a:p>
          <a:p>
            <a:r>
              <a:rPr lang="ko-KR" altLang="en-US" dirty="0"/>
              <a:t>  는 </a:t>
            </a:r>
            <a:r>
              <a:rPr lang="en-US" altLang="ko-KR" dirty="0"/>
              <a:t>LF </a:t>
            </a:r>
            <a:r>
              <a:rPr lang="ko-KR" altLang="en-US" dirty="0"/>
              <a:t>기준으로 저장하고</a:t>
            </a:r>
            <a:r>
              <a:rPr lang="en-US" altLang="ko-KR" dirty="0"/>
              <a:t>, working copy</a:t>
            </a:r>
            <a:r>
              <a:rPr lang="ko-KR" altLang="en-US" dirty="0"/>
              <a:t>에서는 </a:t>
            </a:r>
            <a:r>
              <a:rPr lang="en-US" altLang="ko-KR" dirty="0"/>
              <a:t>Windows </a:t>
            </a:r>
            <a:r>
              <a:rPr lang="ko-KR" altLang="en-US" dirty="0"/>
              <a:t>스타일인 </a:t>
            </a:r>
            <a:r>
              <a:rPr lang="en-US" altLang="ko-KR" dirty="0"/>
              <a:t>CRLF</a:t>
            </a:r>
            <a:r>
              <a:rPr lang="ko-KR" altLang="en-US" dirty="0"/>
              <a:t>로 바꿀 수 있다고 알려주는</a:t>
            </a:r>
          </a:p>
          <a:p>
            <a:r>
              <a:rPr lang="ko-KR" altLang="en-US" dirty="0"/>
              <a:t>  경고입니다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지금은 교육 흐름상 그대로 진행해도 됩니다</a:t>
            </a:r>
            <a:r>
              <a:rPr lang="en-US" altLang="ko-KR" dirty="0"/>
              <a:t>. </a:t>
            </a:r>
            <a:r>
              <a:rPr lang="ko-KR" altLang="en-US" dirty="0"/>
              <a:t>중요한 건 이 경고가 “파일이 </a:t>
            </a:r>
            <a:r>
              <a:rPr lang="ko-KR" altLang="en-US" dirty="0" err="1"/>
              <a:t>깨졌다”는</a:t>
            </a:r>
            <a:r>
              <a:rPr lang="ko-KR" altLang="en-US" dirty="0"/>
              <a:t> 뜻이 아니</a:t>
            </a:r>
          </a:p>
          <a:p>
            <a:r>
              <a:rPr lang="ko-KR" altLang="en-US" dirty="0"/>
              <a:t>  라 “</a:t>
            </a:r>
            <a:r>
              <a:rPr lang="en-US" altLang="ko-KR" dirty="0"/>
              <a:t>line ending </a:t>
            </a:r>
            <a:r>
              <a:rPr lang="ko-KR" altLang="en-US" dirty="0"/>
              <a:t>변환이 일어날 수 있다”는 뜻이라는 점입니다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5C7AA-37E5-4738-B6B8-EBC0A0C606E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760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210AD-2C4F-0CBC-0CEB-21B292B3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4E7FE1-DD2B-DEDA-5808-61027518E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D09901-3B89-EA97-DFFB-F2C06D856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 </a:t>
            </a:r>
            <a:r>
              <a:rPr lang="en-US" altLang="ko-KR" dirty="0"/>
              <a:t>PC</a:t>
            </a:r>
            <a:r>
              <a:rPr lang="ko-KR" altLang="en-US" dirty="0"/>
              <a:t>의 </a:t>
            </a:r>
            <a:r>
              <a:rPr lang="en-US" altLang="ko-KR" dirty="0"/>
              <a:t>local main</a:t>
            </a:r>
            <a:r>
              <a:rPr lang="ko-KR" altLang="en-US" dirty="0"/>
              <a:t>과 </a:t>
            </a:r>
            <a:r>
              <a:rPr lang="en-US" altLang="ko-KR" dirty="0"/>
              <a:t>GitLab</a:t>
            </a:r>
            <a:r>
              <a:rPr lang="ko-KR" altLang="en-US" dirty="0"/>
              <a:t>의 </a:t>
            </a:r>
            <a:r>
              <a:rPr lang="en-US" altLang="ko-KR" dirty="0"/>
              <a:t>remote origin/main</a:t>
            </a:r>
            <a:r>
              <a:rPr lang="ko-KR" altLang="en-US" dirty="0"/>
              <a:t>이 같은 </a:t>
            </a:r>
            <a:r>
              <a:rPr lang="en-US" altLang="ko-KR" dirty="0"/>
              <a:t>commit</a:t>
            </a:r>
            <a:r>
              <a:rPr lang="ko-KR" altLang="en-US" dirty="0"/>
              <a:t>을 가리키고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지금 배운 핵심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git add: </a:t>
            </a:r>
            <a:r>
              <a:rPr lang="ko-KR" altLang="en-US" dirty="0"/>
              <a:t>이번 </a:t>
            </a:r>
            <a:r>
              <a:rPr lang="en-US" altLang="ko-KR" dirty="0"/>
              <a:t>commit</a:t>
            </a:r>
            <a:r>
              <a:rPr lang="ko-KR" altLang="en-US" dirty="0"/>
              <a:t>에 넣을 파일을 </a:t>
            </a:r>
            <a:r>
              <a:rPr lang="en-US" altLang="ko-KR" dirty="0"/>
              <a:t>staging area</a:t>
            </a:r>
            <a:r>
              <a:rPr lang="ko-KR" altLang="en-US" dirty="0"/>
              <a:t>에 올림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commit: staged snapshot</a:t>
            </a:r>
            <a:r>
              <a:rPr lang="ko-KR" altLang="en-US" dirty="0"/>
              <a:t>을 </a:t>
            </a:r>
            <a:r>
              <a:rPr lang="en-US" altLang="ko-KR" dirty="0"/>
              <a:t>local history</a:t>
            </a:r>
            <a:r>
              <a:rPr lang="ko-KR" altLang="en-US" dirty="0"/>
              <a:t>에 저장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push -u origin main: local main</a:t>
            </a:r>
            <a:r>
              <a:rPr lang="ko-KR" altLang="en-US" dirty="0"/>
              <a:t>을 </a:t>
            </a:r>
            <a:r>
              <a:rPr lang="en-US" altLang="ko-KR" dirty="0"/>
              <a:t>GitLab remote origin/main</a:t>
            </a:r>
            <a:r>
              <a:rPr lang="ko-KR" altLang="en-US" dirty="0"/>
              <a:t>으로 올리고 </a:t>
            </a:r>
            <a:r>
              <a:rPr lang="en-US" altLang="ko-KR" dirty="0"/>
              <a:t>tracking </a:t>
            </a:r>
            <a:r>
              <a:rPr lang="ko-KR" altLang="en-US" dirty="0"/>
              <a:t>연결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status: </a:t>
            </a:r>
            <a:r>
              <a:rPr lang="ko-KR" altLang="en-US" dirty="0"/>
              <a:t>내가 지금 안전한 상태인지 확인하는 첫 번째 명령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이제 </a:t>
            </a:r>
            <a:r>
              <a:rPr lang="en-US" altLang="ko-KR" dirty="0"/>
              <a:t>GitLab </a:t>
            </a:r>
            <a:r>
              <a:rPr lang="ko-KR" altLang="en-US" dirty="0"/>
              <a:t>웹에서 눈으로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https://gitlab.com/Infant83/tutorial-collaboration-lab </a:t>
            </a:r>
            <a:r>
              <a:rPr lang="ko-KR" altLang="en-US" dirty="0"/>
              <a:t>열기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2. </a:t>
            </a:r>
            <a:r>
              <a:rPr lang="ko-KR" altLang="en-US" dirty="0"/>
              <a:t>파일 목록에 아래가 보이는지 확인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- README.md</a:t>
            </a:r>
          </a:p>
          <a:p>
            <a:r>
              <a:rPr lang="en-US" altLang="ko-KR" dirty="0"/>
              <a:t>      - docs/</a:t>
            </a:r>
          </a:p>
          <a:p>
            <a:r>
              <a:rPr lang="en-US" altLang="ko-KR" dirty="0"/>
              <a:t>      - 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      - tests/</a:t>
            </a:r>
          </a:p>
          <a:p>
            <a:r>
              <a:rPr lang="en-US" altLang="ko-KR" dirty="0"/>
              <a:t>      - </a:t>
            </a:r>
            <a:r>
              <a:rPr lang="en-US" altLang="ko-KR" dirty="0" err="1"/>
              <a:t>package.json</a:t>
            </a:r>
            <a:endParaRPr lang="en-US" altLang="ko-KR" dirty="0"/>
          </a:p>
          <a:p>
            <a:r>
              <a:rPr lang="en-US" altLang="ko-KR" dirty="0"/>
              <a:t>  3. commit message</a:t>
            </a:r>
            <a:r>
              <a:rPr lang="ko-KR" altLang="en-US" dirty="0"/>
              <a:t>가 보이면 이것인지 확인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ch01: initialize tutorial collaboration seed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6C4443-E717-A06A-90F5-F2079EC22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5C7AA-37E5-4738-B6B8-EBC0A0C606E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403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944C3-6F50-3B8E-A677-A9EFEC8A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D18F2E-7A89-480E-A259-9ED12A9EE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290636-C0A0-DA89-A5C4-C0879C609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 </a:t>
            </a:r>
            <a:r>
              <a:rPr lang="en-US" altLang="ko-KR" dirty="0"/>
              <a:t>PC</a:t>
            </a:r>
            <a:r>
              <a:rPr lang="ko-KR" altLang="en-US" dirty="0"/>
              <a:t>의 </a:t>
            </a:r>
            <a:r>
              <a:rPr lang="en-US" altLang="ko-KR" dirty="0"/>
              <a:t>local main</a:t>
            </a:r>
            <a:r>
              <a:rPr lang="ko-KR" altLang="en-US" dirty="0"/>
              <a:t>과 </a:t>
            </a:r>
            <a:r>
              <a:rPr lang="en-US" altLang="ko-KR" dirty="0"/>
              <a:t>GitLab</a:t>
            </a:r>
            <a:r>
              <a:rPr lang="ko-KR" altLang="en-US" dirty="0"/>
              <a:t>의 </a:t>
            </a:r>
            <a:r>
              <a:rPr lang="en-US" altLang="ko-KR" dirty="0"/>
              <a:t>remote origin/main</a:t>
            </a:r>
            <a:r>
              <a:rPr lang="ko-KR" altLang="en-US" dirty="0"/>
              <a:t>이 같은 </a:t>
            </a:r>
            <a:r>
              <a:rPr lang="en-US" altLang="ko-KR" dirty="0"/>
              <a:t>commit</a:t>
            </a:r>
            <a:r>
              <a:rPr lang="ko-KR" altLang="en-US" dirty="0"/>
              <a:t>을 가리키고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지금 배운 핵심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git add: </a:t>
            </a:r>
            <a:r>
              <a:rPr lang="ko-KR" altLang="en-US" dirty="0"/>
              <a:t>이번 </a:t>
            </a:r>
            <a:r>
              <a:rPr lang="en-US" altLang="ko-KR" dirty="0"/>
              <a:t>commit</a:t>
            </a:r>
            <a:r>
              <a:rPr lang="ko-KR" altLang="en-US" dirty="0"/>
              <a:t>에 넣을 파일을 </a:t>
            </a:r>
            <a:r>
              <a:rPr lang="en-US" altLang="ko-KR" dirty="0"/>
              <a:t>staging area</a:t>
            </a:r>
            <a:r>
              <a:rPr lang="ko-KR" altLang="en-US" dirty="0"/>
              <a:t>에 올림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commit: staged snapshot</a:t>
            </a:r>
            <a:r>
              <a:rPr lang="ko-KR" altLang="en-US" dirty="0"/>
              <a:t>을 </a:t>
            </a:r>
            <a:r>
              <a:rPr lang="en-US" altLang="ko-KR" dirty="0"/>
              <a:t>local history</a:t>
            </a:r>
            <a:r>
              <a:rPr lang="ko-KR" altLang="en-US" dirty="0"/>
              <a:t>에 저장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push -u origin main: local main</a:t>
            </a:r>
            <a:r>
              <a:rPr lang="ko-KR" altLang="en-US" dirty="0"/>
              <a:t>을 </a:t>
            </a:r>
            <a:r>
              <a:rPr lang="en-US" altLang="ko-KR" dirty="0"/>
              <a:t>GitLab remote origin/main</a:t>
            </a:r>
            <a:r>
              <a:rPr lang="ko-KR" altLang="en-US" dirty="0"/>
              <a:t>으로 올리고 </a:t>
            </a:r>
            <a:r>
              <a:rPr lang="en-US" altLang="ko-KR" dirty="0"/>
              <a:t>tracking </a:t>
            </a:r>
            <a:r>
              <a:rPr lang="ko-KR" altLang="en-US" dirty="0"/>
              <a:t>연결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status: </a:t>
            </a:r>
            <a:r>
              <a:rPr lang="ko-KR" altLang="en-US" dirty="0"/>
              <a:t>내가 지금 안전한 상태인지 확인하는 첫 번째 명령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이제 </a:t>
            </a:r>
            <a:r>
              <a:rPr lang="en-US" altLang="ko-KR" dirty="0"/>
              <a:t>GitLab </a:t>
            </a:r>
            <a:r>
              <a:rPr lang="ko-KR" altLang="en-US" dirty="0"/>
              <a:t>웹에서 눈으로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https://gitlab.com/Infant83/tutorial-collaboration-lab </a:t>
            </a:r>
            <a:r>
              <a:rPr lang="ko-KR" altLang="en-US" dirty="0"/>
              <a:t>열기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2. </a:t>
            </a:r>
            <a:r>
              <a:rPr lang="ko-KR" altLang="en-US" dirty="0"/>
              <a:t>파일 목록에 아래가 보이는지 확인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- README.md</a:t>
            </a:r>
          </a:p>
          <a:p>
            <a:r>
              <a:rPr lang="en-US" altLang="ko-KR" dirty="0"/>
              <a:t>      - docs/</a:t>
            </a:r>
          </a:p>
          <a:p>
            <a:r>
              <a:rPr lang="en-US" altLang="ko-KR" dirty="0"/>
              <a:t>      - 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      - tests/</a:t>
            </a:r>
          </a:p>
          <a:p>
            <a:r>
              <a:rPr lang="en-US" altLang="ko-KR" dirty="0"/>
              <a:t>      - </a:t>
            </a:r>
            <a:r>
              <a:rPr lang="en-US" altLang="ko-KR" dirty="0" err="1"/>
              <a:t>package.json</a:t>
            </a:r>
            <a:endParaRPr lang="en-US" altLang="ko-KR" dirty="0"/>
          </a:p>
          <a:p>
            <a:r>
              <a:rPr lang="en-US" altLang="ko-KR" dirty="0"/>
              <a:t>  3. commit message</a:t>
            </a:r>
            <a:r>
              <a:rPr lang="ko-KR" altLang="en-US" dirty="0"/>
              <a:t>가 보이면 이것인지 확인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ch01: initialize tutorial collaboration seed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732A21-4B42-56D8-AD7C-FCCBD6A2A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5C7AA-37E5-4738-B6B8-EBC0A0C606E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31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D42B8-99BC-5750-77BD-EEB18D29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B5C971-44F2-375D-F51C-68A711675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00CBF-E87E-8A6B-115C-943F2ABE6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 </a:t>
            </a:r>
            <a:r>
              <a:rPr lang="en-US" altLang="ko-KR" dirty="0"/>
              <a:t>PC</a:t>
            </a:r>
            <a:r>
              <a:rPr lang="ko-KR" altLang="en-US" dirty="0"/>
              <a:t>의 </a:t>
            </a:r>
            <a:r>
              <a:rPr lang="en-US" altLang="ko-KR" dirty="0"/>
              <a:t>local main</a:t>
            </a:r>
            <a:r>
              <a:rPr lang="ko-KR" altLang="en-US" dirty="0"/>
              <a:t>과 </a:t>
            </a:r>
            <a:r>
              <a:rPr lang="en-US" altLang="ko-KR" dirty="0"/>
              <a:t>GitLab</a:t>
            </a:r>
            <a:r>
              <a:rPr lang="ko-KR" altLang="en-US" dirty="0"/>
              <a:t>의 </a:t>
            </a:r>
            <a:r>
              <a:rPr lang="en-US" altLang="ko-KR" dirty="0"/>
              <a:t>remote origin/main</a:t>
            </a:r>
            <a:r>
              <a:rPr lang="ko-KR" altLang="en-US" dirty="0"/>
              <a:t>이 같은 </a:t>
            </a:r>
            <a:r>
              <a:rPr lang="en-US" altLang="ko-KR" dirty="0"/>
              <a:t>commit</a:t>
            </a:r>
            <a:r>
              <a:rPr lang="ko-KR" altLang="en-US" dirty="0"/>
              <a:t>을 가리키고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지금 배운 핵심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git add: </a:t>
            </a:r>
            <a:r>
              <a:rPr lang="ko-KR" altLang="en-US" dirty="0"/>
              <a:t>이번 </a:t>
            </a:r>
            <a:r>
              <a:rPr lang="en-US" altLang="ko-KR" dirty="0"/>
              <a:t>commit</a:t>
            </a:r>
            <a:r>
              <a:rPr lang="ko-KR" altLang="en-US" dirty="0"/>
              <a:t>에 넣을 파일을 </a:t>
            </a:r>
            <a:r>
              <a:rPr lang="en-US" altLang="ko-KR" dirty="0"/>
              <a:t>staging area</a:t>
            </a:r>
            <a:r>
              <a:rPr lang="ko-KR" altLang="en-US" dirty="0"/>
              <a:t>에 올림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commit: staged snapshot</a:t>
            </a:r>
            <a:r>
              <a:rPr lang="ko-KR" altLang="en-US" dirty="0"/>
              <a:t>을 </a:t>
            </a:r>
            <a:r>
              <a:rPr lang="en-US" altLang="ko-KR" dirty="0"/>
              <a:t>local history</a:t>
            </a:r>
            <a:r>
              <a:rPr lang="ko-KR" altLang="en-US" dirty="0"/>
              <a:t>에 저장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push -u origin main: local main</a:t>
            </a:r>
            <a:r>
              <a:rPr lang="ko-KR" altLang="en-US" dirty="0"/>
              <a:t>을 </a:t>
            </a:r>
            <a:r>
              <a:rPr lang="en-US" altLang="ko-KR" dirty="0"/>
              <a:t>GitLab remote origin/main</a:t>
            </a:r>
            <a:r>
              <a:rPr lang="ko-KR" altLang="en-US" dirty="0"/>
              <a:t>으로 올리고 </a:t>
            </a:r>
            <a:r>
              <a:rPr lang="en-US" altLang="ko-KR" dirty="0"/>
              <a:t>tracking </a:t>
            </a:r>
            <a:r>
              <a:rPr lang="ko-KR" altLang="en-US" dirty="0"/>
              <a:t>연결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status: </a:t>
            </a:r>
            <a:r>
              <a:rPr lang="ko-KR" altLang="en-US" dirty="0"/>
              <a:t>내가 지금 안전한 상태인지 확인하는 첫 번째 명령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이제 </a:t>
            </a:r>
            <a:r>
              <a:rPr lang="en-US" altLang="ko-KR" dirty="0"/>
              <a:t>GitLab </a:t>
            </a:r>
            <a:r>
              <a:rPr lang="ko-KR" altLang="en-US" dirty="0"/>
              <a:t>웹에서 눈으로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https://gitlab.com/Infant83/tutorial-collaboration-lab </a:t>
            </a:r>
            <a:r>
              <a:rPr lang="ko-KR" altLang="en-US" dirty="0"/>
              <a:t>열기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2. </a:t>
            </a:r>
            <a:r>
              <a:rPr lang="ko-KR" altLang="en-US" dirty="0"/>
              <a:t>파일 목록에 아래가 보이는지 확인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- README.md</a:t>
            </a:r>
          </a:p>
          <a:p>
            <a:r>
              <a:rPr lang="en-US" altLang="ko-KR" dirty="0"/>
              <a:t>      - docs/</a:t>
            </a:r>
          </a:p>
          <a:p>
            <a:r>
              <a:rPr lang="en-US" altLang="ko-KR" dirty="0"/>
              <a:t>      - 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      - tests/</a:t>
            </a:r>
          </a:p>
          <a:p>
            <a:r>
              <a:rPr lang="en-US" altLang="ko-KR" dirty="0"/>
              <a:t>      - </a:t>
            </a:r>
            <a:r>
              <a:rPr lang="en-US" altLang="ko-KR" dirty="0" err="1"/>
              <a:t>package.json</a:t>
            </a:r>
            <a:endParaRPr lang="en-US" altLang="ko-KR" dirty="0"/>
          </a:p>
          <a:p>
            <a:r>
              <a:rPr lang="en-US" altLang="ko-KR" dirty="0"/>
              <a:t>  3. commit message</a:t>
            </a:r>
            <a:r>
              <a:rPr lang="ko-KR" altLang="en-US" dirty="0"/>
              <a:t>가 보이면 이것인지 확인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ch01: initialize tutorial collaboration seed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974EED-BCBD-DC9B-DD9C-C7D91F9DE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5C7AA-37E5-4738-B6B8-EBC0A0C606E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551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EEE9-5DEA-17E1-5910-3D5A55A4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F035C5-4D72-27C9-3FFC-17918DBCA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5D31FB-8079-7F29-7481-B8DBA0FDD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 </a:t>
            </a:r>
            <a:r>
              <a:rPr lang="en-US" altLang="ko-KR" dirty="0"/>
              <a:t>PC</a:t>
            </a:r>
            <a:r>
              <a:rPr lang="ko-KR" altLang="en-US" dirty="0"/>
              <a:t>의 </a:t>
            </a:r>
            <a:r>
              <a:rPr lang="en-US" altLang="ko-KR" dirty="0"/>
              <a:t>local main</a:t>
            </a:r>
            <a:r>
              <a:rPr lang="ko-KR" altLang="en-US" dirty="0"/>
              <a:t>과 </a:t>
            </a:r>
            <a:r>
              <a:rPr lang="en-US" altLang="ko-KR" dirty="0"/>
              <a:t>GitLab</a:t>
            </a:r>
            <a:r>
              <a:rPr lang="ko-KR" altLang="en-US" dirty="0"/>
              <a:t>의 </a:t>
            </a:r>
            <a:r>
              <a:rPr lang="en-US" altLang="ko-KR" dirty="0"/>
              <a:t>remote origin/main</a:t>
            </a:r>
            <a:r>
              <a:rPr lang="ko-KR" altLang="en-US" dirty="0"/>
              <a:t>이 같은 </a:t>
            </a:r>
            <a:r>
              <a:rPr lang="en-US" altLang="ko-KR" dirty="0"/>
              <a:t>commit</a:t>
            </a:r>
            <a:r>
              <a:rPr lang="ko-KR" altLang="en-US" dirty="0"/>
              <a:t>을 가리키고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지금 배운 핵심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git add: </a:t>
            </a:r>
            <a:r>
              <a:rPr lang="ko-KR" altLang="en-US" dirty="0"/>
              <a:t>이번 </a:t>
            </a:r>
            <a:r>
              <a:rPr lang="en-US" altLang="ko-KR" dirty="0"/>
              <a:t>commit</a:t>
            </a:r>
            <a:r>
              <a:rPr lang="ko-KR" altLang="en-US" dirty="0"/>
              <a:t>에 넣을 파일을 </a:t>
            </a:r>
            <a:r>
              <a:rPr lang="en-US" altLang="ko-KR" dirty="0"/>
              <a:t>staging area</a:t>
            </a:r>
            <a:r>
              <a:rPr lang="ko-KR" altLang="en-US" dirty="0"/>
              <a:t>에 올림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commit: staged snapshot</a:t>
            </a:r>
            <a:r>
              <a:rPr lang="ko-KR" altLang="en-US" dirty="0"/>
              <a:t>을 </a:t>
            </a:r>
            <a:r>
              <a:rPr lang="en-US" altLang="ko-KR" dirty="0"/>
              <a:t>local history</a:t>
            </a:r>
            <a:r>
              <a:rPr lang="ko-KR" altLang="en-US" dirty="0"/>
              <a:t>에 저장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push -u origin main: local main</a:t>
            </a:r>
            <a:r>
              <a:rPr lang="ko-KR" altLang="en-US" dirty="0"/>
              <a:t>을 </a:t>
            </a:r>
            <a:r>
              <a:rPr lang="en-US" altLang="ko-KR" dirty="0"/>
              <a:t>GitLab remote origin/main</a:t>
            </a:r>
            <a:r>
              <a:rPr lang="ko-KR" altLang="en-US" dirty="0"/>
              <a:t>으로 올리고 </a:t>
            </a:r>
            <a:r>
              <a:rPr lang="en-US" altLang="ko-KR" dirty="0"/>
              <a:t>tracking </a:t>
            </a:r>
            <a:r>
              <a:rPr lang="ko-KR" altLang="en-US" dirty="0"/>
              <a:t>연결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status: </a:t>
            </a:r>
            <a:r>
              <a:rPr lang="ko-KR" altLang="en-US" dirty="0"/>
              <a:t>내가 지금 안전한 상태인지 확인하는 첫 번째 명령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이제 </a:t>
            </a:r>
            <a:r>
              <a:rPr lang="en-US" altLang="ko-KR" dirty="0"/>
              <a:t>GitLab </a:t>
            </a:r>
            <a:r>
              <a:rPr lang="ko-KR" altLang="en-US" dirty="0"/>
              <a:t>웹에서 눈으로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https://gitlab.com/Infant83/tutorial-collaboration-lab </a:t>
            </a:r>
            <a:r>
              <a:rPr lang="ko-KR" altLang="en-US" dirty="0"/>
              <a:t>열기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2. </a:t>
            </a:r>
            <a:r>
              <a:rPr lang="ko-KR" altLang="en-US" dirty="0"/>
              <a:t>파일 목록에 아래가 보이는지 확인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- README.md</a:t>
            </a:r>
          </a:p>
          <a:p>
            <a:r>
              <a:rPr lang="en-US" altLang="ko-KR" dirty="0"/>
              <a:t>      - docs/</a:t>
            </a:r>
          </a:p>
          <a:p>
            <a:r>
              <a:rPr lang="en-US" altLang="ko-KR" dirty="0"/>
              <a:t>      - 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      - tests/</a:t>
            </a:r>
          </a:p>
          <a:p>
            <a:r>
              <a:rPr lang="en-US" altLang="ko-KR" dirty="0"/>
              <a:t>      - </a:t>
            </a:r>
            <a:r>
              <a:rPr lang="en-US" altLang="ko-KR" dirty="0" err="1"/>
              <a:t>package.json</a:t>
            </a:r>
            <a:endParaRPr lang="en-US" altLang="ko-KR" dirty="0"/>
          </a:p>
          <a:p>
            <a:r>
              <a:rPr lang="en-US" altLang="ko-KR" dirty="0"/>
              <a:t>  3. commit message</a:t>
            </a:r>
            <a:r>
              <a:rPr lang="ko-KR" altLang="en-US" dirty="0"/>
              <a:t>가 보이면 이것인지 확인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ch01: initialize tutorial collaboration seed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6A5323-6DF4-E704-7F4B-86AF81F53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5C7AA-37E5-4738-B6B8-EBC0A0C606E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52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0FC482-4A08-47CE-99C0-23845F0F3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79E9D5-5441-7421-6DAE-2B5BF19E0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7F2252-4F0E-4590-F3A2-9ACA7FF3E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463958-7347-90FA-CAAE-FD444C83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E13CD7-32AC-77FB-6D2B-39BD2DC6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459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C7BAB-E106-6D04-0905-DF753DE5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F42DD7-8742-041C-88F5-309E2619D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BA704-A847-47F0-0665-72D0A4CE3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7C8285-391E-2802-D288-BA5F538A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89B2B-13EF-89D3-3BC1-5C968AE95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25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A27FF-FBEC-1FF0-1928-009EC1AA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CDFE00-0F54-C68E-279B-36815A6FE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E18B9-9E6C-AEE5-3311-A498C130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95D24-0A5B-A98F-2D99-3C3ED0D3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D32FA9-40B0-6A71-2113-1FD3B0F6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56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E96C-E7FD-FA59-3B3B-4772BD87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0988BE-6BEF-3C44-5839-32EFF477E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D36020-5697-C331-A244-DB27B8034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6742A5-F7F7-7FE1-AC0A-704828E8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9F98C1-0062-4066-14E9-423C5063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A7373A-B0CE-64B0-947C-B88CE342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05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5039B-B4F7-E816-83CA-967866AC8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4C7878-C6F6-A344-E455-5C549EF1A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B2481-0720-9B7B-272C-1C9EAF300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02E376-1C19-9401-1828-F432B7008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8E000F-1E53-EDD2-07E0-0E9A1C542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7FF14C-8FB4-D1B0-42EC-55F67E2D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40C97D-E94A-0B5F-09CC-26B1B5A1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9FC5C8-F4D6-AC28-A4CB-3851CA89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79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E24BA-944C-2A36-53AD-AC602F27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6282FB-C2BA-9A85-DB9F-3AC701343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08C90E-A7CC-3F3B-31E4-5F9612734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8E2301-8C17-0AC3-8DEB-217261C8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45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BA5F88-DD17-F2E3-F34E-446AF78D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70B0C9-A491-4D47-6A78-25831D90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22370E-52A3-2DF3-0A8A-EB9B33CD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95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C1354-25EC-7EDA-183D-9740FBDF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CDE7D5-5D79-EDB6-A553-474342EAF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AB5B76-2703-E425-E3EB-7310A37DF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9AD40F-924B-DFA0-81A1-578B3F90F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B839CC-E6CE-61BA-FCF1-4C7EC76A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01D99D-E76B-7541-8771-00C25325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8CD50-6A75-3B91-B17F-B0A1ACAA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80619F-CCAC-FEFD-4309-51D9AA4BC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DECD58-8EA9-376D-7E35-0E879C343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7CB426-687F-F057-4B7F-0ECEE917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AA87D1-B90D-14D7-E22B-2B280EF7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616BF-17F5-D6FB-6E22-212CCFA7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436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EC196-C1CA-5062-CC38-258518B8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BDB835-02A4-EAB0-2726-46EF91AB0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0EA75E-1660-1641-A2B7-FD6D1AF0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97D2AD-86DE-942F-589E-6D469F8A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EEC916-5300-CACA-6243-B583218B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555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FE75C9-94FD-E29C-D24D-D1C2C9C77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FB2572-D478-88CC-4E66-0B419292F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40A54-1D6C-4832-8909-751EB97A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785F32-AFC5-1627-C445-421239BF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10D1E-E6A8-0333-8044-FEC74AE0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19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F5F513-7E3A-DE77-76DD-766BDF9D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456C2-D8B6-4C90-5499-840319A8A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10480-6F92-6C94-9344-609A6E736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20E21-EA68-40EE-AC1F-D8C95580348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26E19B-DFB4-62FD-E102-E3EDAC723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CDF4B3-D366-B26D-4BE5-321F151C7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17875-5B55-427C-AC44-CACEB4BC7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76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690E7-63FE-2A11-E213-DFE43780AA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Ch01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D13A9D-F8B7-C208-EE7E-55AE559F2C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991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E68D5-C2D2-C82F-D2BF-A822C112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1. </a:t>
            </a:r>
            <a:r>
              <a:rPr lang="ko-KR" altLang="en-US" dirty="0"/>
              <a:t>환경점검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ABFF66-2ED9-6ACF-CD47-0D5F71C66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175"/>
            <a:ext cx="6305550" cy="2224088"/>
          </a:xfrm>
        </p:spPr>
        <p:txBody>
          <a:bodyPr>
            <a:normAutofit/>
          </a:bodyPr>
          <a:lstStyle/>
          <a:p>
            <a:r>
              <a:rPr lang="en-US" altLang="ko-KR" sz="1200" dirty="0"/>
              <a:t>PowerShell</a:t>
            </a:r>
            <a:r>
              <a:rPr lang="ko-KR" altLang="en-US" sz="1200" dirty="0"/>
              <a:t>에서 아래를 직접 입력하세요</a:t>
            </a:r>
            <a:r>
              <a:rPr lang="en-US" altLang="ko-KR" sz="1200" dirty="0"/>
              <a:t>.</a:t>
            </a:r>
          </a:p>
          <a:p>
            <a:pPr marL="457200" lvl="1" indent="0">
              <a:buNone/>
            </a:pPr>
            <a:r>
              <a:rPr lang="en-US" altLang="ko-KR" sz="1100" dirty="0"/>
              <a:t>cd C:\Users\angpa\myProjects\Daily_Work\GitLab-Manual\Lecture_Prep\CH01</a:t>
            </a:r>
          </a:p>
          <a:p>
            <a:pPr marL="457200" lvl="1" indent="0">
              <a:buNone/>
            </a:pPr>
            <a:r>
              <a:rPr lang="en-US" altLang="ko-KR" sz="1100" dirty="0"/>
              <a:t>git --version</a:t>
            </a:r>
          </a:p>
          <a:p>
            <a:pPr marL="457200" lvl="1" indent="0">
              <a:buNone/>
            </a:pPr>
            <a:r>
              <a:rPr lang="en-US" altLang="ko-KR" sz="1100" dirty="0"/>
              <a:t>git config --global user.name</a:t>
            </a:r>
          </a:p>
          <a:p>
            <a:pPr marL="457200" lvl="1" indent="0">
              <a:buNone/>
            </a:pPr>
            <a:r>
              <a:rPr lang="en-US" altLang="ko-KR" sz="1100" dirty="0"/>
              <a:t>git config --global </a:t>
            </a:r>
            <a:r>
              <a:rPr lang="en-US" altLang="ko-KR" sz="1100" dirty="0" err="1"/>
              <a:t>user.email</a:t>
            </a:r>
            <a:endParaRPr lang="ko-KR" alt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FC2E8-8E51-0FD6-7053-972A1CD953FB}"/>
              </a:ext>
            </a:extLst>
          </p:cNvPr>
          <p:cNvSpPr txBox="1"/>
          <p:nvPr/>
        </p:nvSpPr>
        <p:spPr>
          <a:xfrm>
            <a:off x="7143750" y="1566863"/>
            <a:ext cx="4114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└─ CH01/</a:t>
            </a:r>
          </a:p>
          <a:p>
            <a:r>
              <a:rPr lang="ko-KR" altLang="en-US" dirty="0"/>
              <a:t>     └─ </a:t>
            </a:r>
            <a:r>
              <a:rPr lang="ko-KR" altLang="en-US" dirty="0" err="1"/>
              <a:t>tutorial-collaboration-lab</a:t>
            </a:r>
            <a:r>
              <a:rPr lang="ko-KR" altLang="en-US" dirty="0"/>
              <a:t>/</a:t>
            </a:r>
          </a:p>
          <a:p>
            <a:r>
              <a:rPr lang="ko-KR" altLang="en-US" dirty="0"/>
              <a:t>        ├─ .</a:t>
            </a:r>
            <a:r>
              <a:rPr lang="ko-KR" altLang="en-US" dirty="0" err="1"/>
              <a:t>git</a:t>
            </a:r>
            <a:r>
              <a:rPr lang="ko-KR" altLang="en-US" dirty="0"/>
              <a:t>/</a:t>
            </a:r>
          </a:p>
          <a:p>
            <a:r>
              <a:rPr lang="ko-KR" altLang="en-US" dirty="0"/>
              <a:t>        ├─ README.md</a:t>
            </a:r>
          </a:p>
          <a:p>
            <a:r>
              <a:rPr lang="ko-KR" altLang="en-US" dirty="0"/>
              <a:t>        ├─ </a:t>
            </a:r>
            <a:r>
              <a:rPr lang="ko-KR" altLang="en-US" dirty="0" err="1"/>
              <a:t>src</a:t>
            </a:r>
            <a:r>
              <a:rPr lang="ko-KR" altLang="en-US" dirty="0"/>
              <a:t>/</a:t>
            </a:r>
          </a:p>
          <a:p>
            <a:r>
              <a:rPr lang="ko-KR" altLang="en-US" dirty="0"/>
              <a:t>        ├─ </a:t>
            </a:r>
            <a:r>
              <a:rPr lang="ko-KR" altLang="en-US" dirty="0" err="1"/>
              <a:t>docs</a:t>
            </a:r>
            <a:r>
              <a:rPr lang="ko-KR" altLang="en-US" dirty="0"/>
              <a:t>/</a:t>
            </a:r>
          </a:p>
          <a:p>
            <a:r>
              <a:rPr lang="ko-KR" altLang="en-US" dirty="0"/>
              <a:t>        └─ </a:t>
            </a:r>
            <a:r>
              <a:rPr lang="ko-KR" altLang="en-US" dirty="0" err="1"/>
              <a:t>tests</a:t>
            </a:r>
            <a:r>
              <a:rPr lang="ko-KR" altLang="en-US" dirty="0"/>
              <a:t>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7C069-33FE-CF51-DF9B-14740A0FCC5E}"/>
              </a:ext>
            </a:extLst>
          </p:cNvPr>
          <p:cNvSpPr txBox="1"/>
          <p:nvPr/>
        </p:nvSpPr>
        <p:spPr>
          <a:xfrm>
            <a:off x="1171575" y="3059668"/>
            <a:ext cx="563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  - </a:t>
            </a:r>
            <a:r>
              <a:rPr lang="ko-KR" altLang="en-US" sz="1400" dirty="0" err="1"/>
              <a:t>git</a:t>
            </a:r>
            <a:r>
              <a:rPr lang="ko-KR" altLang="en-US" sz="1400" dirty="0"/>
              <a:t> --</a:t>
            </a:r>
            <a:r>
              <a:rPr lang="ko-KR" altLang="en-US" sz="1400" dirty="0" err="1"/>
              <a:t>version이</a:t>
            </a:r>
            <a:r>
              <a:rPr lang="ko-KR" altLang="en-US" sz="1400" dirty="0"/>
              <a:t> 버전을 출력해야 합니다.</a:t>
            </a:r>
          </a:p>
          <a:p>
            <a:r>
              <a:rPr lang="ko-KR" altLang="en-US" sz="1400" dirty="0"/>
              <a:t>  - </a:t>
            </a:r>
            <a:r>
              <a:rPr lang="ko-KR" altLang="en-US" sz="1400" dirty="0" err="1"/>
              <a:t>user.name이</a:t>
            </a:r>
            <a:r>
              <a:rPr lang="ko-KR" altLang="en-US" sz="1400" dirty="0"/>
              <a:t> 비어 있으면 안 됩니다.</a:t>
            </a:r>
          </a:p>
          <a:p>
            <a:r>
              <a:rPr lang="ko-KR" altLang="en-US" sz="1400" dirty="0"/>
              <a:t>  - </a:t>
            </a:r>
            <a:r>
              <a:rPr lang="ko-KR" altLang="en-US" sz="1400" dirty="0" err="1"/>
              <a:t>user.email은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GitLab에서</a:t>
            </a:r>
            <a:r>
              <a:rPr lang="ko-KR" altLang="en-US" sz="1400" dirty="0"/>
              <a:t> 사용할 계정 이메일과 맞아야 합니다.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7036C2D-7DD3-266A-A042-54A81F2AE61C}"/>
              </a:ext>
            </a:extLst>
          </p:cNvPr>
          <p:cNvSpPr txBox="1">
            <a:spLocks/>
          </p:cNvSpPr>
          <p:nvPr/>
        </p:nvSpPr>
        <p:spPr>
          <a:xfrm>
            <a:off x="838200" y="3933507"/>
            <a:ext cx="6934200" cy="1530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@"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  # CH01 Learning Notes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  ## Environment Check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  - Git version: 2.52.0.windows.1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  - Git user.name: Infant83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  - Git </a:t>
            </a:r>
            <a:r>
              <a:rPr lang="en-US" altLang="ko-KR" sz="1000" dirty="0" err="1"/>
              <a:t>user.email</a:t>
            </a:r>
            <a:r>
              <a:rPr lang="en-US" altLang="ko-KR" sz="1000" dirty="0"/>
              <a:t>: Infant@kias.re.kr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  ## My Current Understanding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  - Git manages local file changes and commit history.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  - GitLab adds collaboration features such as remote repository, MR, review, approval, issue, and pipeline.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00" dirty="0"/>
              <a:t>  "@ | Set-Content -Encoding UTF8 .\ch01-learning-notes.md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C0E5F-4FD3-45BA-5C4C-EAFA27B07BE8}"/>
              </a:ext>
            </a:extLst>
          </p:cNvPr>
          <p:cNvSpPr txBox="1"/>
          <p:nvPr/>
        </p:nvSpPr>
        <p:spPr>
          <a:xfrm>
            <a:off x="838200" y="5445502"/>
            <a:ext cx="2865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 Get-</a:t>
            </a:r>
            <a:r>
              <a:rPr lang="en-US" altLang="ko-KR" sz="1100" dirty="0" err="1"/>
              <a:t>ChildItem</a:t>
            </a:r>
            <a:endParaRPr lang="en-US" altLang="ko-KR" sz="1100" dirty="0"/>
          </a:p>
          <a:p>
            <a:r>
              <a:rPr lang="en-US" altLang="ko-KR" sz="1100" dirty="0"/>
              <a:t> Get-Content .\ch01-learning-notes.md</a:t>
            </a:r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EC7938-C99C-3E83-11F7-44EDD0AC9F81}"/>
              </a:ext>
            </a:extLst>
          </p:cNvPr>
          <p:cNvSpPr txBox="1"/>
          <p:nvPr/>
        </p:nvSpPr>
        <p:spPr>
          <a:xfrm>
            <a:off x="838200" y="587638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 </a:t>
            </a:r>
            <a:r>
              <a:rPr lang="ko-KR" altLang="en-US" sz="1100" dirty="0" err="1"/>
              <a:t>Remove-Item</a:t>
            </a:r>
            <a:r>
              <a:rPr lang="ko-KR" altLang="en-US" sz="1100" dirty="0"/>
              <a:t> .\ch01-learning-notes.md~ -</a:t>
            </a:r>
            <a:r>
              <a:rPr lang="ko-KR" altLang="en-US" sz="1100" dirty="0" err="1"/>
              <a:t>Force</a:t>
            </a:r>
            <a:endParaRPr lang="ko-KR" altLang="en-US" sz="1100" dirty="0"/>
          </a:p>
          <a:p>
            <a:r>
              <a:rPr lang="ko-KR" altLang="en-US" sz="1100" dirty="0"/>
              <a:t> </a:t>
            </a:r>
            <a:r>
              <a:rPr lang="ko-KR" altLang="en-US" sz="1100" dirty="0" err="1"/>
              <a:t>Remove-Item</a:t>
            </a:r>
            <a:r>
              <a:rPr lang="ko-KR" altLang="en-US" sz="1100" dirty="0"/>
              <a:t> .\.ch01-learning-notes.md.un~ -</a:t>
            </a:r>
            <a:r>
              <a:rPr lang="ko-KR" altLang="en-US" sz="1100" dirty="0" err="1"/>
              <a:t>Force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19676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2BAC5-234C-BD3C-7276-755855B4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2. GitLab</a:t>
            </a:r>
            <a:r>
              <a:rPr lang="ko-KR" altLang="en-US" dirty="0"/>
              <a:t>에서 빈 </a:t>
            </a:r>
            <a:r>
              <a:rPr lang="en-US" altLang="ko-KR" dirty="0"/>
              <a:t>project </a:t>
            </a:r>
            <a:r>
              <a:rPr lang="ko-KR" altLang="en-US" dirty="0"/>
              <a:t>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FEA6FE-E0E3-1E71-964A-7076326EE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1400" dirty="0"/>
          </a:p>
          <a:p>
            <a:r>
              <a:rPr lang="en-US" altLang="ko-KR" sz="1400" dirty="0"/>
              <a:t>1. GitLab</a:t>
            </a:r>
            <a:r>
              <a:rPr lang="ko-KR" altLang="en-US" sz="1400" dirty="0"/>
              <a:t>에 로그인합니다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2. New project </a:t>
            </a:r>
            <a:r>
              <a:rPr lang="ko-KR" altLang="en-US" sz="1400" dirty="0"/>
              <a:t>또는 </a:t>
            </a:r>
            <a:r>
              <a:rPr lang="en-US" altLang="ko-KR" sz="1400" dirty="0"/>
              <a:t>Create new project</a:t>
            </a:r>
            <a:r>
              <a:rPr lang="ko-KR" altLang="en-US" sz="1400" dirty="0"/>
              <a:t>를 누릅니다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3. Create blank project</a:t>
            </a:r>
            <a:r>
              <a:rPr lang="ko-KR" altLang="en-US" sz="1400" dirty="0"/>
              <a:t>를 선택합니다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4. Project name</a:t>
            </a:r>
            <a:r>
              <a:rPr lang="ko-KR" altLang="en-US" sz="1400" dirty="0"/>
              <a:t>을 아래처럼 입력합니다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tutorial-</a:t>
            </a:r>
            <a:r>
              <a:rPr lang="en-US" altLang="ko-KR" sz="1400" dirty="0" err="1"/>
              <a:t>collabration</a:t>
            </a:r>
            <a:r>
              <a:rPr lang="en-US" altLang="ko-KR" sz="1400" dirty="0"/>
              <a:t>-lab</a:t>
            </a:r>
          </a:p>
          <a:p>
            <a:r>
              <a:rPr lang="en-US" altLang="ko-KR" sz="1400" dirty="0"/>
              <a:t>5. </a:t>
            </a:r>
            <a:r>
              <a:rPr lang="ko-KR" altLang="en-US" sz="1400" dirty="0"/>
              <a:t>중요한 설정입니다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 Initialize repository with a README = </a:t>
            </a:r>
            <a:r>
              <a:rPr lang="ko-KR" altLang="en-US" sz="1400" dirty="0"/>
              <a:t>체크하지 않음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왜냐하면 </a:t>
            </a:r>
            <a:r>
              <a:rPr lang="en-US" altLang="ko-KR" sz="1400" dirty="0"/>
              <a:t>CH01 seed repo </a:t>
            </a:r>
            <a:r>
              <a:rPr lang="ko-KR" altLang="en-US" sz="1400" dirty="0"/>
              <a:t>파일을 우리가 </a:t>
            </a:r>
            <a:r>
              <a:rPr lang="en-US" altLang="ko-KR" sz="1400" dirty="0"/>
              <a:t>local</a:t>
            </a:r>
            <a:r>
              <a:rPr lang="ko-KR" altLang="en-US" sz="1400" dirty="0"/>
              <a:t>에서 직접 넣고 첫 </a:t>
            </a:r>
            <a:r>
              <a:rPr lang="en-US" altLang="ko-KR" sz="1400" dirty="0"/>
              <a:t>commit</a:t>
            </a:r>
            <a:r>
              <a:rPr lang="ko-KR" altLang="en-US" sz="1400" dirty="0"/>
              <a:t>을 만들 것이기 때문입니다</a:t>
            </a:r>
            <a:r>
              <a:rPr lang="en-US" altLang="ko-KR" sz="1400" dirty="0"/>
              <a:t>. GitLab</a:t>
            </a:r>
            <a:r>
              <a:rPr lang="ko-KR" altLang="en-US" sz="1400" dirty="0"/>
              <a:t>이 </a:t>
            </a:r>
            <a:r>
              <a:rPr lang="en-US" altLang="ko-KR" sz="1400" dirty="0"/>
              <a:t>README</a:t>
            </a:r>
            <a:r>
              <a:rPr lang="ko-KR" altLang="en-US" sz="1400" dirty="0"/>
              <a:t>를 먼저 만들면</a:t>
            </a:r>
            <a:r>
              <a:rPr lang="en-US" altLang="ko-KR" sz="1400" dirty="0"/>
              <a:t>, local </a:t>
            </a:r>
            <a:r>
              <a:rPr lang="ko-KR" altLang="en-US" sz="1400" dirty="0"/>
              <a:t>첫 </a:t>
            </a:r>
            <a:r>
              <a:rPr lang="en-US" altLang="ko-KR" sz="1400" dirty="0"/>
              <a:t>push </a:t>
            </a:r>
            <a:r>
              <a:rPr lang="ko-KR" altLang="en-US" sz="1400" dirty="0"/>
              <a:t>때 </a:t>
            </a:r>
            <a:r>
              <a:rPr lang="en-US" altLang="ko-KR" sz="1400" dirty="0"/>
              <a:t>history</a:t>
            </a:r>
            <a:r>
              <a:rPr lang="ko-KR" altLang="en-US" sz="1400" dirty="0"/>
              <a:t>가 어긋나서 초보자에게 불필요한 </a:t>
            </a:r>
            <a:r>
              <a:rPr lang="en-US" altLang="ko-KR" sz="1400" dirty="0"/>
              <a:t>pull/merge </a:t>
            </a:r>
            <a:r>
              <a:rPr lang="ko-KR" altLang="en-US" sz="1400" dirty="0"/>
              <a:t>상황이 생길 수 있습니다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6. Visibility</a:t>
            </a:r>
            <a:r>
              <a:rPr lang="ko-KR" altLang="en-US" sz="1400" dirty="0"/>
              <a:t>는 교육 상황에 맞게 </a:t>
            </a:r>
            <a:r>
              <a:rPr lang="en-US" altLang="ko-KR" sz="1400" dirty="0"/>
              <a:t>Private </a:t>
            </a:r>
            <a:r>
              <a:rPr lang="ko-KR" altLang="en-US" sz="1400" dirty="0"/>
              <a:t>또는 내부 </a:t>
            </a:r>
            <a:r>
              <a:rPr lang="ko-KR" altLang="en-US" sz="1400" dirty="0" err="1"/>
              <a:t>권장값으로</a:t>
            </a:r>
            <a:r>
              <a:rPr lang="ko-KR" altLang="en-US" sz="1400" dirty="0"/>
              <a:t> 둡니다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7. project</a:t>
            </a:r>
            <a:r>
              <a:rPr lang="ko-KR" altLang="en-US" sz="1400" dirty="0"/>
              <a:t>를 생성합니다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8. </a:t>
            </a:r>
            <a:r>
              <a:rPr lang="ko-KR" altLang="en-US" sz="1400" dirty="0"/>
              <a:t>생성 후 화면에 보이는 </a:t>
            </a:r>
            <a:r>
              <a:rPr lang="en-US" altLang="ko-KR" sz="1400" dirty="0"/>
              <a:t>clone URL</a:t>
            </a:r>
            <a:r>
              <a:rPr lang="ko-KR" altLang="en-US" sz="1400" dirty="0"/>
              <a:t>을 복사합니다</a:t>
            </a:r>
            <a:r>
              <a:rPr lang="en-US" altLang="ko-KR" sz="1400" dirty="0"/>
              <a:t>. </a:t>
            </a:r>
            <a:r>
              <a:rPr lang="ko-KR" altLang="en-US" sz="1400" dirty="0"/>
              <a:t>가능하면 </a:t>
            </a:r>
            <a:r>
              <a:rPr lang="en-US" altLang="ko-KR" sz="1400" dirty="0"/>
              <a:t>SSH URL</a:t>
            </a:r>
            <a:r>
              <a:rPr lang="ko-KR" altLang="en-US" sz="1400" dirty="0"/>
              <a:t>을 우선 봅니다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646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3A5-F8F1-6B32-14F9-C5132A4D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2074D-6264-7580-CB22-EF650F108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2. Clone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2D7BE-0204-F819-D3BE-AA8BAB1DA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400" dirty="0"/>
              <a:t> </a:t>
            </a:r>
            <a:r>
              <a:rPr lang="en-US" altLang="ko-KR" sz="1400" dirty="0"/>
              <a:t>Concept: git clone</a:t>
            </a:r>
            <a:r>
              <a:rPr lang="ko-KR" altLang="en-US" sz="1400" dirty="0"/>
              <a:t>이 하는 일</a:t>
            </a:r>
          </a:p>
          <a:p>
            <a:pPr marL="0" indent="0">
              <a:spcBef>
                <a:spcPts val="0"/>
              </a:spcBef>
              <a:buNone/>
            </a:pPr>
            <a:endParaRPr lang="ko-KR" alt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400" dirty="0"/>
              <a:t>  </a:t>
            </a:r>
            <a:r>
              <a:rPr lang="en-US" altLang="ko-KR" sz="1400" dirty="0"/>
              <a:t>git clone</a:t>
            </a:r>
            <a:r>
              <a:rPr lang="ko-KR" altLang="en-US" sz="1400" dirty="0"/>
              <a:t>은 단순 다운로드가 아닙니다</a:t>
            </a:r>
            <a:r>
              <a:rPr lang="en-US" altLang="ko-KR" sz="1400" dirty="0"/>
              <a:t>. </a:t>
            </a:r>
            <a:r>
              <a:rPr lang="ko-KR" altLang="en-US" sz="1400" dirty="0"/>
              <a:t>세 가지를 한 번에 합니다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>
              <a:spcBef>
                <a:spcPts val="0"/>
              </a:spcBef>
            </a:pPr>
            <a:r>
              <a:rPr lang="en-US" altLang="ko-KR" sz="1400" dirty="0"/>
              <a:t>  1. GitLab remote repository</a:t>
            </a:r>
            <a:r>
              <a:rPr lang="ko-KR" altLang="en-US" sz="1400" dirty="0"/>
              <a:t>를 내 </a:t>
            </a:r>
            <a:r>
              <a:rPr lang="en-US" altLang="ko-KR" sz="1400" dirty="0"/>
              <a:t>PC</a:t>
            </a:r>
            <a:r>
              <a:rPr lang="ko-KR" altLang="en-US" sz="1400" dirty="0"/>
              <a:t>로 복사합니다</a:t>
            </a:r>
            <a:r>
              <a:rPr lang="en-US" altLang="ko-KR" sz="1400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sz="1400" dirty="0"/>
              <a:t>  2. .git </a:t>
            </a:r>
            <a:r>
              <a:rPr lang="ko-KR" altLang="en-US" sz="1400" dirty="0"/>
              <a:t>폴더를 만들어 </a:t>
            </a:r>
            <a:r>
              <a:rPr lang="en-US" altLang="ko-KR" sz="1400" dirty="0"/>
              <a:t>Git history</a:t>
            </a:r>
            <a:r>
              <a:rPr lang="ko-KR" altLang="en-US" sz="1400" dirty="0"/>
              <a:t>를 추적할 수 있게 합니다</a:t>
            </a:r>
            <a:r>
              <a:rPr lang="en-US" altLang="ko-KR" sz="1400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sz="1400" dirty="0"/>
              <a:t>  3. origin</a:t>
            </a:r>
            <a:r>
              <a:rPr lang="ko-KR" altLang="en-US" sz="1400" dirty="0"/>
              <a:t>이라는 이름으로 </a:t>
            </a:r>
            <a:r>
              <a:rPr lang="en-US" altLang="ko-KR" sz="1400" dirty="0"/>
              <a:t>GitLab URL</a:t>
            </a:r>
            <a:r>
              <a:rPr lang="ko-KR" altLang="en-US" sz="1400" dirty="0"/>
              <a:t>을 등록합니다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</a:t>
            </a:r>
            <a:r>
              <a:rPr lang="ko-KR" altLang="en-US" sz="1400" dirty="0"/>
              <a:t>이제 </a:t>
            </a:r>
            <a:r>
              <a:rPr lang="en-US" altLang="ko-KR" sz="1400" dirty="0"/>
              <a:t>PowerShell</a:t>
            </a:r>
            <a:r>
              <a:rPr lang="ko-KR" altLang="en-US" sz="1400" dirty="0"/>
              <a:t>에서 현재 위치가 </a:t>
            </a:r>
            <a:r>
              <a:rPr lang="en-US" altLang="ko-KR" sz="1400" dirty="0" err="1"/>
              <a:t>Lecture_Prep</a:t>
            </a:r>
            <a:r>
              <a:rPr lang="en-US" altLang="ko-KR" sz="1400" dirty="0"/>
              <a:t>\CH01</a:t>
            </a:r>
            <a:r>
              <a:rPr lang="ko-KR" altLang="en-US" sz="1400" dirty="0"/>
              <a:t>인지 확인한 뒤 실행하세요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</a:t>
            </a:r>
            <a:r>
              <a:rPr lang="en-US" altLang="ko-KR" sz="1400" dirty="0" err="1"/>
              <a:t>pwd</a:t>
            </a: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git clone https://gitlab.com/Infant83/tutorial-collaboration-lab.git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cd .\tutorial-collaboration-lab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git status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git symbolic-ref --short HEAD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git remote -v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</a:t>
            </a:r>
            <a:r>
              <a:rPr lang="ko-KR" altLang="en-US" sz="1400" dirty="0"/>
              <a:t>예상 가능한 결과는 두 가지입니다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</a:t>
            </a:r>
            <a:r>
              <a:rPr lang="ko-KR" altLang="en-US" sz="1400" dirty="0"/>
              <a:t>빈 </a:t>
            </a:r>
            <a:r>
              <a:rPr lang="en-US" altLang="ko-KR" sz="1400" dirty="0"/>
              <a:t>project</a:t>
            </a:r>
            <a:r>
              <a:rPr lang="ko-KR" altLang="en-US" sz="1400" dirty="0"/>
              <a:t>라서 이런 메시지가 나올 수 있습니다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warning: You appear to have cloned an empty repository.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</a:t>
            </a:r>
            <a:r>
              <a:rPr lang="ko-KR" altLang="en-US" sz="1400" dirty="0"/>
              <a:t>이건 정상입니다</a:t>
            </a:r>
            <a:r>
              <a:rPr lang="en-US" altLang="ko-KR" sz="1400" dirty="0"/>
              <a:t>. </a:t>
            </a:r>
            <a:r>
              <a:rPr lang="ko-KR" altLang="en-US" sz="1400" dirty="0"/>
              <a:t>아직 우리가 첫 </a:t>
            </a:r>
            <a:r>
              <a:rPr lang="en-US" altLang="ko-KR" sz="1400" dirty="0"/>
              <a:t>commit</a:t>
            </a:r>
            <a:r>
              <a:rPr lang="ko-KR" altLang="en-US" sz="1400" dirty="0"/>
              <a:t>을 안 만들었기 때문입니다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</a:t>
            </a:r>
            <a:r>
              <a:rPr lang="ko-KR" altLang="en-US" sz="1400" dirty="0"/>
              <a:t>그리고 </a:t>
            </a:r>
            <a:r>
              <a:rPr lang="en-US" altLang="ko-KR" sz="1400" dirty="0"/>
              <a:t>branch </a:t>
            </a:r>
            <a:r>
              <a:rPr lang="ko-KR" altLang="en-US" sz="1400" dirty="0"/>
              <a:t>이름은 </a:t>
            </a:r>
            <a:r>
              <a:rPr lang="en-US" altLang="ko-KR" sz="1400" dirty="0"/>
              <a:t>main</a:t>
            </a:r>
            <a:r>
              <a:rPr lang="ko-KR" altLang="en-US" sz="1400" dirty="0"/>
              <a:t>일 수도 있고</a:t>
            </a:r>
            <a:r>
              <a:rPr lang="en-US" altLang="ko-KR" sz="1400" dirty="0"/>
              <a:t>, </a:t>
            </a:r>
            <a:r>
              <a:rPr lang="ko-KR" altLang="en-US" sz="1400" dirty="0"/>
              <a:t>환경에 따라 </a:t>
            </a:r>
            <a:r>
              <a:rPr lang="en-US" altLang="ko-KR" sz="1400" dirty="0"/>
              <a:t>master</a:t>
            </a:r>
            <a:r>
              <a:rPr lang="ko-KR" altLang="en-US" sz="1400" dirty="0"/>
              <a:t>일 수도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그래서 제가 </a:t>
            </a:r>
            <a:r>
              <a:rPr lang="en-US" altLang="ko-KR" sz="1400" dirty="0"/>
              <a:t>git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symbolic-ref --short HEAD</a:t>
            </a:r>
            <a:r>
              <a:rPr lang="ko-KR" altLang="en-US" sz="1400" dirty="0"/>
              <a:t>를 확인하라고 한 겁니다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</a:t>
            </a:r>
            <a:r>
              <a:rPr lang="ko-KR" altLang="en-US" sz="1400" dirty="0"/>
              <a:t>실행 결과를 그대로 보여 주세요</a:t>
            </a:r>
            <a:r>
              <a:rPr lang="en-US" altLang="ko-KR" sz="1400" dirty="0"/>
              <a:t>. </a:t>
            </a:r>
            <a:r>
              <a:rPr lang="ko-KR" altLang="en-US" sz="1400" dirty="0"/>
              <a:t>특히 아래 세 가지를 볼 겁니다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400" dirty="0"/>
              <a:t>  - </a:t>
            </a:r>
            <a:r>
              <a:rPr lang="ko-KR" altLang="en-US" sz="1400" dirty="0"/>
              <a:t>현재 </a:t>
            </a:r>
            <a:r>
              <a:rPr lang="en-US" altLang="ko-KR" sz="1400" dirty="0"/>
              <a:t>branch </a:t>
            </a:r>
            <a:r>
              <a:rPr lang="ko-KR" altLang="en-US" sz="1400" dirty="0"/>
              <a:t>이름</a:t>
            </a:r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400" dirty="0"/>
              <a:t>  </a:t>
            </a:r>
            <a:r>
              <a:rPr lang="en-US" altLang="ko-KR" sz="1400" dirty="0"/>
              <a:t>- git status</a:t>
            </a:r>
            <a:r>
              <a:rPr lang="ko-KR" altLang="en-US" sz="1400" dirty="0"/>
              <a:t>에서 </a:t>
            </a:r>
            <a:r>
              <a:rPr lang="en-US" altLang="ko-KR" sz="1400" dirty="0"/>
              <a:t>No commits yet</a:t>
            </a:r>
            <a:r>
              <a:rPr lang="ko-KR" altLang="en-US" sz="1400" dirty="0"/>
              <a:t>가 보이는지</a:t>
            </a:r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400" dirty="0"/>
              <a:t>  </a:t>
            </a:r>
            <a:r>
              <a:rPr lang="en-US" altLang="ko-KR" sz="1400" dirty="0"/>
              <a:t>- origin</a:t>
            </a:r>
            <a:r>
              <a:rPr lang="ko-KR" altLang="en-US" sz="1400" dirty="0"/>
              <a:t>이 방금 준 </a:t>
            </a:r>
            <a:r>
              <a:rPr lang="en-US" altLang="ko-KR" sz="1400" dirty="0"/>
              <a:t>GitLab URL</a:t>
            </a:r>
            <a:r>
              <a:rPr lang="ko-KR" altLang="en-US" sz="1400" dirty="0"/>
              <a:t>을 가리키는지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7064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E104-C15E-D483-02FE-41A1AC94C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A1073-A5EB-A1BC-812E-6F25AF8B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2. seed repo </a:t>
            </a:r>
            <a:r>
              <a:rPr lang="ko-KR" altLang="en-US" dirty="0"/>
              <a:t>복사하기 </a:t>
            </a:r>
            <a:r>
              <a:rPr lang="en-US" altLang="ko-KR" dirty="0"/>
              <a:t>&amp; add</a:t>
            </a:r>
            <a:r>
              <a:rPr lang="ko-KR" altLang="en-US" dirty="0"/>
              <a:t> 하기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DF1528A-83D3-FE20-E055-3D4C7A0FD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altLang="ko-KR" dirty="0"/>
              <a:t>$seed = "C:\Users\angpa\myProjects\Daily_Work\GitLab-Manual\GitLab-Onboarding-Lectures\tutorials\CH01-Course-Foundation-and-Operating-Model\seed_repo“</a:t>
            </a:r>
          </a:p>
          <a:p>
            <a:r>
              <a:rPr lang="en-US" altLang="ko-KR" dirty="0" err="1"/>
              <a:t>gci</a:t>
            </a:r>
            <a:r>
              <a:rPr lang="en-US" altLang="ko-KR" dirty="0"/>
              <a:t> $seed | cp -D . -R –Force</a:t>
            </a:r>
          </a:p>
          <a:p>
            <a:r>
              <a:rPr lang="en-US" altLang="ko-KR" dirty="0"/>
              <a:t>git status</a:t>
            </a: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On branch main</a:t>
            </a: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No commits yet</a:t>
            </a:r>
          </a:p>
          <a:p>
            <a:pPr marL="457200" lvl="1" indent="0">
              <a:buNone/>
            </a:pPr>
            <a:r>
              <a:rPr lang="en-US" altLang="ko-KR" b="1" dirty="0">
                <a:solidFill>
                  <a:srgbClr val="FF0000"/>
                </a:solidFill>
                <a:highlight>
                  <a:srgbClr val="FFFF00"/>
                </a:highlight>
              </a:rPr>
              <a:t>Untracked files</a:t>
            </a:r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  (use "git add &lt;file&gt;..." to include in what will be committed)</a:t>
            </a: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        .</a:t>
            </a:r>
            <a:r>
              <a:rPr lang="en-US" altLang="ko-KR" dirty="0" err="1">
                <a:highlight>
                  <a:srgbClr val="FFFF00"/>
                </a:highlight>
              </a:rPr>
              <a:t>gitignore</a:t>
            </a:r>
            <a:endParaRPr lang="en-US" altLang="ko-KR" dirty="0">
              <a:highlight>
                <a:srgbClr val="FFFF00"/>
              </a:highlight>
            </a:endParaRP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        README.md</a:t>
            </a: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        docs/</a:t>
            </a: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        </a:t>
            </a:r>
            <a:r>
              <a:rPr lang="en-US" altLang="ko-KR" dirty="0" err="1">
                <a:highlight>
                  <a:srgbClr val="FFFF00"/>
                </a:highlight>
              </a:rPr>
              <a:t>package.json</a:t>
            </a:r>
            <a:endParaRPr lang="en-US" altLang="ko-KR" dirty="0">
              <a:highlight>
                <a:srgbClr val="FFFF00"/>
              </a:highlight>
            </a:endParaRP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        public/</a:t>
            </a: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        </a:t>
            </a:r>
            <a:r>
              <a:rPr lang="en-US" altLang="ko-KR" dirty="0" err="1">
                <a:highlight>
                  <a:srgbClr val="FFFF00"/>
                </a:highlight>
              </a:rPr>
              <a:t>src</a:t>
            </a:r>
            <a:r>
              <a:rPr lang="en-US" altLang="ko-KR" dirty="0">
                <a:highlight>
                  <a:srgbClr val="FFFF00"/>
                </a:highlight>
              </a:rPr>
              <a:t>/</a:t>
            </a: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        tests/</a:t>
            </a:r>
          </a:p>
          <a:p>
            <a:pPr marL="457200" lvl="1" indent="0">
              <a:buNone/>
            </a:pPr>
            <a:r>
              <a:rPr lang="en-US" altLang="ko-KR" dirty="0">
                <a:highlight>
                  <a:srgbClr val="FFFF00"/>
                </a:highlight>
              </a:rPr>
              <a:t>nothing added to commit but untracked files present (use "git add" to track)</a:t>
            </a:r>
          </a:p>
          <a:p>
            <a:r>
              <a:rPr lang="en-US" altLang="ko-KR" dirty="0" err="1"/>
              <a:t>gci</a:t>
            </a:r>
            <a:r>
              <a:rPr lang="en-US" altLang="ko-KR" dirty="0"/>
              <a:t> . -R -Force -Filter desktop.ini | </a:t>
            </a:r>
            <a:r>
              <a:rPr lang="en-US" altLang="ko-KR" dirty="0" err="1"/>
              <a:t>ri</a:t>
            </a:r>
            <a:r>
              <a:rPr lang="en-US" altLang="ko-KR" dirty="0"/>
              <a:t> –Force</a:t>
            </a:r>
          </a:p>
          <a:p>
            <a:r>
              <a:rPr lang="en-US" altLang="ko-KR" dirty="0"/>
              <a:t>git status</a:t>
            </a:r>
          </a:p>
          <a:p>
            <a:r>
              <a:rPr lang="en-US" altLang="ko-KR" dirty="0"/>
              <a:t>git </a:t>
            </a:r>
            <a:r>
              <a:rPr lang="en-US" altLang="ko-KR" dirty="0" err="1"/>
              <a:t>fsck</a:t>
            </a:r>
            <a:endParaRPr lang="en-US" altLang="ko-KR" dirty="0"/>
          </a:p>
          <a:p>
            <a:r>
              <a:rPr lang="en-US" altLang="ko-KR" dirty="0"/>
              <a:t>git add README.md .</a:t>
            </a:r>
            <a:r>
              <a:rPr lang="en-US" altLang="ko-KR" dirty="0" err="1"/>
              <a:t>gitignore</a:t>
            </a:r>
            <a:r>
              <a:rPr lang="en-US" altLang="ko-KR" dirty="0"/>
              <a:t> </a:t>
            </a:r>
            <a:r>
              <a:rPr lang="en-US" altLang="ko-KR" dirty="0" err="1"/>
              <a:t>package.json</a:t>
            </a:r>
            <a:endParaRPr lang="en-US" altLang="ko-KR" dirty="0"/>
          </a:p>
          <a:p>
            <a:r>
              <a:rPr lang="en-US" altLang="ko-KR" dirty="0"/>
              <a:t>git add public </a:t>
            </a:r>
            <a:r>
              <a:rPr lang="en-US" altLang="ko-KR" dirty="0" err="1"/>
              <a:t>src</a:t>
            </a:r>
            <a:r>
              <a:rPr lang="en-US" altLang="ko-KR" dirty="0"/>
              <a:t> docs tests</a:t>
            </a:r>
          </a:p>
          <a:p>
            <a:r>
              <a:rPr lang="en-US" altLang="ko-KR" dirty="0"/>
              <a:t>git status</a:t>
            </a:r>
          </a:p>
          <a:p>
            <a:r>
              <a:rPr lang="en-US" altLang="ko-KR" dirty="0"/>
              <a:t>git commit –m “ch01: initialize tutorial collaboration seed”</a:t>
            </a:r>
          </a:p>
          <a:p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r>
              <a:rPr lang="en-US" altLang="ko-KR" dirty="0"/>
              <a:t> 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1E06E-EBCA-F5CD-3131-574BAAF44EB1}"/>
              </a:ext>
            </a:extLst>
          </p:cNvPr>
          <p:cNvSpPr txBox="1"/>
          <p:nvPr/>
        </p:nvSpPr>
        <p:spPr>
          <a:xfrm>
            <a:off x="4714875" y="5034597"/>
            <a:ext cx="33242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 예상 결과: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- </a:t>
            </a:r>
            <a:r>
              <a:rPr lang="ko-KR" altLang="en-US" sz="1200" dirty="0" err="1"/>
              <a:t>commit이</a:t>
            </a:r>
            <a:r>
              <a:rPr lang="ko-KR" altLang="en-US" sz="1200" dirty="0"/>
              <a:t> 하나 생성됨</a:t>
            </a:r>
          </a:p>
          <a:p>
            <a:r>
              <a:rPr lang="ko-KR" altLang="en-US" sz="1200" dirty="0"/>
              <a:t>  - </a:t>
            </a:r>
            <a:r>
              <a:rPr lang="ko-KR" altLang="en-US" sz="1200" dirty="0" err="1"/>
              <a:t>git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status가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clean</a:t>
            </a:r>
            <a:r>
              <a:rPr lang="ko-KR" altLang="en-US" sz="1200" dirty="0"/>
              <a:t> 상태에 </a:t>
            </a:r>
            <a:r>
              <a:rPr lang="ko-KR" altLang="en-US" sz="1200" dirty="0" err="1"/>
              <a:t>가까워짐</a:t>
            </a:r>
            <a:endParaRPr lang="ko-KR" altLang="en-US" sz="1200" dirty="0"/>
          </a:p>
          <a:p>
            <a:r>
              <a:rPr lang="ko-KR" altLang="en-US" sz="1200" dirty="0"/>
              <a:t>  - </a:t>
            </a:r>
            <a:r>
              <a:rPr lang="ko-KR" altLang="en-US" sz="1200" dirty="0" err="1"/>
              <a:t>git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log에</a:t>
            </a:r>
            <a:r>
              <a:rPr lang="ko-KR" altLang="en-US" sz="1200" dirty="0"/>
              <a:t> 방금 </a:t>
            </a:r>
            <a:r>
              <a:rPr lang="ko-KR" altLang="en-US" sz="1200" dirty="0" err="1"/>
              <a:t>commit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message가</a:t>
            </a:r>
            <a:r>
              <a:rPr lang="ko-KR" altLang="en-US" sz="1200" dirty="0"/>
              <a:t> 보임</a:t>
            </a:r>
          </a:p>
        </p:txBody>
      </p:sp>
    </p:spTree>
    <p:extLst>
      <p:ext uri="{BB962C8B-B14F-4D97-AF65-F5344CB8AC3E}">
        <p14:creationId xmlns:p14="http://schemas.microsoft.com/office/powerpoint/2010/main" val="1934929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0382F-4861-B790-FDDC-3FDB94BF8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EAE4E-54F2-463C-BD3A-8391978F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2. git push -u origin main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EEC6A26-59F4-B6BC-A487-DFD0E722D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 Concept: git push -u origin main</a:t>
            </a:r>
          </a:p>
          <a:p>
            <a:r>
              <a:rPr lang="en-US" altLang="ko-KR" dirty="0"/>
              <a:t>  - push: local commit</a:t>
            </a:r>
            <a:r>
              <a:rPr lang="ko-KR" altLang="en-US" dirty="0"/>
              <a:t>을 </a:t>
            </a:r>
            <a:r>
              <a:rPr lang="en-US" altLang="ko-KR" dirty="0"/>
              <a:t>remote repository</a:t>
            </a:r>
            <a:r>
              <a:rPr lang="ko-KR" altLang="en-US" dirty="0"/>
              <a:t>로 올림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origin: </a:t>
            </a:r>
            <a:r>
              <a:rPr lang="ko-KR" altLang="en-US" dirty="0"/>
              <a:t>올릴 </a:t>
            </a:r>
            <a:r>
              <a:rPr lang="en-US" altLang="ko-KR" dirty="0"/>
              <a:t>remote </a:t>
            </a:r>
            <a:r>
              <a:rPr lang="ko-KR" altLang="en-US" dirty="0"/>
              <a:t>이름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main: </a:t>
            </a:r>
            <a:r>
              <a:rPr lang="ko-KR" altLang="en-US" dirty="0"/>
              <a:t>올릴 </a:t>
            </a:r>
            <a:r>
              <a:rPr lang="en-US" altLang="ko-KR" dirty="0"/>
              <a:t>branch </a:t>
            </a:r>
            <a:r>
              <a:rPr lang="ko-KR" altLang="en-US" dirty="0"/>
              <a:t>이름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-u: </a:t>
            </a:r>
            <a:r>
              <a:rPr lang="ko-KR" altLang="en-US" dirty="0"/>
              <a:t>앞으로 </a:t>
            </a:r>
            <a:r>
              <a:rPr lang="en-US" altLang="ko-KR" dirty="0"/>
              <a:t>local main</a:t>
            </a:r>
            <a:r>
              <a:rPr lang="ko-KR" altLang="en-US" dirty="0"/>
              <a:t>이 </a:t>
            </a:r>
            <a:r>
              <a:rPr lang="en-US" altLang="ko-KR" dirty="0"/>
              <a:t>remote origin/main</a:t>
            </a:r>
            <a:r>
              <a:rPr lang="ko-KR" altLang="en-US" dirty="0"/>
              <a:t>을 추적하도록 연결</a:t>
            </a:r>
            <a:endParaRPr lang="en-US" altLang="ko-KR" dirty="0"/>
          </a:p>
          <a:p>
            <a:r>
              <a:rPr lang="en-US" altLang="ko-KR" dirty="0"/>
              <a:t>git push -u origin main</a:t>
            </a:r>
          </a:p>
          <a:p>
            <a:r>
              <a:rPr lang="en-US" altLang="ko-KR" dirty="0"/>
              <a:t>git status</a:t>
            </a:r>
          </a:p>
          <a:p>
            <a:r>
              <a:rPr lang="en-US" altLang="ko-KR" dirty="0"/>
              <a:t>git branch –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5027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9D106-4902-5027-4DE5-157B4AE6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9E5DD5-11BA-61DA-0400-947D2E2B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2. mini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1A6774-F054-1F49-CEED-68E367B54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GitLab</a:t>
            </a:r>
            <a:r>
              <a:rPr lang="ko-KR" altLang="en-US" dirty="0"/>
              <a:t>에서도 보인다는 것은 </a:t>
            </a:r>
            <a:r>
              <a:rPr lang="en-US" altLang="ko-KR" dirty="0"/>
              <a:t>local repository</a:t>
            </a:r>
            <a:r>
              <a:rPr lang="ko-KR" altLang="en-US" dirty="0"/>
              <a:t>와 </a:t>
            </a:r>
            <a:r>
              <a:rPr lang="en-US" altLang="ko-KR" dirty="0"/>
              <a:t>remote repository</a:t>
            </a:r>
            <a:r>
              <a:rPr lang="ko-KR" altLang="en-US" dirty="0"/>
              <a:t>가 동기화되었다는 뜻입니다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현재 상태를 말로 풀면 이렇습니다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working tree  = </a:t>
            </a:r>
            <a:r>
              <a:rPr lang="ko-KR" altLang="en-US" dirty="0"/>
              <a:t>깨끗함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staging area  = </a:t>
            </a:r>
            <a:r>
              <a:rPr lang="ko-KR" altLang="en-US" dirty="0"/>
              <a:t>비어 있음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HEAD          = d116b8b commit</a:t>
            </a:r>
            <a:r>
              <a:rPr lang="ko-KR" altLang="en-US" dirty="0"/>
              <a:t>을 가리킴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main          = d116b8b commit</a:t>
            </a:r>
            <a:r>
              <a:rPr lang="ko-KR" altLang="en-US" dirty="0"/>
              <a:t>을 가리킴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origin/main   = GitLab</a:t>
            </a:r>
            <a:r>
              <a:rPr lang="ko-KR" altLang="en-US" dirty="0"/>
              <a:t>의 </a:t>
            </a:r>
            <a:r>
              <a:rPr lang="en-US" altLang="ko-KR" dirty="0"/>
              <a:t>main, </a:t>
            </a:r>
            <a:r>
              <a:rPr lang="ko-KR" altLang="en-US" dirty="0"/>
              <a:t>이것도 </a:t>
            </a:r>
            <a:r>
              <a:rPr lang="en-US" altLang="ko-KR" dirty="0"/>
              <a:t>d116b8b commit</a:t>
            </a:r>
            <a:r>
              <a:rPr lang="ko-KR" altLang="en-US" dirty="0"/>
              <a:t>을 가리킴</a:t>
            </a:r>
          </a:p>
          <a:p>
            <a:pPr>
              <a:spcBef>
                <a:spcPts val="0"/>
              </a:spcBef>
            </a:pPr>
            <a:endParaRPr lang="ko-KR" altLang="en-US" dirty="0"/>
          </a:p>
          <a:p>
            <a:pPr>
              <a:spcBef>
                <a:spcPts val="0"/>
              </a:spcBef>
            </a:pPr>
            <a:r>
              <a:rPr lang="ko-KR" altLang="en-US" dirty="0"/>
              <a:t>  즉 지금은 이렇게 정렬된 상태입니다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HEAD -&gt; main -&gt; origin/main -&gt; d116b8b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Concept </a:t>
            </a:r>
            <a:r>
              <a:rPr lang="ko-KR" altLang="en-US" dirty="0"/>
              <a:t>정리</a:t>
            </a:r>
          </a:p>
          <a:p>
            <a:pPr>
              <a:spcBef>
                <a:spcPts val="0"/>
              </a:spcBef>
            </a:pPr>
            <a:endParaRPr lang="ko-KR" altLang="en-US" dirty="0"/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working tree: </a:t>
            </a:r>
            <a:r>
              <a:rPr lang="ko-KR" altLang="en-US" dirty="0"/>
              <a:t>내가 실제로 파일을 보고 수정하는 폴더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staging area: </a:t>
            </a:r>
            <a:r>
              <a:rPr lang="ko-KR" altLang="en-US" dirty="0"/>
              <a:t>다음 </a:t>
            </a:r>
            <a:r>
              <a:rPr lang="en-US" altLang="ko-KR" dirty="0"/>
              <a:t>commit</a:t>
            </a:r>
            <a:r>
              <a:rPr lang="ko-KR" altLang="en-US" dirty="0"/>
              <a:t>에 넣을 변경을 잠시 올려두는 영역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commit: </a:t>
            </a:r>
            <a:r>
              <a:rPr lang="ko-KR" altLang="en-US" dirty="0"/>
              <a:t>특정 시점의 저장소 </a:t>
            </a:r>
            <a:r>
              <a:rPr lang="en-US" altLang="ko-KR" dirty="0"/>
              <a:t>snapshot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HEAD: </a:t>
            </a:r>
            <a:r>
              <a:rPr lang="ko-KR" altLang="en-US" dirty="0"/>
              <a:t>지금 내가 서 있는 </a:t>
            </a:r>
            <a:r>
              <a:rPr lang="en-US" altLang="ko-KR" dirty="0"/>
              <a:t>commit </a:t>
            </a:r>
            <a:r>
              <a:rPr lang="ko-KR" altLang="en-US" dirty="0"/>
              <a:t>또는 </a:t>
            </a:r>
            <a:r>
              <a:rPr lang="en-US" altLang="ko-KR" dirty="0"/>
              <a:t>branch </a:t>
            </a:r>
            <a:r>
              <a:rPr lang="ko-KR" altLang="en-US" dirty="0"/>
              <a:t>위치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main: </a:t>
            </a:r>
            <a:r>
              <a:rPr lang="ko-KR" altLang="en-US" dirty="0"/>
              <a:t>현재 기본 </a:t>
            </a:r>
            <a:r>
              <a:rPr lang="en-US" altLang="ko-KR" dirty="0"/>
              <a:t>branch </a:t>
            </a:r>
            <a:r>
              <a:rPr lang="ko-KR" altLang="en-US" dirty="0"/>
              <a:t>이름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origin: GitLab remote repository</a:t>
            </a:r>
            <a:r>
              <a:rPr lang="ko-KR" altLang="en-US" dirty="0"/>
              <a:t>의 </a:t>
            </a:r>
            <a:r>
              <a:rPr lang="en-US" altLang="ko-KR" dirty="0"/>
              <a:t>local </a:t>
            </a:r>
            <a:r>
              <a:rPr lang="ko-KR" altLang="en-US" dirty="0"/>
              <a:t>별명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origin/main: GitLab </a:t>
            </a:r>
            <a:r>
              <a:rPr lang="ko-KR" altLang="en-US" dirty="0"/>
              <a:t>서버에 있는 </a:t>
            </a:r>
            <a:r>
              <a:rPr lang="en-US" altLang="ko-KR" dirty="0"/>
              <a:t>main branch</a:t>
            </a:r>
            <a:r>
              <a:rPr lang="ko-KR" altLang="en-US" dirty="0"/>
              <a:t>를 내 </a:t>
            </a:r>
            <a:r>
              <a:rPr lang="en-US" altLang="ko-KR" dirty="0"/>
              <a:t>PC</a:t>
            </a:r>
            <a:r>
              <a:rPr lang="ko-KR" altLang="en-US" dirty="0"/>
              <a:t>가 마지막으로 알고 있는 위치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A611A-5642-C6A1-7AF7-836EE4F5F535}"/>
              </a:ext>
            </a:extLst>
          </p:cNvPr>
          <p:cNvSpPr txBox="1"/>
          <p:nvPr/>
        </p:nvSpPr>
        <p:spPr>
          <a:xfrm>
            <a:off x="7172326" y="2228671"/>
            <a:ext cx="4914900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dirty="0"/>
              <a:t>(base) PS C:\Users\angpa\myProjects\Daily_Work\GitLab-Manual\Lecture_Prep\CH01\tutorial-collaboration-lab&gt; git branch -</a:t>
            </a:r>
            <a:r>
              <a:rPr lang="en-US" altLang="ko-KR" sz="1200" dirty="0" err="1"/>
              <a:t>vv</a:t>
            </a:r>
            <a:endParaRPr lang="en-US" altLang="ko-KR" sz="1200" dirty="0"/>
          </a:p>
          <a:p>
            <a:r>
              <a:rPr lang="en-US" altLang="ko-KR" sz="1200" dirty="0"/>
              <a:t>main d116b8b [origin/main] ch01: initialize tutorial collaboration seed</a:t>
            </a:r>
          </a:p>
          <a:p>
            <a:endParaRPr lang="en-US" altLang="ko-KR" sz="1200" dirty="0"/>
          </a:p>
          <a:p>
            <a:r>
              <a:rPr lang="ko-KR" altLang="en-US" sz="1200" dirty="0"/>
              <a:t>(</a:t>
            </a:r>
            <a:r>
              <a:rPr lang="ko-KR" altLang="en-US" sz="1200" dirty="0" err="1"/>
              <a:t>base</a:t>
            </a:r>
            <a:r>
              <a:rPr lang="ko-KR" altLang="en-US" sz="1200" dirty="0"/>
              <a:t>) PS C:\Users\angpa\myProjects\Daily_Work\GitLab-Manual\Lecture_Prep\CH01\tutorial-collaboration-lab&gt; </a:t>
            </a:r>
            <a:r>
              <a:rPr lang="ko-KR" altLang="en-US" sz="1200" dirty="0" err="1"/>
              <a:t>git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status</a:t>
            </a:r>
            <a:endParaRPr lang="ko-KR" altLang="en-US" sz="1200" dirty="0"/>
          </a:p>
          <a:p>
            <a:r>
              <a:rPr lang="ko-KR" altLang="en-US" sz="1200" dirty="0" err="1"/>
              <a:t>On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branch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main</a:t>
            </a:r>
            <a:endParaRPr lang="ko-KR" altLang="en-US" sz="1200" dirty="0"/>
          </a:p>
          <a:p>
            <a:r>
              <a:rPr lang="ko-KR" altLang="en-US" sz="1200" dirty="0" err="1"/>
              <a:t>Your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branch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up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to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date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with</a:t>
            </a:r>
            <a:r>
              <a:rPr lang="ko-KR" altLang="en-US" sz="1200" dirty="0"/>
              <a:t> '</a:t>
            </a:r>
            <a:r>
              <a:rPr lang="ko-KR" altLang="en-US" sz="1200" dirty="0" err="1"/>
              <a:t>origin</a:t>
            </a:r>
            <a:r>
              <a:rPr lang="ko-KR" altLang="en-US" sz="1200" dirty="0"/>
              <a:t>/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'.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nothing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to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commit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working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tree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clean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7345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57B8-E501-CE63-5EC4-E09F73CF7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BB6FD-A131-E014-BB49-EB0036D8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3. GitLab UI</a:t>
            </a:r>
            <a:r>
              <a:rPr lang="ko-KR" altLang="en-US" dirty="0"/>
              <a:t> 에서 권한 모델 확인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0F72236-EE69-D302-094D-94743B5B5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dirty="0"/>
              <a:t> GitLab </a:t>
            </a:r>
            <a:r>
              <a:rPr lang="ko-KR" altLang="en-US" dirty="0"/>
              <a:t>웹에서 </a:t>
            </a:r>
            <a:r>
              <a:rPr lang="en-US" altLang="ko-KR" dirty="0"/>
              <a:t>tutorial-collaboration-lab project</a:t>
            </a:r>
            <a:r>
              <a:rPr lang="ko-KR" altLang="en-US" dirty="0"/>
              <a:t>를 열고 아래를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</a:t>
            </a:r>
            <a:r>
              <a:rPr lang="ko-KR" altLang="en-US" dirty="0"/>
              <a:t>왼쪽 메뉴에서 </a:t>
            </a:r>
            <a:r>
              <a:rPr lang="en-US" altLang="ko-KR" dirty="0"/>
              <a:t>Manage </a:t>
            </a:r>
            <a:r>
              <a:rPr lang="ko-KR" altLang="en-US" dirty="0"/>
              <a:t>또는 </a:t>
            </a:r>
            <a:r>
              <a:rPr lang="en-US" altLang="ko-KR" dirty="0"/>
              <a:t>Project information </a:t>
            </a:r>
            <a:r>
              <a:rPr lang="ko-KR" altLang="en-US" dirty="0"/>
              <a:t>근처의 </a:t>
            </a:r>
            <a:r>
              <a:rPr lang="en-US" altLang="ko-KR" dirty="0"/>
              <a:t>Members</a:t>
            </a:r>
            <a:r>
              <a:rPr lang="ko-KR" altLang="en-US" dirty="0"/>
              <a:t>를 찾습니다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2. </a:t>
            </a:r>
            <a:r>
              <a:rPr lang="ko-KR" altLang="en-US" dirty="0"/>
              <a:t>현재 내 역할이 무엇인지 확인합니다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 - Owner</a:t>
            </a:r>
          </a:p>
          <a:p>
            <a:r>
              <a:rPr lang="en-US" altLang="ko-KR" dirty="0"/>
              <a:t>      - Maintainer</a:t>
            </a:r>
          </a:p>
          <a:p>
            <a:r>
              <a:rPr lang="en-US" altLang="ko-KR" dirty="0"/>
              <a:t>      - Developer</a:t>
            </a:r>
          </a:p>
          <a:p>
            <a:r>
              <a:rPr lang="en-US" altLang="ko-KR" dirty="0"/>
              <a:t>      - Guest</a:t>
            </a:r>
          </a:p>
          <a:p>
            <a:r>
              <a:rPr lang="en-US" altLang="ko-KR" dirty="0"/>
              <a:t>  3. Settings &gt; Repository</a:t>
            </a:r>
            <a:r>
              <a:rPr lang="ko-KR" altLang="en-US" dirty="0"/>
              <a:t>로 이동합니다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4. Protected branches </a:t>
            </a:r>
            <a:r>
              <a:rPr lang="ko-KR" altLang="en-US" dirty="0"/>
              <a:t>항목을 확인합니다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5. main branch</a:t>
            </a:r>
            <a:r>
              <a:rPr lang="ko-KR" altLang="en-US" dirty="0"/>
              <a:t>가 </a:t>
            </a:r>
            <a:r>
              <a:rPr lang="en-US" altLang="ko-KR" dirty="0"/>
              <a:t>protected</a:t>
            </a:r>
            <a:r>
              <a:rPr lang="ko-KR" altLang="en-US" dirty="0"/>
              <a:t>인지 확인합니다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6. Settings &gt; Merge requests </a:t>
            </a:r>
            <a:r>
              <a:rPr lang="ko-KR" altLang="en-US" dirty="0"/>
              <a:t>또는 </a:t>
            </a:r>
            <a:r>
              <a:rPr lang="en-US" altLang="ko-KR" dirty="0"/>
              <a:t>MR </a:t>
            </a:r>
            <a:r>
              <a:rPr lang="ko-KR" altLang="en-US" dirty="0"/>
              <a:t>관련 설정에서 </a:t>
            </a:r>
            <a:r>
              <a:rPr lang="en-US" altLang="ko-KR" dirty="0"/>
              <a:t>approval rule</a:t>
            </a:r>
            <a:r>
              <a:rPr lang="ko-KR" altLang="en-US" dirty="0"/>
              <a:t>이 있는지 확인합니다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3961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89E6F-303F-7F50-783D-7F3643840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D5140-E345-3FEA-4D31-FEA24EBE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CH01 Summary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7C0A609-716C-06DB-DBC5-278AB90CD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690688"/>
            <a:ext cx="4886325" cy="4351338"/>
          </a:xfrm>
        </p:spPr>
        <p:txBody>
          <a:bodyPr>
            <a:normAutofit fontScale="32500" lnSpcReduction="20000"/>
          </a:bodyPr>
          <a:lstStyle/>
          <a:p>
            <a:r>
              <a:rPr lang="en-US" altLang="ko-KR" dirty="0"/>
              <a:t> - Git </a:t>
            </a:r>
            <a:r>
              <a:rPr lang="ko-KR" altLang="en-US" dirty="0"/>
              <a:t>설치 확인 완료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user.name, </a:t>
            </a:r>
            <a:r>
              <a:rPr lang="en-US" altLang="ko-KR" dirty="0" err="1"/>
              <a:t>user.email</a:t>
            </a:r>
            <a:r>
              <a:rPr lang="en-US" altLang="ko-KR" dirty="0"/>
              <a:t> </a:t>
            </a:r>
            <a:r>
              <a:rPr lang="ko-KR" altLang="en-US" dirty="0"/>
              <a:t>확인 완료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GitLab project tutorial-collaboration-lab </a:t>
            </a:r>
            <a:r>
              <a:rPr lang="ko-KR" altLang="en-US" dirty="0"/>
              <a:t>생성 완료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local clone </a:t>
            </a:r>
            <a:r>
              <a:rPr lang="ko-KR" altLang="en-US" dirty="0"/>
              <a:t>완료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CH01 seed repo </a:t>
            </a:r>
            <a:r>
              <a:rPr lang="ko-KR" altLang="en-US" dirty="0"/>
              <a:t>복사 완료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첫 </a:t>
            </a:r>
            <a:r>
              <a:rPr lang="en-US" altLang="ko-KR" dirty="0"/>
              <a:t>commit </a:t>
            </a:r>
            <a:r>
              <a:rPr lang="ko-KR" altLang="en-US" dirty="0"/>
              <a:t>생성 완료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origin/main</a:t>
            </a:r>
            <a:r>
              <a:rPr lang="ko-KR" altLang="en-US" dirty="0"/>
              <a:t>으로 </a:t>
            </a:r>
            <a:r>
              <a:rPr lang="en-US" altLang="ko-KR" dirty="0"/>
              <a:t>push </a:t>
            </a:r>
            <a:r>
              <a:rPr lang="ko-KR" altLang="en-US" dirty="0"/>
              <a:t>완료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GitLab UI</a:t>
            </a:r>
            <a:r>
              <a:rPr lang="ko-KR" altLang="en-US" dirty="0"/>
              <a:t>에서 파일 확인 완료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Owner </a:t>
            </a:r>
            <a:r>
              <a:rPr lang="ko-KR" altLang="en-US" dirty="0"/>
              <a:t>권한 및 </a:t>
            </a:r>
            <a:r>
              <a:rPr lang="en-US" altLang="ko-KR" dirty="0"/>
              <a:t>protected branch </a:t>
            </a:r>
            <a:r>
              <a:rPr lang="ko-KR" altLang="en-US" dirty="0"/>
              <a:t>상태 일부 확인 완료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CH01 </a:t>
            </a:r>
            <a:r>
              <a:rPr lang="ko-KR" altLang="en-US" dirty="0"/>
              <a:t>학습 노트 작성 완료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1. Git</a:t>
            </a:r>
            <a:r>
              <a:rPr lang="ko-KR" altLang="en-US" dirty="0"/>
              <a:t>과 </a:t>
            </a:r>
            <a:r>
              <a:rPr lang="en-US" altLang="ko-KR" dirty="0"/>
              <a:t>GitLab</a:t>
            </a:r>
            <a:r>
              <a:rPr lang="ko-KR" altLang="en-US" dirty="0"/>
              <a:t>의 차이는 무엇인가요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  2. origin</a:t>
            </a:r>
            <a:r>
              <a:rPr lang="ko-KR" altLang="en-US" dirty="0"/>
              <a:t>은 무엇을 가리키나요</a:t>
            </a:r>
            <a:r>
              <a:rPr lang="en-US" altLang="ko-KR" dirty="0"/>
              <a:t>? : GitLab remote repository</a:t>
            </a:r>
            <a:r>
              <a:rPr lang="ko-KR" altLang="en-US" dirty="0"/>
              <a:t>의 로컬 별명입니다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3. HEAD -&gt; main -&gt; origin/main -&gt; d116b8b</a:t>
            </a:r>
            <a:r>
              <a:rPr lang="ko-KR" altLang="en-US" dirty="0"/>
              <a:t>는 어떤 상태를 뜻하나요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	origin/main</a:t>
            </a:r>
            <a:r>
              <a:rPr lang="ko-KR" altLang="en-US" dirty="0"/>
              <a:t>은 </a:t>
            </a:r>
            <a:r>
              <a:rPr lang="en-US" altLang="ko-KR" dirty="0"/>
              <a:t>remote origin</a:t>
            </a:r>
            <a:r>
              <a:rPr lang="ko-KR" altLang="en-US" dirty="0"/>
              <a:t>에 있는 </a:t>
            </a:r>
            <a:r>
              <a:rPr lang="en-US" altLang="ko-KR" dirty="0"/>
              <a:t>main branch</a:t>
            </a:r>
            <a:r>
              <a:rPr lang="ko-KR" altLang="en-US" dirty="0"/>
              <a:t>를 내 </a:t>
            </a:r>
            <a:r>
              <a:rPr lang="en-US" altLang="ko-KR" dirty="0"/>
              <a:t>PC</a:t>
            </a:r>
            <a:r>
              <a:rPr lang="ko-KR" altLang="en-US" dirty="0"/>
              <a:t>가 마지막으로 알고 있는 위치입니다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HEAD</a:t>
            </a:r>
            <a:r>
              <a:rPr lang="ko-KR" altLang="en-US" dirty="0"/>
              <a:t>는 </a:t>
            </a:r>
            <a:r>
              <a:rPr lang="en-US" altLang="ko-KR" dirty="0"/>
              <a:t>Git</a:t>
            </a:r>
            <a:r>
              <a:rPr lang="ko-KR" altLang="en-US" dirty="0"/>
              <a:t>에서 “내가 지금 서 있는 위치”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local HEAD, local main, remote-tracking origin/main</a:t>
            </a:r>
            <a:r>
              <a:rPr lang="ko-KR" altLang="en-US" dirty="0"/>
              <a:t>이 모두 같은 </a:t>
            </a:r>
            <a:r>
              <a:rPr lang="en-US" altLang="ko-KR" dirty="0"/>
              <a:t>commit</a:t>
            </a:r>
            <a:r>
              <a:rPr lang="ko-KR" altLang="en-US" dirty="0"/>
              <a:t>을 가리키는 동기화 완료 상태입니다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4. </a:t>
            </a:r>
            <a:r>
              <a:rPr lang="ko-KR" altLang="en-US" dirty="0"/>
              <a:t>왜 </a:t>
            </a:r>
            <a:r>
              <a:rPr lang="en-US" altLang="ko-KR" dirty="0"/>
              <a:t>git add </a:t>
            </a:r>
            <a:r>
              <a:rPr lang="ko-KR" altLang="en-US" dirty="0"/>
              <a:t>전에 </a:t>
            </a:r>
            <a:r>
              <a:rPr lang="en-US" altLang="ko-KR" dirty="0"/>
              <a:t>git status</a:t>
            </a:r>
            <a:r>
              <a:rPr lang="ko-KR" altLang="en-US" dirty="0"/>
              <a:t>를 봐야 하나요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8383F-9921-177C-E18D-6EDE1B743371}"/>
              </a:ext>
            </a:extLst>
          </p:cNvPr>
          <p:cNvSpPr txBox="1"/>
          <p:nvPr/>
        </p:nvSpPr>
        <p:spPr>
          <a:xfrm>
            <a:off x="5800725" y="449099"/>
            <a:ext cx="609600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Git에는</a:t>
            </a:r>
            <a:r>
              <a:rPr lang="ko-KR" altLang="en-US" sz="1100" dirty="0"/>
              <a:t> 세 층이 있습니다.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HEAD </a:t>
            </a:r>
            <a:r>
              <a:rPr lang="ko-KR" altLang="en-US" sz="1100" dirty="0" err="1"/>
              <a:t>commit</a:t>
            </a:r>
            <a:endParaRPr lang="ko-KR" altLang="en-US" sz="1100" dirty="0"/>
          </a:p>
          <a:p>
            <a:r>
              <a:rPr lang="ko-KR" altLang="en-US" sz="1100" dirty="0"/>
              <a:t>     ↓ 기준</a:t>
            </a:r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working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tree</a:t>
            </a:r>
            <a:endParaRPr lang="ko-KR" altLang="en-US" sz="1100" dirty="0"/>
          </a:p>
          <a:p>
            <a:r>
              <a:rPr lang="ko-KR" altLang="en-US" sz="1100" dirty="0"/>
              <a:t>     ↓ 선택</a:t>
            </a:r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staging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area</a:t>
            </a:r>
            <a:endParaRPr lang="ko-KR" altLang="en-US" sz="1100" dirty="0"/>
          </a:p>
          <a:p>
            <a:r>
              <a:rPr lang="ko-KR" altLang="en-US" sz="1100" dirty="0"/>
              <a:t>     ↓ 저장</a:t>
            </a:r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new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commit</a:t>
            </a:r>
            <a:endParaRPr lang="ko-KR" altLang="en-US" sz="1100" dirty="0"/>
          </a:p>
          <a:p>
            <a:endParaRPr lang="ko-KR" altLang="en-US" sz="1100" dirty="0"/>
          </a:p>
          <a:p>
            <a:r>
              <a:rPr lang="ko-KR" altLang="en-US" sz="1100" dirty="0"/>
              <a:t>  각각의 의미는 이렇습니다.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- HEAD: 현재 기준 </a:t>
            </a:r>
            <a:r>
              <a:rPr lang="ko-KR" altLang="en-US" sz="1100" dirty="0" err="1"/>
              <a:t>commit</a:t>
            </a:r>
            <a:endParaRPr lang="ko-KR" altLang="en-US" sz="1100" dirty="0"/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working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tree</a:t>
            </a:r>
            <a:r>
              <a:rPr lang="ko-KR" altLang="en-US" sz="1100" dirty="0"/>
              <a:t>: 지금 내 폴더에 실제로 보이는 파일들</a:t>
            </a:r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staging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area</a:t>
            </a:r>
            <a:r>
              <a:rPr lang="ko-KR" altLang="en-US" sz="1100" dirty="0"/>
              <a:t>: 다음 </a:t>
            </a:r>
            <a:r>
              <a:rPr lang="ko-KR" altLang="en-US" sz="1100" dirty="0" err="1"/>
              <a:t>commit에</a:t>
            </a:r>
            <a:r>
              <a:rPr lang="ko-KR" altLang="en-US" sz="1100" dirty="0"/>
              <a:t> 넣으려고 고른 변경들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예를 들어 지금 상태가 </a:t>
            </a:r>
            <a:r>
              <a:rPr lang="ko-KR" altLang="en-US" sz="1100" dirty="0" err="1"/>
              <a:t>clean이면</a:t>
            </a:r>
            <a:r>
              <a:rPr lang="ko-KR" altLang="en-US" sz="1100" dirty="0"/>
              <a:t>: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HEAD </a:t>
            </a:r>
            <a:r>
              <a:rPr lang="ko-KR" altLang="en-US" sz="1100" dirty="0" err="1"/>
              <a:t>commit</a:t>
            </a:r>
            <a:r>
              <a:rPr lang="ko-KR" altLang="en-US" sz="1100" dirty="0"/>
              <a:t> = </a:t>
            </a:r>
            <a:r>
              <a:rPr lang="ko-KR" altLang="en-US" sz="1100" dirty="0" err="1"/>
              <a:t>working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tree</a:t>
            </a:r>
            <a:r>
              <a:rPr lang="ko-KR" altLang="en-US" sz="1100" dirty="0"/>
              <a:t> = </a:t>
            </a:r>
            <a:r>
              <a:rPr lang="ko-KR" altLang="en-US" sz="1100" dirty="0" err="1"/>
              <a:t>staging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area</a:t>
            </a:r>
            <a:endParaRPr lang="ko-KR" altLang="en-US" sz="1100" dirty="0"/>
          </a:p>
          <a:p>
            <a:endParaRPr lang="ko-KR" altLang="en-US" sz="1100" dirty="0"/>
          </a:p>
          <a:p>
            <a:r>
              <a:rPr lang="ko-KR" altLang="en-US" sz="1100" dirty="0"/>
              <a:t>  그래서 “</a:t>
            </a:r>
            <a:r>
              <a:rPr lang="ko-KR" altLang="en-US" sz="1100" dirty="0" err="1"/>
              <a:t>HEAD가</a:t>
            </a:r>
            <a:r>
              <a:rPr lang="ko-KR" altLang="en-US" sz="1100" dirty="0"/>
              <a:t> 지금 보이는 파일 </a:t>
            </a:r>
            <a:r>
              <a:rPr lang="ko-KR" altLang="en-US" sz="1100" dirty="0" err="1"/>
              <a:t>같다”고</a:t>
            </a:r>
            <a:r>
              <a:rPr lang="ko-KR" altLang="en-US" sz="1100" dirty="0"/>
              <a:t> 느껴집니다.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하지만 파일을 수정하면 달라집니다.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HEAD </a:t>
            </a:r>
            <a:r>
              <a:rPr lang="ko-KR" altLang="en-US" sz="1100" dirty="0" err="1"/>
              <a:t>commit</a:t>
            </a:r>
            <a:r>
              <a:rPr lang="ko-KR" altLang="en-US" sz="1100" dirty="0"/>
              <a:t> = 마지막 저장된 상태</a:t>
            </a:r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working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tree</a:t>
            </a:r>
            <a:r>
              <a:rPr lang="ko-KR" altLang="en-US" sz="1100" dirty="0"/>
              <a:t> = 내가 방금 수정한 상태</a:t>
            </a:r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staging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area</a:t>
            </a:r>
            <a:r>
              <a:rPr lang="ko-KR" altLang="en-US" sz="1100" dirty="0"/>
              <a:t> = 아직 비어 있거나 일부만 선택된 상태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2602F-0E44-EFCF-C83F-784A89E2DED3}"/>
              </a:ext>
            </a:extLst>
          </p:cNvPr>
          <p:cNvSpPr txBox="1"/>
          <p:nvPr/>
        </p:nvSpPr>
        <p:spPr>
          <a:xfrm>
            <a:off x="5657850" y="529254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 &gt; </a:t>
            </a:r>
            <a:r>
              <a:rPr lang="ko-KR" altLang="en-US" sz="1100" dirty="0" err="1"/>
              <a:t>HEAD는</a:t>
            </a:r>
            <a:r>
              <a:rPr lang="ko-KR" altLang="en-US" sz="1100" dirty="0"/>
              <a:t> “현재 </a:t>
            </a:r>
            <a:r>
              <a:rPr lang="ko-KR" altLang="en-US" sz="1100" dirty="0" err="1"/>
              <a:t>파일시스템”이</a:t>
            </a:r>
            <a:r>
              <a:rPr lang="ko-KR" altLang="en-US" sz="1100" dirty="0"/>
              <a:t> 아니라 “현재 파일시스템이 출발한 기준 </a:t>
            </a:r>
            <a:r>
              <a:rPr lang="ko-KR" altLang="en-US" sz="1100" dirty="0" err="1"/>
              <a:t>commit”입니다</a:t>
            </a:r>
            <a:r>
              <a:rPr lang="ko-KR" altLang="en-US" sz="1100" dirty="0"/>
              <a:t>.</a:t>
            </a:r>
          </a:p>
          <a:p>
            <a:r>
              <a:rPr lang="ko-KR" altLang="en-US" sz="1100" dirty="0"/>
              <a:t>  &gt; 파일을 수정하면 </a:t>
            </a:r>
            <a:r>
              <a:rPr lang="ko-KR" altLang="en-US" sz="1100" dirty="0" err="1"/>
              <a:t>working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tree는</a:t>
            </a:r>
            <a:r>
              <a:rPr lang="ko-KR" altLang="en-US" sz="1100" dirty="0"/>
              <a:t> </a:t>
            </a:r>
            <a:r>
              <a:rPr lang="ko-KR" altLang="en-US" sz="1100" dirty="0" err="1"/>
              <a:t>HEAD와</a:t>
            </a:r>
            <a:r>
              <a:rPr lang="ko-KR" altLang="en-US" sz="1100" dirty="0"/>
              <a:t> 달라지고, </a:t>
            </a:r>
            <a:r>
              <a:rPr lang="ko-KR" altLang="en-US" sz="1100" dirty="0" err="1"/>
              <a:t>commit하면</a:t>
            </a:r>
            <a:r>
              <a:rPr lang="ko-KR" altLang="en-US" sz="1100" dirty="0"/>
              <a:t> 새 </a:t>
            </a:r>
            <a:r>
              <a:rPr lang="ko-KR" altLang="en-US" sz="1100" dirty="0" err="1"/>
              <a:t>HEAD가</a:t>
            </a:r>
            <a:r>
              <a:rPr lang="ko-KR" altLang="en-US" sz="1100" dirty="0"/>
              <a:t> 됩니다.</a:t>
            </a:r>
          </a:p>
        </p:txBody>
      </p:sp>
    </p:spTree>
    <p:extLst>
      <p:ext uri="{BB962C8B-B14F-4D97-AF65-F5344CB8AC3E}">
        <p14:creationId xmlns:p14="http://schemas.microsoft.com/office/powerpoint/2010/main" val="743687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2917</Words>
  <Application>Microsoft Office PowerPoint</Application>
  <PresentationFormat>와이드스크린</PresentationFormat>
  <Paragraphs>405</Paragraphs>
  <Slides>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Ch01</vt:lpstr>
      <vt:lpstr>Step 1. 환경점검</vt:lpstr>
      <vt:lpstr>Step 2. GitLab에서 빈 project 만들기</vt:lpstr>
      <vt:lpstr>Step 2. Clone 하기</vt:lpstr>
      <vt:lpstr>Step 2. seed repo 복사하기 &amp; add 하기</vt:lpstr>
      <vt:lpstr>Step 2. git push -u origin main</vt:lpstr>
      <vt:lpstr>Step 2. mini summary</vt:lpstr>
      <vt:lpstr>Step 3. GitLab UI 에서 권한 모델 확인</vt:lpstr>
      <vt:lpstr>CH01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Hyun-Jung Kim</dc:creator>
  <cp:lastModifiedBy>Hyun-Jung Kim</cp:lastModifiedBy>
  <cp:revision>1</cp:revision>
  <dcterms:created xsi:type="dcterms:W3CDTF">2026-04-26T09:50:38Z</dcterms:created>
  <dcterms:modified xsi:type="dcterms:W3CDTF">2026-04-26T13:14:03Z</dcterms:modified>
</cp:coreProperties>
</file>