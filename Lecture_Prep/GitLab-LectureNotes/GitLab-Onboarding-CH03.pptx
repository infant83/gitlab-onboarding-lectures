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AB7841-7B24-4801-B0ED-22301CEA84BB}" v="72" dt="2026-04-26T18:38:01.2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455" autoAdjust="0"/>
  </p:normalViewPr>
  <p:slideViewPr>
    <p:cSldViewPr snapToGrid="0" showGuides="1">
      <p:cViewPr varScale="1">
        <p:scale>
          <a:sx n="82" d="100"/>
          <a:sy n="82" d="100"/>
        </p:scale>
        <p:origin x="163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un-Jung Kim" userId="1116f478dadc471e" providerId="LiveId" clId="{13B27E1A-C8B4-4596-868C-AB25C79F61AF}"/>
    <pc:docChg chg="undo custSel addSld modSld">
      <pc:chgData name="Hyun-Jung Kim" userId="1116f478dadc471e" providerId="LiveId" clId="{13B27E1A-C8B4-4596-868C-AB25C79F61AF}" dt="2026-04-26T18:42:14.692" v="1615" actId="208"/>
      <pc:docMkLst>
        <pc:docMk/>
      </pc:docMkLst>
      <pc:sldChg chg="addSp modSp new mod modNotesTx">
        <pc:chgData name="Hyun-Jung Kim" userId="1116f478dadc471e" providerId="LiveId" clId="{13B27E1A-C8B4-4596-868C-AB25C79F61AF}" dt="2026-04-26T16:57:12.104" v="391" actId="1076"/>
        <pc:sldMkLst>
          <pc:docMk/>
          <pc:sldMk cId="932378725" sldId="259"/>
        </pc:sldMkLst>
        <pc:spChg chg="mod">
          <ac:chgData name="Hyun-Jung Kim" userId="1116f478dadc471e" providerId="LiveId" clId="{13B27E1A-C8B4-4596-868C-AB25C79F61AF}" dt="2026-04-26T16:57:07.849" v="390" actId="1035"/>
          <ac:spMkLst>
            <pc:docMk/>
            <pc:sldMk cId="932378725" sldId="259"/>
            <ac:spMk id="2" creationId="{FF29DD10-C449-39BF-FCD4-CBCF27829B0D}"/>
          </ac:spMkLst>
        </pc:spChg>
        <pc:spChg chg="mod">
          <ac:chgData name="Hyun-Jung Kim" userId="1116f478dadc471e" providerId="LiveId" clId="{13B27E1A-C8B4-4596-868C-AB25C79F61AF}" dt="2026-04-26T16:57:07.849" v="390" actId="1035"/>
          <ac:spMkLst>
            <pc:docMk/>
            <pc:sldMk cId="932378725" sldId="259"/>
            <ac:spMk id="3" creationId="{908446F9-123F-5CDA-322C-14A6112ADAD4}"/>
          </ac:spMkLst>
        </pc:spChg>
        <pc:spChg chg="add mod">
          <ac:chgData name="Hyun-Jung Kim" userId="1116f478dadc471e" providerId="LiveId" clId="{13B27E1A-C8B4-4596-868C-AB25C79F61AF}" dt="2026-04-26T16:57:07.849" v="390" actId="1035"/>
          <ac:spMkLst>
            <pc:docMk/>
            <pc:sldMk cId="932378725" sldId="259"/>
            <ac:spMk id="5" creationId="{E50BA647-9D73-9F8D-368D-B4CCA1532ED4}"/>
          </ac:spMkLst>
        </pc:spChg>
        <pc:spChg chg="add mod">
          <ac:chgData name="Hyun-Jung Kim" userId="1116f478dadc471e" providerId="LiveId" clId="{13B27E1A-C8B4-4596-868C-AB25C79F61AF}" dt="2026-04-26T16:57:07.849" v="390" actId="1035"/>
          <ac:spMkLst>
            <pc:docMk/>
            <pc:sldMk cId="932378725" sldId="259"/>
            <ac:spMk id="7" creationId="{52B919E6-F392-F79B-9CAE-1C3075DBC2FB}"/>
          </ac:spMkLst>
        </pc:spChg>
        <pc:spChg chg="add mod">
          <ac:chgData name="Hyun-Jung Kim" userId="1116f478dadc471e" providerId="LiveId" clId="{13B27E1A-C8B4-4596-868C-AB25C79F61AF}" dt="2026-04-26T16:57:07.849" v="390" actId="1035"/>
          <ac:spMkLst>
            <pc:docMk/>
            <pc:sldMk cId="932378725" sldId="259"/>
            <ac:spMk id="9" creationId="{4947C5C2-3CFE-35D8-43CD-D77587E90C52}"/>
          </ac:spMkLst>
        </pc:spChg>
        <pc:spChg chg="add mod">
          <ac:chgData name="Hyun-Jung Kim" userId="1116f478dadc471e" providerId="LiveId" clId="{13B27E1A-C8B4-4596-868C-AB25C79F61AF}" dt="2026-04-26T16:57:12.104" v="391" actId="1076"/>
          <ac:spMkLst>
            <pc:docMk/>
            <pc:sldMk cId="932378725" sldId="259"/>
            <ac:spMk id="11" creationId="{A5C9A3CB-9F0F-B7D4-05D9-63BE34C8E3ED}"/>
          </ac:spMkLst>
        </pc:spChg>
      </pc:sldChg>
      <pc:sldChg chg="addSp modSp new mod modNotesTx">
        <pc:chgData name="Hyun-Jung Kim" userId="1116f478dadc471e" providerId="LiveId" clId="{13B27E1A-C8B4-4596-868C-AB25C79F61AF}" dt="2026-04-26T18:42:14.692" v="1615" actId="208"/>
        <pc:sldMkLst>
          <pc:docMk/>
          <pc:sldMk cId="218732680" sldId="260"/>
        </pc:sldMkLst>
        <pc:spChg chg="mod">
          <ac:chgData name="Hyun-Jung Kim" userId="1116f478dadc471e" providerId="LiveId" clId="{13B27E1A-C8B4-4596-868C-AB25C79F61AF}" dt="2026-04-26T18:42:10.574" v="1614" actId="1035"/>
          <ac:spMkLst>
            <pc:docMk/>
            <pc:sldMk cId="218732680" sldId="260"/>
            <ac:spMk id="2" creationId="{AB308A92-017D-2A88-4B79-DF0CFD3A8C4B}"/>
          </ac:spMkLst>
        </pc:spChg>
        <pc:spChg chg="mod">
          <ac:chgData name="Hyun-Jung Kim" userId="1116f478dadc471e" providerId="LiveId" clId="{13B27E1A-C8B4-4596-868C-AB25C79F61AF}" dt="2026-04-26T18:42:10.574" v="1614" actId="1035"/>
          <ac:spMkLst>
            <pc:docMk/>
            <pc:sldMk cId="218732680" sldId="260"/>
            <ac:spMk id="3" creationId="{391E913F-CDAC-A45F-C0E6-0A8A746B57BD}"/>
          </ac:spMkLst>
        </pc:spChg>
        <pc:spChg chg="add mod">
          <ac:chgData name="Hyun-Jung Kim" userId="1116f478dadc471e" providerId="LiveId" clId="{13B27E1A-C8B4-4596-868C-AB25C79F61AF}" dt="2026-04-26T18:42:10.574" v="1614" actId="1035"/>
          <ac:spMkLst>
            <pc:docMk/>
            <pc:sldMk cId="218732680" sldId="260"/>
            <ac:spMk id="5" creationId="{87D5357D-4B8D-FC0A-31FE-ADF663DBEAAB}"/>
          </ac:spMkLst>
        </pc:spChg>
        <pc:spChg chg="add mod">
          <ac:chgData name="Hyun-Jung Kim" userId="1116f478dadc471e" providerId="LiveId" clId="{13B27E1A-C8B4-4596-868C-AB25C79F61AF}" dt="2026-04-26T18:42:10.574" v="1614" actId="1035"/>
          <ac:spMkLst>
            <pc:docMk/>
            <pc:sldMk cId="218732680" sldId="260"/>
            <ac:spMk id="7" creationId="{237B016D-1CCD-C911-3B4C-3A64B7032E90}"/>
          </ac:spMkLst>
        </pc:spChg>
        <pc:spChg chg="add mod">
          <ac:chgData name="Hyun-Jung Kim" userId="1116f478dadc471e" providerId="LiveId" clId="{13B27E1A-C8B4-4596-868C-AB25C79F61AF}" dt="2026-04-26T18:42:10.574" v="1614" actId="1035"/>
          <ac:spMkLst>
            <pc:docMk/>
            <pc:sldMk cId="218732680" sldId="260"/>
            <ac:spMk id="9" creationId="{450ED241-120F-9EF4-B54B-E2F5A485C03D}"/>
          </ac:spMkLst>
        </pc:spChg>
        <pc:spChg chg="add mod">
          <ac:chgData name="Hyun-Jung Kim" userId="1116f478dadc471e" providerId="LiveId" clId="{13B27E1A-C8B4-4596-868C-AB25C79F61AF}" dt="2026-04-26T18:42:14.692" v="1615" actId="208"/>
          <ac:spMkLst>
            <pc:docMk/>
            <pc:sldMk cId="218732680" sldId="260"/>
            <ac:spMk id="11" creationId="{AC3BC40D-AC85-278B-88E2-1E6D2C601702}"/>
          </ac:spMkLst>
        </pc:spChg>
      </pc:sldChg>
      <pc:sldChg chg="addSp modSp new mod modNotesTx">
        <pc:chgData name="Hyun-Jung Kim" userId="1116f478dadc471e" providerId="LiveId" clId="{13B27E1A-C8B4-4596-868C-AB25C79F61AF}" dt="2026-04-26T18:01:06.360" v="1014" actId="20577"/>
        <pc:sldMkLst>
          <pc:docMk/>
          <pc:sldMk cId="759104083" sldId="261"/>
        </pc:sldMkLst>
        <pc:spChg chg="mod">
          <ac:chgData name="Hyun-Jung Kim" userId="1116f478dadc471e" providerId="LiveId" clId="{13B27E1A-C8B4-4596-868C-AB25C79F61AF}" dt="2026-04-26T17:22:05.776" v="746" actId="20577"/>
          <ac:spMkLst>
            <pc:docMk/>
            <pc:sldMk cId="759104083" sldId="261"/>
            <ac:spMk id="2" creationId="{D65881DD-75E2-FC63-FB39-C0CC83DA4767}"/>
          </ac:spMkLst>
        </pc:spChg>
        <pc:spChg chg="mod">
          <ac:chgData name="Hyun-Jung Kim" userId="1116f478dadc471e" providerId="LiveId" clId="{13B27E1A-C8B4-4596-868C-AB25C79F61AF}" dt="2026-04-26T17:56:11.980" v="1001"/>
          <ac:spMkLst>
            <pc:docMk/>
            <pc:sldMk cId="759104083" sldId="261"/>
            <ac:spMk id="3" creationId="{5EE87701-3EC8-E7FE-0E31-4B1C825811FA}"/>
          </ac:spMkLst>
        </pc:spChg>
        <pc:spChg chg="add mod">
          <ac:chgData name="Hyun-Jung Kim" userId="1116f478dadc471e" providerId="LiveId" clId="{13B27E1A-C8B4-4596-868C-AB25C79F61AF}" dt="2026-04-26T17:56:02.539" v="999" actId="1076"/>
          <ac:spMkLst>
            <pc:docMk/>
            <pc:sldMk cId="759104083" sldId="261"/>
            <ac:spMk id="5" creationId="{FB11FDE8-17C9-546F-820F-63492233BA9B}"/>
          </ac:spMkLst>
        </pc:spChg>
        <pc:spChg chg="add mod">
          <ac:chgData name="Hyun-Jung Kim" userId="1116f478dadc471e" providerId="LiveId" clId="{13B27E1A-C8B4-4596-868C-AB25C79F61AF}" dt="2026-04-26T17:58:33.196" v="1005" actId="1076"/>
          <ac:spMkLst>
            <pc:docMk/>
            <pc:sldMk cId="759104083" sldId="261"/>
            <ac:spMk id="7" creationId="{C9388F21-0280-BC58-C781-B5D531C50384}"/>
          </ac:spMkLst>
        </pc:spChg>
      </pc:sldChg>
      <pc:sldChg chg="addSp modSp new mod modNotesTx">
        <pc:chgData name="Hyun-Jung Kim" userId="1116f478dadc471e" providerId="LiveId" clId="{13B27E1A-C8B4-4596-868C-AB25C79F61AF}" dt="2026-04-26T18:14:00.463" v="1215" actId="113"/>
        <pc:sldMkLst>
          <pc:docMk/>
          <pc:sldMk cId="993908160" sldId="262"/>
        </pc:sldMkLst>
        <pc:spChg chg="mod">
          <ac:chgData name="Hyun-Jung Kim" userId="1116f478dadc471e" providerId="LiveId" clId="{13B27E1A-C8B4-4596-868C-AB25C79F61AF}" dt="2026-04-26T17:58:48.345" v="1007"/>
          <ac:spMkLst>
            <pc:docMk/>
            <pc:sldMk cId="993908160" sldId="262"/>
            <ac:spMk id="2" creationId="{2C9FDC95-89E2-2C20-16C8-78178871DA9C}"/>
          </ac:spMkLst>
        </pc:spChg>
        <pc:spChg chg="mod">
          <ac:chgData name="Hyun-Jung Kim" userId="1116f478dadc471e" providerId="LiveId" clId="{13B27E1A-C8B4-4596-868C-AB25C79F61AF}" dt="2026-04-26T18:14:00.463" v="1215" actId="113"/>
          <ac:spMkLst>
            <pc:docMk/>
            <pc:sldMk cId="993908160" sldId="262"/>
            <ac:spMk id="3" creationId="{7ECDBDF9-E85D-BED8-089F-D9A80962C756}"/>
          </ac:spMkLst>
        </pc:spChg>
        <pc:spChg chg="add mod">
          <ac:chgData name="Hyun-Jung Kim" userId="1116f478dadc471e" providerId="LiveId" clId="{13B27E1A-C8B4-4596-868C-AB25C79F61AF}" dt="2026-04-26T18:13:02.618" v="1206" actId="1076"/>
          <ac:spMkLst>
            <pc:docMk/>
            <pc:sldMk cId="993908160" sldId="262"/>
            <ac:spMk id="5" creationId="{8FB95A85-4468-C463-72E4-6847BD947454}"/>
          </ac:spMkLst>
        </pc:spChg>
        <pc:spChg chg="add mod">
          <ac:chgData name="Hyun-Jung Kim" userId="1116f478dadc471e" providerId="LiveId" clId="{13B27E1A-C8B4-4596-868C-AB25C79F61AF}" dt="2026-04-26T18:13:14.357" v="1213" actId="1076"/>
          <ac:spMkLst>
            <pc:docMk/>
            <pc:sldMk cId="993908160" sldId="262"/>
            <ac:spMk id="7" creationId="{432F64F9-8E50-DE8D-0773-2BE950DB91F9}"/>
          </ac:spMkLst>
        </pc:spChg>
      </pc:sldChg>
      <pc:sldChg chg="addSp delSp modSp new mod modNotesTx">
        <pc:chgData name="Hyun-Jung Kim" userId="1116f478dadc471e" providerId="LiveId" clId="{13B27E1A-C8B4-4596-868C-AB25C79F61AF}" dt="2026-04-26T18:31:09.031" v="1477" actId="20577"/>
        <pc:sldMkLst>
          <pc:docMk/>
          <pc:sldMk cId="327737784" sldId="263"/>
        </pc:sldMkLst>
        <pc:spChg chg="mod">
          <ac:chgData name="Hyun-Jung Kim" userId="1116f478dadc471e" providerId="LiveId" clId="{13B27E1A-C8B4-4596-868C-AB25C79F61AF}" dt="2026-04-26T18:15:06.943" v="1233" actId="20577"/>
          <ac:spMkLst>
            <pc:docMk/>
            <pc:sldMk cId="327737784" sldId="263"/>
            <ac:spMk id="2" creationId="{E1943896-19E4-07CD-52BE-01FE8321F483}"/>
          </ac:spMkLst>
        </pc:spChg>
        <pc:spChg chg="mod">
          <ac:chgData name="Hyun-Jung Kim" userId="1116f478dadc471e" providerId="LiveId" clId="{13B27E1A-C8B4-4596-868C-AB25C79F61AF}" dt="2026-04-26T18:28:55.664" v="1471" actId="27636"/>
          <ac:spMkLst>
            <pc:docMk/>
            <pc:sldMk cId="327737784" sldId="263"/>
            <ac:spMk id="3" creationId="{3122CA2C-971F-BB65-6684-331CB4E37DE8}"/>
          </ac:spMkLst>
        </pc:spChg>
        <pc:spChg chg="add mod">
          <ac:chgData name="Hyun-Jung Kim" userId="1116f478dadc471e" providerId="LiveId" clId="{13B27E1A-C8B4-4596-868C-AB25C79F61AF}" dt="2026-04-26T18:18:11.714" v="1268" actId="1076"/>
          <ac:spMkLst>
            <pc:docMk/>
            <pc:sldMk cId="327737784" sldId="263"/>
            <ac:spMk id="5" creationId="{58D1DDD7-81FB-820F-38F5-9B7AB4CEA689}"/>
          </ac:spMkLst>
        </pc:spChg>
        <pc:spChg chg="add mod">
          <ac:chgData name="Hyun-Jung Kim" userId="1116f478dadc471e" providerId="LiveId" clId="{13B27E1A-C8B4-4596-868C-AB25C79F61AF}" dt="2026-04-26T18:25:53.427" v="1309" actId="20577"/>
          <ac:spMkLst>
            <pc:docMk/>
            <pc:sldMk cId="327737784" sldId="263"/>
            <ac:spMk id="7" creationId="{464BF98F-D38B-835E-8878-222CB3D99A00}"/>
          </ac:spMkLst>
        </pc:spChg>
        <pc:spChg chg="add del mod">
          <ac:chgData name="Hyun-Jung Kim" userId="1116f478dadc471e" providerId="LiveId" clId="{13B27E1A-C8B4-4596-868C-AB25C79F61AF}" dt="2026-04-26T18:25:46.437" v="1308" actId="478"/>
          <ac:spMkLst>
            <pc:docMk/>
            <pc:sldMk cId="327737784" sldId="263"/>
            <ac:spMk id="9" creationId="{AB1A3EEF-97DC-714F-0A88-5B6D18D4B858}"/>
          </ac:spMkLst>
        </pc:spChg>
      </pc:sldChg>
      <pc:sldChg chg="modSp new mod">
        <pc:chgData name="Hyun-Jung Kim" userId="1116f478dadc471e" providerId="LiveId" clId="{13B27E1A-C8B4-4596-868C-AB25C79F61AF}" dt="2026-04-26T18:38:11.844" v="1565" actId="27636"/>
        <pc:sldMkLst>
          <pc:docMk/>
          <pc:sldMk cId="2997567061" sldId="264"/>
        </pc:sldMkLst>
        <pc:spChg chg="mod">
          <ac:chgData name="Hyun-Jung Kim" userId="1116f478dadc471e" providerId="LiveId" clId="{13B27E1A-C8B4-4596-868C-AB25C79F61AF}" dt="2026-04-26T18:32:06.185" v="1492" actId="20577"/>
          <ac:spMkLst>
            <pc:docMk/>
            <pc:sldMk cId="2997567061" sldId="264"/>
            <ac:spMk id="2" creationId="{42F46585-8F2F-2D8A-2A30-1E12B00AA09B}"/>
          </ac:spMkLst>
        </pc:spChg>
        <pc:spChg chg="mod">
          <ac:chgData name="Hyun-Jung Kim" userId="1116f478dadc471e" providerId="LiveId" clId="{13B27E1A-C8B4-4596-868C-AB25C79F61AF}" dt="2026-04-26T18:38:11.844" v="1565" actId="27636"/>
          <ac:spMkLst>
            <pc:docMk/>
            <pc:sldMk cId="2997567061" sldId="264"/>
            <ac:spMk id="3" creationId="{5AA6FB03-8CF2-5262-CB61-1B7603AE6F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A0100-F079-4320-8EAD-5C994878BE9E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553DF7-285E-4FBE-AE30-32B5178F2C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34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</a:t>
            </a:r>
            <a:r>
              <a:rPr lang="ko-KR" altLang="en-US" dirty="0"/>
              <a:t>이 출력은 </a:t>
            </a:r>
            <a:r>
              <a:rPr lang="en-US" altLang="ko-KR" dirty="0"/>
              <a:t>CH03 </a:t>
            </a:r>
            <a:r>
              <a:rPr lang="ko-KR" altLang="en-US" dirty="0"/>
              <a:t>첫 실습에 아주 좋습니다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On branch main</a:t>
            </a:r>
          </a:p>
          <a:p>
            <a:r>
              <a:rPr lang="en-US" altLang="ko-KR" dirty="0"/>
              <a:t>  Your branch is up to date with 'origin/main'.</a:t>
            </a:r>
          </a:p>
          <a:p>
            <a:r>
              <a:rPr lang="en-US" altLang="ko-KR" dirty="0"/>
              <a:t>  nothing to commit, working tree clean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즉 작업 중인 변경은 없습니다</a:t>
            </a:r>
            <a:r>
              <a:rPr lang="en-US" altLang="ko-KR" dirty="0"/>
              <a:t>. </a:t>
            </a:r>
            <a:r>
              <a:rPr lang="ko-KR" altLang="en-US" dirty="0"/>
              <a:t>분석하기 좋은 깨끗한 상태입니다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최근 이력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* 8d17e51 (HEAD -&gt; main, origin/main, origin/HEAD) docs: add peer fetch practice note</a:t>
            </a:r>
          </a:p>
          <a:p>
            <a:r>
              <a:rPr lang="en-US" altLang="ko-KR" dirty="0"/>
              <a:t>  * b9c683e docs: add tutorial workflow guide</a:t>
            </a:r>
          </a:p>
          <a:p>
            <a:r>
              <a:rPr lang="en-US" altLang="ko-KR" dirty="0"/>
              <a:t>  * 8f90074 docs: add training journal note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이유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한 파일만 바꿨습니다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한 줄만 추가했습니다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53DF7-285E-4FBE-AE30-32B5178F2C3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222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이제 </a:t>
            </a:r>
            <a:r>
              <a:rPr lang="en-US" altLang="ko-KR" dirty="0"/>
              <a:t>CH03 </a:t>
            </a:r>
            <a:r>
              <a:rPr lang="ko-KR" altLang="en-US" dirty="0"/>
              <a:t>자산 중 </a:t>
            </a:r>
            <a:r>
              <a:rPr lang="en-US" altLang="ko-KR" dirty="0"/>
              <a:t>release-notes-draft.md</a:t>
            </a:r>
            <a:r>
              <a:rPr lang="ko-KR" altLang="en-US" dirty="0"/>
              <a:t>를 추가합니다</a:t>
            </a:r>
            <a:r>
              <a:rPr lang="en-US" altLang="ko-KR" dirty="0"/>
              <a:t>. </a:t>
            </a:r>
            <a:r>
              <a:rPr lang="ko-KR" altLang="en-US" dirty="0"/>
              <a:t>이 파일은 “이 시점을 </a:t>
            </a:r>
            <a:r>
              <a:rPr lang="en-US" altLang="ko-KR" dirty="0"/>
              <a:t>v0.1.0 release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후보로 볼 수 있는가</a:t>
            </a:r>
            <a:r>
              <a:rPr lang="en-US" altLang="ko-KR" dirty="0"/>
              <a:t>?”</a:t>
            </a:r>
            <a:r>
              <a:rPr lang="ko-KR" altLang="en-US" dirty="0"/>
              <a:t>를 판단하는 문서입니다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먼저 파일을 복사합니다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Copy-Item "C:\Users\angpa\myProjects\Daily_Work\GitLab-Manual\GitLab-Onboarding-</a:t>
            </a:r>
          </a:p>
          <a:p>
            <a:r>
              <a:rPr lang="en-US" altLang="ko-KR" dirty="0"/>
              <a:t>  Lectures\tutorials\CH03-History-Inspection-and-Recovery\assets\docs\release-notes-</a:t>
            </a:r>
          </a:p>
          <a:p>
            <a:r>
              <a:rPr lang="en-US" altLang="ko-KR" dirty="0"/>
              <a:t>  draft.md" .\docs\release-notes-draft.md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상태와 내용을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Get-Content .\docs\release-notes-draft.md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 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Untracked files:</a:t>
            </a:r>
          </a:p>
          <a:p>
            <a:r>
              <a:rPr lang="en-US" altLang="ko-KR" dirty="0"/>
              <a:t>          docs/release-notes-draft.md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</a:t>
            </a:r>
            <a:r>
              <a:rPr lang="en-US" altLang="ko-KR" dirty="0"/>
              <a:t>staging</a:t>
            </a:r>
            <a:r>
              <a:rPr lang="ko-KR" altLang="en-US" dirty="0"/>
              <a:t>과 </a:t>
            </a:r>
            <a:r>
              <a:rPr lang="en-US" altLang="ko-KR" dirty="0"/>
              <a:t>commit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add .\docs\release-notes-draft.md</a:t>
            </a:r>
          </a:p>
          <a:p>
            <a:r>
              <a:rPr lang="en-US" altLang="ko-KR" dirty="0"/>
              <a:t>  git diff --staged</a:t>
            </a:r>
          </a:p>
          <a:p>
            <a:r>
              <a:rPr lang="en-US" altLang="ko-KR" dirty="0"/>
              <a:t>  git commit -m "docs: add release notes draft"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그리고 </a:t>
            </a:r>
            <a:r>
              <a:rPr lang="en-US" altLang="ko-KR" dirty="0"/>
              <a:t>commit </a:t>
            </a:r>
            <a:r>
              <a:rPr lang="ko-KR" altLang="en-US" dirty="0"/>
              <a:t>확인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git show --stat HEAD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-5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아직 </a:t>
            </a:r>
            <a:r>
              <a:rPr lang="en-US" altLang="ko-KR" dirty="0"/>
              <a:t>tag</a:t>
            </a:r>
            <a:r>
              <a:rPr lang="ko-KR" altLang="en-US" dirty="0"/>
              <a:t>는 찍지 마세요</a:t>
            </a:r>
            <a:r>
              <a:rPr lang="en-US" altLang="ko-KR" dirty="0"/>
              <a:t>. </a:t>
            </a:r>
            <a:r>
              <a:rPr lang="ko-KR" altLang="en-US" dirty="0"/>
              <a:t>먼저 </a:t>
            </a:r>
            <a:r>
              <a:rPr lang="en-US" altLang="ko-KR" dirty="0"/>
              <a:t>commit </a:t>
            </a:r>
            <a:r>
              <a:rPr lang="ko-KR" altLang="en-US" dirty="0"/>
              <a:t>결과를 제가 확인한 뒤</a:t>
            </a:r>
            <a:r>
              <a:rPr lang="en-US" altLang="ko-KR" dirty="0"/>
              <a:t>, </a:t>
            </a:r>
            <a:r>
              <a:rPr lang="ko-KR" altLang="en-US" dirty="0"/>
              <a:t>그 </a:t>
            </a:r>
            <a:r>
              <a:rPr lang="en-US" altLang="ko-KR" dirty="0"/>
              <a:t>commit</a:t>
            </a:r>
            <a:r>
              <a:rPr lang="ko-KR" altLang="en-US" dirty="0"/>
              <a:t>에 </a:t>
            </a:r>
            <a:r>
              <a:rPr lang="en-US" altLang="ko-KR" dirty="0"/>
              <a:t>v0.1.0 tag</a:t>
            </a:r>
            <a:r>
              <a:rPr lang="ko-KR" altLang="en-US" dirty="0"/>
              <a:t>를 붙이겠</a:t>
            </a:r>
          </a:p>
          <a:p>
            <a:r>
              <a:rPr lang="ko-KR" altLang="en-US" dirty="0"/>
              <a:t>  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Concept: tag</a:t>
            </a:r>
            <a:r>
              <a:rPr lang="ko-KR" altLang="en-US" dirty="0"/>
              <a:t>란 무엇인가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tag</a:t>
            </a:r>
            <a:r>
              <a:rPr lang="ko-KR" altLang="en-US" dirty="0"/>
              <a:t>는 특정 </a:t>
            </a:r>
            <a:r>
              <a:rPr lang="en-US" altLang="ko-KR" dirty="0"/>
              <a:t>commit</a:t>
            </a:r>
            <a:r>
              <a:rPr lang="ko-KR" altLang="en-US" dirty="0"/>
              <a:t>에 붙이는 이름표입니다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branch</a:t>
            </a:r>
            <a:r>
              <a:rPr lang="ko-KR" altLang="en-US" dirty="0"/>
              <a:t>와 차이가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 branch: </a:t>
            </a:r>
            <a:r>
              <a:rPr lang="ko-KR" altLang="en-US" dirty="0"/>
              <a:t>새 </a:t>
            </a:r>
            <a:r>
              <a:rPr lang="en-US" altLang="ko-KR" dirty="0"/>
              <a:t>commit</a:t>
            </a:r>
            <a:r>
              <a:rPr lang="ko-KR" altLang="en-US" dirty="0"/>
              <a:t>이 생기면 계속 앞으로 움직이는 이름표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tag: </a:t>
            </a:r>
            <a:r>
              <a:rPr lang="ko-KR" altLang="en-US" dirty="0"/>
              <a:t>특정 </a:t>
            </a:r>
            <a:r>
              <a:rPr lang="en-US" altLang="ko-KR" dirty="0"/>
              <a:t>commit</a:t>
            </a:r>
            <a:r>
              <a:rPr lang="ko-KR" altLang="en-US" dirty="0"/>
              <a:t>에 고정되는 이름표</a:t>
            </a:r>
          </a:p>
          <a:p>
            <a:endParaRPr lang="ko-KR" altLang="en-US" dirty="0"/>
          </a:p>
          <a:p>
            <a:r>
              <a:rPr lang="ko-KR" altLang="en-US" dirty="0"/>
              <a:t>  예를 들어 지금 </a:t>
            </a:r>
            <a:r>
              <a:rPr lang="en-US" altLang="ko-KR" dirty="0"/>
              <a:t>v0.1.0 tag</a:t>
            </a:r>
            <a:r>
              <a:rPr lang="ko-KR" altLang="en-US" dirty="0"/>
              <a:t>를 찍으면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v0.1.0 -&gt; ddf22bf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이후 </a:t>
            </a:r>
            <a:r>
              <a:rPr lang="en-US" altLang="ko-KR" dirty="0"/>
              <a:t>main</a:t>
            </a:r>
            <a:r>
              <a:rPr lang="ko-KR" altLang="en-US" dirty="0"/>
              <a:t>이 더 앞으로 가도 </a:t>
            </a:r>
            <a:r>
              <a:rPr lang="en-US" altLang="ko-KR" dirty="0"/>
              <a:t>v0.1.0</a:t>
            </a:r>
            <a:r>
              <a:rPr lang="ko-KR" altLang="en-US" dirty="0"/>
              <a:t>은 계속 </a:t>
            </a:r>
            <a:r>
              <a:rPr lang="en-US" altLang="ko-KR" dirty="0"/>
              <a:t>ddf22bf</a:t>
            </a:r>
            <a:r>
              <a:rPr lang="ko-KR" altLang="en-US" dirty="0"/>
              <a:t>를 가리킵니다</a:t>
            </a:r>
            <a:r>
              <a:rPr lang="en-US" altLang="ko-KR" dirty="0"/>
              <a:t>. </a:t>
            </a:r>
            <a:r>
              <a:rPr lang="ko-KR" altLang="en-US" dirty="0"/>
              <a:t>그래서 </a:t>
            </a:r>
            <a:r>
              <a:rPr lang="en-US" altLang="ko-KR" dirty="0"/>
              <a:t>release point, </a:t>
            </a:r>
            <a:r>
              <a:rPr lang="ko-KR" altLang="en-US" dirty="0"/>
              <a:t>교육</a:t>
            </a:r>
          </a:p>
          <a:p>
            <a:r>
              <a:rPr lang="ko-KR" altLang="en-US" dirty="0"/>
              <a:t>  기준 버전</a:t>
            </a:r>
            <a:r>
              <a:rPr lang="en-US" altLang="ko-KR" dirty="0"/>
              <a:t>, rollback </a:t>
            </a:r>
            <a:r>
              <a:rPr lang="ko-KR" altLang="en-US" dirty="0"/>
              <a:t>기준점으로 좋습니다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</a:t>
            </a:r>
            <a:r>
              <a:rPr lang="en-US" altLang="ko-KR" dirty="0"/>
              <a:t>tag</a:t>
            </a:r>
            <a:r>
              <a:rPr lang="ko-KR" altLang="en-US" dirty="0"/>
              <a:t>를 찍겠습니다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git tag v0.1.0</a:t>
            </a:r>
          </a:p>
          <a:p>
            <a:r>
              <a:rPr lang="en-US" altLang="ko-KR" dirty="0"/>
              <a:t>  git show v0.1.0 --stat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-5</a:t>
            </a:r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local tag</a:t>
            </a:r>
            <a:r>
              <a:rPr lang="ko-KR" altLang="en-US" dirty="0"/>
              <a:t>가 정상적으로 찍혔습니다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ddf22bf (HEAD -&gt; main, tag: v0.1.0) docs: add release notes draft</a:t>
            </a:r>
          </a:p>
          <a:p>
            <a:r>
              <a:rPr lang="en-US" altLang="ko-KR" dirty="0"/>
              <a:t>  8d17e51 (origin/main, origin/HEAD) docs: add peer fetch practice note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의미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local main</a:t>
            </a:r>
            <a:r>
              <a:rPr lang="ko-KR" altLang="en-US" dirty="0"/>
              <a:t>은 </a:t>
            </a:r>
            <a:r>
              <a:rPr lang="en-US" altLang="ko-KR" dirty="0"/>
              <a:t>ddf22bf</a:t>
            </a:r>
          </a:p>
          <a:p>
            <a:r>
              <a:rPr lang="en-US" altLang="ko-KR" dirty="0"/>
              <a:t>  - v0.1.0 tag</a:t>
            </a:r>
            <a:r>
              <a:rPr lang="ko-KR" altLang="en-US" dirty="0"/>
              <a:t>도 </a:t>
            </a:r>
            <a:r>
              <a:rPr lang="en-US" altLang="ko-KR" dirty="0"/>
              <a:t>ddf22bf</a:t>
            </a:r>
            <a:r>
              <a:rPr lang="ko-KR" altLang="en-US" dirty="0"/>
              <a:t>를 가리킴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remote origin/main</a:t>
            </a:r>
            <a:r>
              <a:rPr lang="ko-KR" altLang="en-US" dirty="0"/>
              <a:t>은 아직 </a:t>
            </a:r>
            <a:r>
              <a:rPr lang="en-US" altLang="ko-KR" dirty="0"/>
              <a:t>8d17e51</a:t>
            </a:r>
          </a:p>
          <a:p>
            <a:r>
              <a:rPr lang="en-US" altLang="ko-KR" dirty="0"/>
              <a:t>  - remote</a:t>
            </a:r>
            <a:r>
              <a:rPr lang="ko-KR" altLang="en-US" dirty="0"/>
              <a:t>에는 아직 </a:t>
            </a:r>
            <a:r>
              <a:rPr lang="en-US" altLang="ko-KR" dirty="0"/>
              <a:t>tag</a:t>
            </a:r>
            <a:r>
              <a:rPr lang="ko-KR" altLang="en-US" dirty="0"/>
              <a:t>가 없음</a:t>
            </a:r>
          </a:p>
          <a:p>
            <a:endParaRPr lang="ko-KR" altLang="en-US" dirty="0"/>
          </a:p>
          <a:p>
            <a:r>
              <a:rPr lang="ko-KR" altLang="en-US" dirty="0"/>
              <a:t>  즉 아직 </a:t>
            </a:r>
            <a:r>
              <a:rPr lang="en-US" altLang="ko-KR" dirty="0"/>
              <a:t>GitLab</a:t>
            </a:r>
            <a:r>
              <a:rPr lang="ko-KR" altLang="en-US" dirty="0"/>
              <a:t>에는 </a:t>
            </a:r>
            <a:r>
              <a:rPr lang="en-US" altLang="ko-KR" dirty="0"/>
              <a:t>release notes commit</a:t>
            </a:r>
            <a:r>
              <a:rPr lang="ko-KR" altLang="en-US" dirty="0"/>
              <a:t>과 </a:t>
            </a:r>
            <a:r>
              <a:rPr lang="en-US" altLang="ko-KR" dirty="0"/>
              <a:t>tag</a:t>
            </a:r>
            <a:r>
              <a:rPr lang="ko-KR" altLang="en-US" dirty="0"/>
              <a:t>가 올라가지 않았습니다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순서대로 올립니다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먼저 </a:t>
            </a:r>
            <a:r>
              <a:rPr lang="en-US" altLang="ko-KR" dirty="0"/>
              <a:t>commit push:</a:t>
            </a:r>
          </a:p>
          <a:p>
            <a:endParaRPr lang="en-US" altLang="ko-KR" dirty="0"/>
          </a:p>
          <a:p>
            <a:r>
              <a:rPr lang="en-US" altLang="ko-KR" dirty="0"/>
              <a:t>  git push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</a:t>
            </a:r>
            <a:r>
              <a:rPr lang="en-US" altLang="ko-KR" dirty="0"/>
              <a:t>tag push:</a:t>
            </a:r>
          </a:p>
          <a:p>
            <a:endParaRPr lang="en-US" altLang="ko-KR" dirty="0"/>
          </a:p>
          <a:p>
            <a:r>
              <a:rPr lang="en-US" altLang="ko-KR" dirty="0"/>
              <a:t>  git push origin v0.1.0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확인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-5</a:t>
            </a:r>
          </a:p>
          <a:p>
            <a:r>
              <a:rPr lang="en-US" altLang="ko-KR" dirty="0"/>
              <a:t>  git ls-remote --tags origin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 결과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Your branch is up to date with 'origin/main'.</a:t>
            </a:r>
          </a:p>
          <a:p>
            <a:r>
              <a:rPr lang="en-US" altLang="ko-KR" dirty="0"/>
              <a:t>  ddf22bf (HEAD -&gt; main, tag: v0.1.0, origin/main, origin/HEAD)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그리고 </a:t>
            </a:r>
            <a:r>
              <a:rPr lang="en-US" altLang="ko-KR" dirty="0"/>
              <a:t>git ls-remote --tags origin</a:t>
            </a:r>
            <a:r>
              <a:rPr lang="ko-KR" altLang="en-US" dirty="0"/>
              <a:t>에 </a:t>
            </a:r>
            <a:r>
              <a:rPr lang="en-US" altLang="ko-KR" dirty="0"/>
              <a:t>refs/tags/v0.1.0</a:t>
            </a:r>
            <a:r>
              <a:rPr lang="ko-KR" altLang="en-US" dirty="0"/>
              <a:t>이 보여야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commit</a:t>
            </a:r>
            <a:r>
              <a:rPr lang="ko-KR" altLang="en-US" dirty="0"/>
              <a:t>과 </a:t>
            </a:r>
            <a:r>
              <a:rPr lang="en-US" altLang="ko-KR" dirty="0"/>
              <a:t>tag</a:t>
            </a:r>
            <a:r>
              <a:rPr lang="ko-KR" altLang="en-US" dirty="0"/>
              <a:t>가 모두 </a:t>
            </a:r>
            <a:r>
              <a:rPr lang="en-US" altLang="ko-KR" dirty="0"/>
              <a:t>GitLab remote</a:t>
            </a:r>
            <a:r>
              <a:rPr lang="ko-KR" altLang="en-US" dirty="0"/>
              <a:t>까지 올라갔습니다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HEAD -&gt; main -&gt; origin/main -&gt; ddf22bf</a:t>
            </a:r>
          </a:p>
          <a:p>
            <a:r>
              <a:rPr lang="en-US" altLang="ko-KR" dirty="0"/>
              <a:t>  tag: v0.1.0 -&gt; ddf22bf</a:t>
            </a:r>
          </a:p>
          <a:p>
            <a:r>
              <a:rPr lang="en-US" altLang="ko-KR" dirty="0"/>
              <a:t>  working tree clean</a:t>
            </a:r>
          </a:p>
          <a:p>
            <a:endParaRPr lang="en-US" altLang="ko-KR" dirty="0"/>
          </a:p>
          <a:p>
            <a:r>
              <a:rPr lang="en-US" altLang="ko-KR" dirty="0"/>
              <a:t>  remote tag</a:t>
            </a:r>
            <a:r>
              <a:rPr lang="ko-KR" altLang="en-US" dirty="0"/>
              <a:t>도 확인됐습니다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refs/tags/v0.1.0 -&gt; ddf22bf</a:t>
            </a:r>
          </a:p>
          <a:p>
            <a:endParaRPr lang="en-US" altLang="ko-KR" dirty="0"/>
          </a:p>
          <a:p>
            <a:r>
              <a:rPr lang="en-US" altLang="ko-KR" dirty="0"/>
              <a:t>  tag </a:t>
            </a:r>
            <a:r>
              <a:rPr lang="ko-KR" altLang="en-US" dirty="0"/>
              <a:t>핵심 정리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main</a:t>
            </a:r>
            <a:r>
              <a:rPr lang="ko-KR" altLang="en-US" dirty="0"/>
              <a:t>은 계속 움직이는 </a:t>
            </a:r>
            <a:r>
              <a:rPr lang="en-US" altLang="ko-KR" dirty="0"/>
              <a:t>branch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v0.1.0</a:t>
            </a:r>
            <a:r>
              <a:rPr lang="ko-KR" altLang="en-US" dirty="0"/>
              <a:t>은 특정 </a:t>
            </a:r>
            <a:r>
              <a:rPr lang="en-US" altLang="ko-KR" dirty="0"/>
              <a:t>commit</a:t>
            </a:r>
            <a:r>
              <a:rPr lang="ko-KR" altLang="en-US" dirty="0"/>
              <a:t>에 고정된 이름표입니다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그래서 나중에 </a:t>
            </a:r>
            <a:r>
              <a:rPr lang="en-US" altLang="ko-KR" dirty="0"/>
              <a:t>main</a:t>
            </a:r>
            <a:r>
              <a:rPr lang="ko-KR" altLang="en-US" dirty="0"/>
              <a:t>이 더 앞으로 가도 </a:t>
            </a:r>
            <a:r>
              <a:rPr lang="en-US" altLang="ko-KR" dirty="0"/>
              <a:t>v0.1.0</a:t>
            </a:r>
            <a:r>
              <a:rPr lang="ko-KR" altLang="en-US" dirty="0"/>
              <a:t>은 계속 </a:t>
            </a:r>
            <a:r>
              <a:rPr lang="en-US" altLang="ko-KR" dirty="0"/>
              <a:t>ddf22bf</a:t>
            </a:r>
            <a:r>
              <a:rPr lang="ko-KR" altLang="en-US" dirty="0"/>
              <a:t>를 가리킵니다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release point, </a:t>
            </a:r>
            <a:r>
              <a:rPr lang="ko-KR" altLang="en-US" dirty="0"/>
              <a:t>데모 기준점</a:t>
            </a:r>
            <a:r>
              <a:rPr lang="en-US" altLang="ko-KR" dirty="0"/>
              <a:t>, rollback </a:t>
            </a:r>
            <a:r>
              <a:rPr lang="ko-KR" altLang="en-US" dirty="0"/>
              <a:t>기준점으로 </a:t>
            </a:r>
            <a:r>
              <a:rPr lang="en-US" altLang="ko-KR" dirty="0"/>
              <a:t>tag</a:t>
            </a:r>
            <a:r>
              <a:rPr lang="ko-KR" altLang="en-US" dirty="0"/>
              <a:t>를 씁니다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53DF7-285E-4FBE-AE30-32B5178F2C3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195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Concept: stash</a:t>
            </a:r>
          </a:p>
          <a:p>
            <a:endParaRPr lang="en-US" altLang="ko-KR" dirty="0"/>
          </a:p>
          <a:p>
            <a:r>
              <a:rPr lang="en-US" altLang="ko-KR" dirty="0"/>
              <a:t>  stash</a:t>
            </a:r>
            <a:r>
              <a:rPr lang="ko-KR" altLang="en-US" dirty="0"/>
              <a:t>는 “아직 </a:t>
            </a:r>
            <a:r>
              <a:rPr lang="en-US" altLang="ko-KR" dirty="0"/>
              <a:t>commit</a:t>
            </a:r>
            <a:r>
              <a:rPr lang="ko-KR" altLang="en-US" dirty="0"/>
              <a:t>하기 애매한 작업을 잠깐 치워 두는 임시 </a:t>
            </a:r>
            <a:r>
              <a:rPr lang="ko-KR" altLang="en-US" dirty="0" err="1"/>
              <a:t>보관함”입니다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상황을 이렇게 만듭니다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README.md</a:t>
            </a:r>
            <a:r>
              <a:rPr lang="ko-KR" altLang="en-US" dirty="0"/>
              <a:t>를 수정하던 중</a:t>
            </a:r>
          </a:p>
          <a:p>
            <a:r>
              <a:rPr lang="ko-KR" altLang="en-US" dirty="0"/>
              <a:t>  갑자기 다른 작업을 해야 함</a:t>
            </a:r>
          </a:p>
          <a:p>
            <a:r>
              <a:rPr lang="ko-KR" altLang="en-US" dirty="0"/>
              <a:t>  아직 </a:t>
            </a:r>
            <a:r>
              <a:rPr lang="en-US" altLang="ko-KR" dirty="0"/>
              <a:t>commit</a:t>
            </a:r>
            <a:r>
              <a:rPr lang="ko-KR" altLang="en-US" dirty="0"/>
              <a:t>하기는 애매함</a:t>
            </a:r>
          </a:p>
          <a:p>
            <a:endParaRPr lang="ko-KR" altLang="en-US" dirty="0"/>
          </a:p>
          <a:p>
            <a:r>
              <a:rPr lang="ko-KR" altLang="en-US" dirty="0"/>
              <a:t>  그럴 때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git stash push -m "</a:t>
            </a:r>
            <a:r>
              <a:rPr lang="en-US" altLang="ko-KR" dirty="0" err="1"/>
              <a:t>wip</a:t>
            </a:r>
            <a:r>
              <a:rPr lang="en-US" altLang="ko-KR" dirty="0"/>
              <a:t> before history recovery practice"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를 사용합니다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실습합니다</a:t>
            </a:r>
            <a:r>
              <a:rPr lang="en-US" altLang="ko-KR" dirty="0"/>
              <a:t>. </a:t>
            </a:r>
            <a:r>
              <a:rPr lang="ko-KR" altLang="en-US" dirty="0"/>
              <a:t>먼저 일부러 작업 중 변경을 만듭니다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Add-Content .\README.md "`nCH03 temporary note for stash practice."</a:t>
            </a:r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diff .\README.md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 결과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README.md</a:t>
            </a:r>
            <a:r>
              <a:rPr lang="ko-KR" altLang="en-US" dirty="0"/>
              <a:t>가 </a:t>
            </a:r>
            <a:r>
              <a:rPr lang="en-US" altLang="ko-KR" dirty="0"/>
              <a:t>modified</a:t>
            </a:r>
            <a:r>
              <a:rPr lang="ko-KR" altLang="en-US" dirty="0"/>
              <a:t>로 보입니다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git diff</a:t>
            </a:r>
            <a:r>
              <a:rPr lang="ko-KR" altLang="en-US" dirty="0"/>
              <a:t>에 추가된 줄이 보입니다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아직 </a:t>
            </a:r>
            <a:r>
              <a:rPr lang="en-US" altLang="ko-KR" dirty="0"/>
              <a:t>commit</a:t>
            </a:r>
            <a:r>
              <a:rPr lang="ko-KR" altLang="en-US" dirty="0"/>
              <a:t>하지 않습니다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</a:t>
            </a:r>
            <a:r>
              <a:rPr lang="ko-KR" altLang="en-US" dirty="0"/>
              <a:t>현재 상태가 </a:t>
            </a:r>
            <a:r>
              <a:rPr lang="en-US" altLang="ko-KR" dirty="0"/>
              <a:t>stash </a:t>
            </a:r>
            <a:r>
              <a:rPr lang="ko-KR" altLang="en-US" dirty="0"/>
              <a:t>실습에 딱 맞습니다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modified: README.md</a:t>
            </a:r>
          </a:p>
          <a:p>
            <a:r>
              <a:rPr lang="en-US" altLang="ko-KR" dirty="0"/>
              <a:t>  no changes added to commit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즉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working tree</a:t>
            </a:r>
            <a:r>
              <a:rPr lang="ko-KR" altLang="en-US" dirty="0"/>
              <a:t>에는 변경 있음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staging area</a:t>
            </a:r>
            <a:r>
              <a:rPr lang="ko-KR" altLang="en-US" dirty="0"/>
              <a:t>에는 없음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commit</a:t>
            </a:r>
            <a:r>
              <a:rPr lang="ko-KR" altLang="en-US" dirty="0"/>
              <a:t>은 아직 안 함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git diff</a:t>
            </a:r>
            <a:r>
              <a:rPr lang="ko-KR" altLang="en-US" dirty="0"/>
              <a:t>에서 실제 추가된 줄도 확인됐습니다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+CH03 temporary note for stash practice.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경고도 보였죠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LF will be replaced by CRLF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이건 </a:t>
            </a:r>
            <a:r>
              <a:rPr lang="en-US" altLang="ko-KR" dirty="0"/>
              <a:t>Windows line ending </a:t>
            </a:r>
            <a:r>
              <a:rPr lang="ko-KR" altLang="en-US" dirty="0"/>
              <a:t>경고입니다</a:t>
            </a:r>
            <a:r>
              <a:rPr lang="en-US" altLang="ko-KR" dirty="0"/>
              <a:t>. </a:t>
            </a:r>
            <a:r>
              <a:rPr lang="ko-KR" altLang="en-US" dirty="0"/>
              <a:t>지금 실습에는 문제 없습니다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이 변경을 </a:t>
            </a:r>
            <a:r>
              <a:rPr lang="en-US" altLang="ko-KR" dirty="0"/>
              <a:t>stash</a:t>
            </a:r>
            <a:r>
              <a:rPr lang="ko-KR" altLang="en-US" dirty="0"/>
              <a:t>에 넣겠습니다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stash push -m "</a:t>
            </a:r>
            <a:r>
              <a:rPr lang="en-US" altLang="ko-KR" dirty="0" err="1"/>
              <a:t>wip</a:t>
            </a:r>
            <a:r>
              <a:rPr lang="en-US" altLang="ko-KR" dirty="0"/>
              <a:t> before history recovery practice"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stash list</a:t>
            </a:r>
          </a:p>
          <a:p>
            <a:r>
              <a:rPr lang="en-US" altLang="ko-KR" dirty="0"/>
              <a:t>  git stash show -p stash@{0}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주의</a:t>
            </a:r>
            <a:r>
              <a:rPr lang="en-US" altLang="ko-KR" dirty="0"/>
              <a:t>: PowerShell</a:t>
            </a:r>
            <a:r>
              <a:rPr lang="ko-KR" altLang="en-US" dirty="0"/>
              <a:t>에서는 </a:t>
            </a:r>
            <a:r>
              <a:rPr lang="en-US" altLang="ko-KR" dirty="0"/>
              <a:t>stash@{0}</a:t>
            </a:r>
            <a:r>
              <a:rPr lang="ko-KR" altLang="en-US" dirty="0"/>
              <a:t>가 특수하게 해석될 수 있으니</a:t>
            </a:r>
            <a:r>
              <a:rPr lang="en-US" altLang="ko-KR" dirty="0"/>
              <a:t>, </a:t>
            </a:r>
            <a:r>
              <a:rPr lang="ko-KR" altLang="en-US" dirty="0"/>
              <a:t>오류가 나면 따옴표를 쓰세요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stash show -p "stash@{0}"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 결과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git status</a:t>
            </a:r>
            <a:r>
              <a:rPr lang="ko-KR" altLang="en-US" dirty="0"/>
              <a:t>가 </a:t>
            </a:r>
            <a:r>
              <a:rPr lang="en-US" altLang="ko-KR" dirty="0"/>
              <a:t>clean</a:t>
            </a:r>
            <a:r>
              <a:rPr lang="ko-KR" altLang="en-US" dirty="0"/>
              <a:t>으로 돌아옵니다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git stash list</a:t>
            </a:r>
            <a:r>
              <a:rPr lang="ko-KR" altLang="en-US" dirty="0"/>
              <a:t>에 메시지가 보입니다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git stash show -p</a:t>
            </a:r>
            <a:r>
              <a:rPr lang="ko-KR" altLang="en-US" dirty="0"/>
              <a:t>에 </a:t>
            </a:r>
            <a:r>
              <a:rPr lang="en-US" altLang="ko-KR" dirty="0"/>
              <a:t>README.md</a:t>
            </a:r>
            <a:r>
              <a:rPr lang="ko-KR" altLang="en-US" dirty="0"/>
              <a:t>에 추가했던 줄이 보입니다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stash pop</a:t>
            </a:r>
            <a:r>
              <a:rPr lang="ko-KR" altLang="en-US" dirty="0"/>
              <a:t>까지 정확히 하셨습니다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방금 상태를 해석하면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stash</a:t>
            </a:r>
            <a:r>
              <a:rPr lang="ko-KR" altLang="en-US" dirty="0"/>
              <a:t>에 있던 </a:t>
            </a:r>
            <a:r>
              <a:rPr lang="en-US" altLang="ko-KR" dirty="0"/>
              <a:t>README.md </a:t>
            </a:r>
            <a:r>
              <a:rPr lang="ko-KR" altLang="en-US" dirty="0"/>
              <a:t>변경을 </a:t>
            </a:r>
            <a:r>
              <a:rPr lang="en-US" altLang="ko-KR" dirty="0"/>
              <a:t>working tree</a:t>
            </a:r>
            <a:r>
              <a:rPr lang="ko-KR" altLang="en-US" dirty="0"/>
              <a:t>로 다시 적용함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stash@{0} entry</a:t>
            </a:r>
            <a:r>
              <a:rPr lang="ko-KR" altLang="en-US" dirty="0"/>
              <a:t>는 제거됨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README.md</a:t>
            </a:r>
            <a:r>
              <a:rPr lang="ko-KR" altLang="en-US" dirty="0"/>
              <a:t>는 </a:t>
            </a:r>
            <a:r>
              <a:rPr lang="en-US" altLang="ko-KR" dirty="0"/>
              <a:t>modified </a:t>
            </a:r>
            <a:r>
              <a:rPr lang="ko-KR" altLang="en-US" dirty="0"/>
              <a:t>상태가 됨</a:t>
            </a:r>
          </a:p>
          <a:p>
            <a:endParaRPr lang="ko-KR" altLang="en-US" dirty="0"/>
          </a:p>
          <a:p>
            <a:r>
              <a:rPr lang="ko-KR" altLang="en-US" dirty="0"/>
              <a:t>  그리고 제가 실습용 임시 변경은 </a:t>
            </a:r>
            <a:r>
              <a:rPr lang="en-US" altLang="ko-KR" dirty="0"/>
              <a:t>commit</a:t>
            </a:r>
            <a:r>
              <a:rPr lang="ko-KR" altLang="en-US" dirty="0"/>
              <a:t>하지 않고 정리했습니다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</a:t>
            </a:r>
            <a:r>
              <a:rPr lang="en-US" altLang="ko-KR" dirty="0"/>
              <a:t>repo </a:t>
            </a:r>
            <a:r>
              <a:rPr lang="ko-KR" altLang="en-US" dirty="0"/>
              <a:t>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On branch main</a:t>
            </a:r>
          </a:p>
          <a:p>
            <a:r>
              <a:rPr lang="en-US" altLang="ko-KR" dirty="0"/>
              <a:t>  Your branch is up to date with 'origin/main'.</a:t>
            </a:r>
          </a:p>
          <a:p>
            <a:r>
              <a:rPr lang="en-US" altLang="ko-KR" dirty="0"/>
              <a:t>  nothing to commit, working tree clean</a:t>
            </a:r>
          </a:p>
          <a:p>
            <a:endParaRPr lang="en-US" altLang="ko-KR" dirty="0"/>
          </a:p>
          <a:p>
            <a:r>
              <a:rPr lang="en-US" altLang="ko-KR" dirty="0"/>
              <a:t>  stash </a:t>
            </a:r>
            <a:r>
              <a:rPr lang="ko-KR" altLang="en-US" dirty="0"/>
              <a:t>핵심 정리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git stash push -m "message": </a:t>
            </a:r>
            <a:r>
              <a:rPr lang="ko-KR" altLang="en-US" dirty="0"/>
              <a:t>현재 </a:t>
            </a:r>
            <a:r>
              <a:rPr lang="en-US" altLang="ko-KR" dirty="0"/>
              <a:t>working tree </a:t>
            </a:r>
            <a:r>
              <a:rPr lang="ko-KR" altLang="en-US" dirty="0"/>
              <a:t>변경을 임시 보관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stash list: stash </a:t>
            </a:r>
            <a:r>
              <a:rPr lang="ko-KR" altLang="en-US" dirty="0"/>
              <a:t>목록 확인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stash show -p "stash@{0}": stash </a:t>
            </a:r>
            <a:r>
              <a:rPr lang="ko-KR" altLang="en-US" dirty="0"/>
              <a:t>안의 실제 </a:t>
            </a:r>
            <a:r>
              <a:rPr lang="en-US" altLang="ko-KR" dirty="0"/>
              <a:t>patch </a:t>
            </a:r>
            <a:r>
              <a:rPr lang="ko-KR" altLang="en-US" dirty="0"/>
              <a:t>확인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stash pop "stash@{0}": stash</a:t>
            </a:r>
            <a:r>
              <a:rPr lang="ko-KR" altLang="en-US" dirty="0"/>
              <a:t>를 </a:t>
            </a:r>
            <a:r>
              <a:rPr lang="en-US" altLang="ko-KR" dirty="0"/>
              <a:t>working tree</a:t>
            </a:r>
            <a:r>
              <a:rPr lang="ko-KR" altLang="en-US" dirty="0"/>
              <a:t>에 다시 적용하고 </a:t>
            </a:r>
            <a:r>
              <a:rPr lang="en-US" altLang="ko-KR" dirty="0"/>
              <a:t>stash entry </a:t>
            </a:r>
            <a:r>
              <a:rPr lang="ko-KR" altLang="en-US" dirty="0"/>
              <a:t>제거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PowerShell</a:t>
            </a:r>
            <a:r>
              <a:rPr lang="ko-KR" altLang="en-US" dirty="0"/>
              <a:t>에서는 </a:t>
            </a:r>
            <a:r>
              <a:rPr lang="en-US" altLang="ko-KR" dirty="0"/>
              <a:t>"stash@{0}"</a:t>
            </a:r>
            <a:r>
              <a:rPr lang="ko-KR" altLang="en-US" dirty="0"/>
              <a:t>처럼 따옴표를 쓰는 것이 안전함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53DF7-285E-4FBE-AE30-32B5178F2C3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833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다음은 </a:t>
            </a:r>
            <a:r>
              <a:rPr lang="en-US" altLang="ko-KR" dirty="0"/>
              <a:t>revert / reset </a:t>
            </a:r>
            <a:r>
              <a:rPr lang="ko-KR" altLang="en-US" dirty="0"/>
              <a:t>비교로 가기 전에</a:t>
            </a:r>
            <a:r>
              <a:rPr lang="en-US" altLang="ko-KR" dirty="0"/>
              <a:t>, CH03</a:t>
            </a:r>
            <a:r>
              <a:rPr lang="ko-KR" altLang="en-US" dirty="0"/>
              <a:t>의 테스트 자산 </a:t>
            </a:r>
            <a:r>
              <a:rPr lang="en-US" altLang="ko-KR" dirty="0"/>
              <a:t>tests/role-policy.test.js</a:t>
            </a:r>
            <a:r>
              <a:rPr lang="ko-KR" altLang="en-US" dirty="0"/>
              <a:t>를 추가</a:t>
            </a:r>
          </a:p>
          <a:p>
            <a:r>
              <a:rPr lang="ko-KR" altLang="en-US" dirty="0"/>
              <a:t>  하겠습니다</a:t>
            </a:r>
            <a:r>
              <a:rPr lang="en-US" altLang="ko-KR" dirty="0"/>
              <a:t>. </a:t>
            </a:r>
            <a:r>
              <a:rPr lang="ko-KR" altLang="en-US" dirty="0"/>
              <a:t>이 파일은 이후 </a:t>
            </a:r>
            <a:r>
              <a:rPr lang="en-US" altLang="ko-KR" dirty="0"/>
              <a:t>bisect</a:t>
            </a:r>
            <a:r>
              <a:rPr lang="ko-KR" altLang="en-US" dirty="0"/>
              <a:t>와 </a:t>
            </a:r>
            <a:r>
              <a:rPr lang="en-US" altLang="ko-KR" dirty="0"/>
              <a:t>regression </a:t>
            </a:r>
            <a:r>
              <a:rPr lang="ko-KR" altLang="en-US" dirty="0"/>
              <a:t>실습의 기준이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먼저 파일을 복사하세요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Copy-Item "C:\Users\angpa\myProjects\Daily_Work\GitLab-Manual\GitLab-Onboarding-</a:t>
            </a:r>
          </a:p>
          <a:p>
            <a:r>
              <a:rPr lang="en-US" altLang="ko-KR" dirty="0"/>
              <a:t>  Lectures\tutorials\CH03-History-Inspection-and-Recovery\assets\tests\role-policy.test.js" .</a:t>
            </a:r>
          </a:p>
          <a:p>
            <a:r>
              <a:rPr lang="en-US" altLang="ko-KR" dirty="0"/>
              <a:t>  \tests\role-policy.test.js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Get-Content .\tests\role-policy.test.js</a:t>
            </a:r>
          </a:p>
          <a:p>
            <a:r>
              <a:rPr lang="en-US" altLang="ko-KR" dirty="0"/>
              <a:t>  node --test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tests/role-policy.test.js</a:t>
            </a:r>
            <a:r>
              <a:rPr lang="ko-KR" altLang="en-US" dirty="0"/>
              <a:t>가 </a:t>
            </a:r>
            <a:r>
              <a:rPr lang="en-US" altLang="ko-KR" dirty="0"/>
              <a:t>untracked</a:t>
            </a:r>
            <a:r>
              <a:rPr lang="ko-KR" altLang="en-US" dirty="0"/>
              <a:t>로 보입니다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node --test</a:t>
            </a:r>
            <a:r>
              <a:rPr lang="ko-KR" altLang="en-US" dirty="0"/>
              <a:t>가 통과해야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node --test</a:t>
            </a:r>
            <a:r>
              <a:rPr lang="ko-KR" altLang="en-US" dirty="0"/>
              <a:t>가 </a:t>
            </a:r>
            <a:r>
              <a:rPr lang="en-US" altLang="ko-KR" dirty="0"/>
              <a:t>6</a:t>
            </a:r>
            <a:r>
              <a:rPr lang="ko-KR" altLang="en-US" dirty="0"/>
              <a:t>개 모두 통과했습니다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tests 6</a:t>
            </a:r>
          </a:p>
          <a:p>
            <a:r>
              <a:rPr lang="en-US" altLang="ko-KR" dirty="0"/>
              <a:t>  pass 6</a:t>
            </a:r>
          </a:p>
          <a:p>
            <a:r>
              <a:rPr lang="en-US" altLang="ko-KR" dirty="0"/>
              <a:t>  fail 0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새 파일 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Untracked files:</a:t>
            </a:r>
          </a:p>
          <a:p>
            <a:r>
              <a:rPr lang="en-US" altLang="ko-KR" dirty="0"/>
              <a:t>      tests/role-policy.test.js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 파일은 </a:t>
            </a:r>
            <a:r>
              <a:rPr lang="en-US" altLang="ko-KR" dirty="0"/>
              <a:t>CH03</a:t>
            </a:r>
            <a:r>
              <a:rPr lang="ko-KR" altLang="en-US" dirty="0"/>
              <a:t>의 기준 테스트입니다</a:t>
            </a:r>
            <a:r>
              <a:rPr lang="en-US" altLang="ko-KR" dirty="0"/>
              <a:t>. </a:t>
            </a:r>
            <a:r>
              <a:rPr lang="ko-KR" altLang="en-US" dirty="0"/>
              <a:t>이후 일부러 </a:t>
            </a:r>
            <a:r>
              <a:rPr lang="en-US" altLang="ko-KR" dirty="0" err="1"/>
              <a:t>src</a:t>
            </a:r>
            <a:r>
              <a:rPr lang="en-US" altLang="ko-KR" dirty="0"/>
              <a:t>/permissions.js</a:t>
            </a:r>
            <a:r>
              <a:rPr lang="ko-KR" altLang="en-US" dirty="0"/>
              <a:t>를 망가뜨렸을 때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ko-KR" altLang="en-US" dirty="0" err="1"/>
              <a:t>테스</a:t>
            </a:r>
            <a:endParaRPr lang="ko-KR" altLang="en-US" dirty="0"/>
          </a:p>
          <a:p>
            <a:r>
              <a:rPr lang="ko-KR" altLang="en-US" dirty="0"/>
              <a:t>  </a:t>
            </a:r>
            <a:r>
              <a:rPr lang="ko-KR" altLang="en-US" dirty="0" err="1"/>
              <a:t>트가</a:t>
            </a:r>
            <a:r>
              <a:rPr lang="ko-KR" altLang="en-US" dirty="0"/>
              <a:t> </a:t>
            </a:r>
            <a:r>
              <a:rPr lang="en-US" altLang="ko-KR" dirty="0"/>
              <a:t>regression</a:t>
            </a:r>
            <a:r>
              <a:rPr lang="ko-KR" altLang="en-US" dirty="0"/>
              <a:t>을 잡는 역할을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이 테스트 파일을 </a:t>
            </a:r>
            <a:r>
              <a:rPr lang="en-US" altLang="ko-KR" dirty="0"/>
              <a:t>commit</a:t>
            </a:r>
            <a:r>
              <a:rPr lang="ko-KR" altLang="en-US" dirty="0"/>
              <a:t>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add .\tests\role-policy.test.js</a:t>
            </a:r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diff --staged</a:t>
            </a:r>
          </a:p>
          <a:p>
            <a:r>
              <a:rPr lang="en-US" altLang="ko-KR" dirty="0"/>
              <a:t>  git commit -m "test: add role policy history fixtures"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show --stat HEAD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-5</a:t>
            </a:r>
          </a:p>
          <a:p>
            <a:r>
              <a:rPr lang="en-US" altLang="ko-KR" dirty="0"/>
              <a:t>  node --test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commit</a:t>
            </a:r>
            <a:r>
              <a:rPr lang="ko-KR" altLang="en-US" dirty="0"/>
              <a:t>에 </a:t>
            </a:r>
            <a:r>
              <a:rPr lang="en-US" altLang="ko-KR" dirty="0"/>
              <a:t>tests/role-policy.test.js</a:t>
            </a:r>
            <a:r>
              <a:rPr lang="ko-KR" altLang="en-US" dirty="0"/>
              <a:t>만 들어갑니다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테스트는 계속 통과합니다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아직 </a:t>
            </a:r>
            <a:r>
              <a:rPr lang="en-US" altLang="ko-KR" dirty="0"/>
              <a:t>push</a:t>
            </a:r>
            <a:r>
              <a:rPr lang="ko-KR" altLang="en-US" dirty="0"/>
              <a:t>는 하지 말고 멈추세요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</a:t>
            </a:r>
            <a:r>
              <a:rPr lang="ko-KR" altLang="en-US" dirty="0"/>
              <a:t>기준 테스트 </a:t>
            </a:r>
            <a:r>
              <a:rPr lang="en-US" altLang="ko-KR" dirty="0"/>
              <a:t>commit</a:t>
            </a:r>
            <a:r>
              <a:rPr lang="ko-KR" altLang="en-US" dirty="0"/>
              <a:t>이 정확히 만들어졌습니다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최신 </a:t>
            </a:r>
            <a:r>
              <a:rPr lang="en-US" altLang="ko-KR" dirty="0"/>
              <a:t>commit: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포함된 파일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A tests/role-policy.test.js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테스트도 통과했습니다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HEAD -&gt; main -&gt; 4546185</a:t>
            </a:r>
          </a:p>
          <a:p>
            <a:r>
              <a:rPr lang="en-US" altLang="ko-KR" dirty="0"/>
              <a:t>  origin/main -&gt; ddf22bf</a:t>
            </a:r>
          </a:p>
          <a:p>
            <a:r>
              <a:rPr lang="en-US" altLang="ko-KR" dirty="0"/>
              <a:t>  main is ahead of origin/main by 1 commit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 </a:t>
            </a:r>
            <a:r>
              <a:rPr lang="en-US" altLang="ko-KR" dirty="0"/>
              <a:t>commit</a:t>
            </a:r>
            <a:r>
              <a:rPr lang="ko-KR" altLang="en-US" dirty="0"/>
              <a:t>은 앞으로 </a:t>
            </a:r>
            <a:r>
              <a:rPr lang="en-US" altLang="ko-KR" dirty="0"/>
              <a:t>regression</a:t>
            </a:r>
            <a:r>
              <a:rPr lang="ko-KR" altLang="en-US" dirty="0"/>
              <a:t>을 잡는 기준점이 되므로 </a:t>
            </a:r>
            <a:r>
              <a:rPr lang="en-US" altLang="ko-KR" dirty="0"/>
              <a:t>remote</a:t>
            </a:r>
            <a:r>
              <a:rPr lang="ko-KR" altLang="en-US" dirty="0"/>
              <a:t>에도 올려 둡니다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push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예상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다음 실습에서는 </a:t>
            </a:r>
            <a:r>
              <a:rPr lang="en-US" altLang="ko-KR" dirty="0" err="1"/>
              <a:t>src</a:t>
            </a:r>
            <a:r>
              <a:rPr lang="en-US" altLang="ko-KR" dirty="0"/>
              <a:t>/permissions.js</a:t>
            </a:r>
            <a:r>
              <a:rPr lang="ko-KR" altLang="en-US" dirty="0"/>
              <a:t>에 </a:t>
            </a:r>
            <a:r>
              <a:rPr lang="en-US" altLang="ko-KR" dirty="0"/>
              <a:t>Developer</a:t>
            </a:r>
            <a:r>
              <a:rPr lang="ko-KR" altLang="en-US" dirty="0"/>
              <a:t>를 허용하는 잘못된 변경을 넣습니다</a:t>
            </a:r>
            <a:r>
              <a:rPr lang="en-US" altLang="ko-KR" dirty="0"/>
              <a:t>. </a:t>
            </a:r>
            <a:r>
              <a:rPr lang="ko-KR" altLang="en-US" dirty="0"/>
              <a:t>이건 의도</a:t>
            </a:r>
          </a:p>
          <a:p>
            <a:r>
              <a:rPr lang="ko-KR" altLang="en-US" dirty="0"/>
              <a:t>  적인 </a:t>
            </a:r>
            <a:r>
              <a:rPr lang="en-US" altLang="ko-KR" dirty="0"/>
              <a:t>regression</a:t>
            </a:r>
            <a:r>
              <a:rPr lang="ko-KR" altLang="en-US" dirty="0"/>
              <a:t>이며</a:t>
            </a:r>
            <a:r>
              <a:rPr lang="en-US" altLang="ko-KR" dirty="0"/>
              <a:t>, </a:t>
            </a:r>
            <a:r>
              <a:rPr lang="ko-KR" altLang="en-US" dirty="0"/>
              <a:t>테스트 실패를 확인한 뒤 </a:t>
            </a:r>
            <a:r>
              <a:rPr lang="en-US" altLang="ko-KR" dirty="0"/>
              <a:t>git revert</a:t>
            </a:r>
            <a:r>
              <a:rPr lang="ko-KR" altLang="en-US" dirty="0"/>
              <a:t>로 공유 이력을 안전하게 복구합니다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 현재 정상 정책은 이것입니다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const SAMPLE_ACTION_ROLES = new Set(["Owner", "Maintainer"]);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즉 </a:t>
            </a:r>
            <a:r>
              <a:rPr lang="en-US" altLang="ko-KR" dirty="0"/>
              <a:t>sample action</a:t>
            </a:r>
            <a:r>
              <a:rPr lang="ko-KR" altLang="en-US" dirty="0"/>
              <a:t>은 </a:t>
            </a:r>
            <a:r>
              <a:rPr lang="en-US" altLang="ko-KR" dirty="0"/>
              <a:t>Owner, Maintainer</a:t>
            </a:r>
            <a:r>
              <a:rPr lang="ko-KR" altLang="en-US" dirty="0"/>
              <a:t>만 사용할 수 있습니다</a:t>
            </a:r>
            <a:r>
              <a:rPr lang="en-US" altLang="ko-KR" dirty="0"/>
              <a:t>. </a:t>
            </a:r>
            <a:r>
              <a:rPr lang="ko-KR" altLang="en-US" dirty="0"/>
              <a:t>테스트도 이 정책을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en-US" altLang="ko-KR" dirty="0" err="1"/>
              <a:t>assert.equal</a:t>
            </a:r>
            <a:r>
              <a:rPr lang="en-US" altLang="ko-KR" dirty="0"/>
              <a:t>(</a:t>
            </a:r>
            <a:r>
              <a:rPr lang="en-US" altLang="ko-KR" dirty="0" err="1"/>
              <a:t>canUseSampleAction</a:t>
            </a:r>
            <a:r>
              <a:rPr lang="en-US" altLang="ko-KR" dirty="0"/>
              <a:t>("Developer"), false);</a:t>
            </a:r>
          </a:p>
          <a:p>
            <a:r>
              <a:rPr lang="en-US" altLang="ko-KR" dirty="0"/>
              <a:t>  </a:t>
            </a:r>
            <a:r>
              <a:rPr lang="en-US" altLang="ko-KR" dirty="0" err="1"/>
              <a:t>assert.equal</a:t>
            </a:r>
            <a:r>
              <a:rPr lang="en-US" altLang="ko-KR" dirty="0"/>
              <a:t>(</a:t>
            </a:r>
            <a:r>
              <a:rPr lang="en-US" altLang="ko-KR" dirty="0" err="1"/>
              <a:t>canUseSampleAction</a:t>
            </a:r>
            <a:r>
              <a:rPr lang="en-US" altLang="ko-KR" dirty="0"/>
              <a:t>("Guest"), false);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일부러 </a:t>
            </a:r>
            <a:r>
              <a:rPr lang="en-US" altLang="ko-KR" dirty="0"/>
              <a:t>regression</a:t>
            </a:r>
            <a:r>
              <a:rPr lang="ko-KR" altLang="en-US" dirty="0"/>
              <a:t>을 만들겠습니다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Concept: regression</a:t>
            </a:r>
          </a:p>
          <a:p>
            <a:endParaRPr lang="en-US" altLang="ko-KR" dirty="0"/>
          </a:p>
          <a:p>
            <a:r>
              <a:rPr lang="en-US" altLang="ko-KR" dirty="0"/>
              <a:t>  regression</a:t>
            </a:r>
            <a:r>
              <a:rPr lang="ko-KR" altLang="en-US" dirty="0"/>
              <a:t>은 “예전에는 맞았는데 새 변경 때문에 다시 깨진 </a:t>
            </a:r>
            <a:r>
              <a:rPr lang="ko-KR" altLang="en-US" dirty="0" err="1"/>
              <a:t>것”입니다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지금은 </a:t>
            </a:r>
            <a:r>
              <a:rPr lang="en-US" altLang="ko-KR" dirty="0"/>
              <a:t>Developer</a:t>
            </a:r>
            <a:r>
              <a:rPr lang="ko-KR" altLang="en-US" dirty="0"/>
              <a:t>가 </a:t>
            </a:r>
            <a:r>
              <a:rPr lang="en-US" altLang="ko-KR" dirty="0"/>
              <a:t>sample action</a:t>
            </a:r>
            <a:r>
              <a:rPr lang="ko-KR" altLang="en-US" dirty="0"/>
              <a:t>을 쓰면 안 되는데</a:t>
            </a:r>
            <a:r>
              <a:rPr lang="en-US" altLang="ko-KR" dirty="0"/>
              <a:t>, </a:t>
            </a:r>
            <a:r>
              <a:rPr lang="ko-KR" altLang="en-US" dirty="0"/>
              <a:t>실수로 허용하는 변경을 넣어 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PowerShell</a:t>
            </a:r>
            <a:r>
              <a:rPr lang="ko-KR" altLang="en-US" dirty="0"/>
              <a:t>에서 아래를 실행하세요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(Get-Content .\</a:t>
            </a:r>
            <a:r>
              <a:rPr lang="en-US" altLang="ko-KR" dirty="0" err="1"/>
              <a:t>src</a:t>
            </a:r>
            <a:r>
              <a:rPr lang="en-US" altLang="ko-KR" dirty="0"/>
              <a:t>\permissions.js) |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ForEach</a:t>
            </a:r>
            <a:r>
              <a:rPr lang="en-US" altLang="ko-KR" dirty="0"/>
              <a:t>-Object { $_ -replace 'new Set\(\["Owner", "Maintainer"\]\)', 'new Set(["Owner",</a:t>
            </a:r>
          </a:p>
          <a:p>
            <a:r>
              <a:rPr lang="en-US" altLang="ko-KR" dirty="0"/>
              <a:t>  "Maintainer", "Developer"])' } |</a:t>
            </a:r>
          </a:p>
          <a:p>
            <a:r>
              <a:rPr lang="en-US" altLang="ko-KR" dirty="0"/>
              <a:t>    Set-Content -Encoding UTF8 .\</a:t>
            </a:r>
            <a:r>
              <a:rPr lang="en-US" altLang="ko-KR" dirty="0" err="1"/>
              <a:t>src</a:t>
            </a:r>
            <a:r>
              <a:rPr lang="en-US" altLang="ko-KR" dirty="0"/>
              <a:t>\permissions.js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diff .\</a:t>
            </a:r>
            <a:r>
              <a:rPr lang="en-US" altLang="ko-KR" dirty="0" err="1"/>
              <a:t>src</a:t>
            </a:r>
            <a:r>
              <a:rPr lang="en-US" altLang="ko-KR" dirty="0"/>
              <a:t>\permissions.js</a:t>
            </a:r>
          </a:p>
          <a:p>
            <a:r>
              <a:rPr lang="en-US" altLang="ko-KR" dirty="0"/>
              <a:t>  node --test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git diff</a:t>
            </a:r>
            <a:r>
              <a:rPr lang="ko-KR" altLang="en-US" dirty="0"/>
              <a:t>에 </a:t>
            </a:r>
            <a:r>
              <a:rPr lang="en-US" altLang="ko-KR" dirty="0"/>
              <a:t>"Developer"</a:t>
            </a:r>
            <a:r>
              <a:rPr lang="ko-KR" altLang="en-US" dirty="0"/>
              <a:t>가 추가된 것이 보입니다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node --test</a:t>
            </a:r>
            <a:r>
              <a:rPr lang="ko-KR" altLang="en-US" dirty="0"/>
              <a:t>가 실패해야 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특히 </a:t>
            </a:r>
            <a:r>
              <a:rPr lang="en-US" altLang="ko-KR" dirty="0"/>
              <a:t>Developer cannot use sample action by default </a:t>
            </a:r>
            <a:r>
              <a:rPr lang="ko-KR" altLang="en-US" dirty="0"/>
              <a:t>또는 유사 테스트가 실패해야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 실패는 의도된 실패입니다</a:t>
            </a:r>
            <a:r>
              <a:rPr lang="en-US" altLang="ko-KR" dirty="0"/>
              <a:t>. </a:t>
            </a:r>
            <a:r>
              <a:rPr lang="ko-KR" altLang="en-US" dirty="0"/>
              <a:t>실행 결과를 보여 주세요</a:t>
            </a:r>
            <a:r>
              <a:rPr lang="en-US" altLang="ko-KR" dirty="0"/>
              <a:t>. </a:t>
            </a:r>
            <a:r>
              <a:rPr lang="ko-KR" altLang="en-US" dirty="0"/>
              <a:t>그 다음 이 잘못된 변경을 </a:t>
            </a:r>
            <a:r>
              <a:rPr lang="en-US" altLang="ko-KR" dirty="0"/>
              <a:t>commit</a:t>
            </a:r>
            <a:r>
              <a:rPr lang="ko-KR" altLang="en-US" dirty="0"/>
              <a:t>하고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git revert</a:t>
            </a:r>
            <a:r>
              <a:rPr lang="ko-KR" altLang="en-US" dirty="0"/>
              <a:t>로 안전하게 되돌리겠습니다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의도한 </a:t>
            </a:r>
            <a:r>
              <a:rPr lang="en-US" altLang="ko-KR" dirty="0"/>
              <a:t>regression</a:t>
            </a:r>
            <a:r>
              <a:rPr lang="ko-KR" altLang="en-US" dirty="0"/>
              <a:t>이 정확히 발생했습니다</a:t>
            </a:r>
            <a:r>
              <a:rPr lang="en-US" altLang="ko-KR" dirty="0"/>
              <a:t>. Developer</a:t>
            </a:r>
            <a:r>
              <a:rPr lang="ko-KR" altLang="en-US" dirty="0"/>
              <a:t>가 </a:t>
            </a:r>
            <a:r>
              <a:rPr lang="en-US" altLang="ko-KR" dirty="0"/>
              <a:t>true</a:t>
            </a:r>
            <a:r>
              <a:rPr lang="ko-KR" altLang="en-US" dirty="0"/>
              <a:t>가 되어야 하는 상황이 아닌데 </a:t>
            </a:r>
            <a:r>
              <a:rPr lang="en-US" altLang="ko-KR" dirty="0"/>
              <a:t>true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가 되어 테스트 </a:t>
            </a:r>
            <a:r>
              <a:rPr lang="en-US" altLang="ko-KR" dirty="0"/>
              <a:t>2</a:t>
            </a:r>
            <a:r>
              <a:rPr lang="ko-KR" altLang="en-US" dirty="0"/>
              <a:t>개가 실패했습니다</a:t>
            </a:r>
            <a:r>
              <a:rPr lang="en-US" altLang="ko-KR" dirty="0"/>
              <a:t>. </a:t>
            </a:r>
            <a:r>
              <a:rPr lang="ko-KR" altLang="en-US" dirty="0"/>
              <a:t>이제 </a:t>
            </a:r>
            <a:r>
              <a:rPr lang="en-US" altLang="ko-KR" dirty="0"/>
              <a:t>diff</a:t>
            </a:r>
            <a:r>
              <a:rPr lang="ko-KR" altLang="en-US" dirty="0"/>
              <a:t>를 확인하고</a:t>
            </a:r>
            <a:r>
              <a:rPr lang="en-US" altLang="ko-KR" dirty="0"/>
              <a:t>, </a:t>
            </a:r>
            <a:r>
              <a:rPr lang="ko-KR" altLang="en-US" dirty="0"/>
              <a:t>이 잘못된 변경을 </a:t>
            </a:r>
            <a:r>
              <a:rPr lang="en-US" altLang="ko-KR" dirty="0"/>
              <a:t>commit</a:t>
            </a:r>
            <a:r>
              <a:rPr lang="ko-KR" altLang="en-US" dirty="0"/>
              <a:t>한 뒤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revert</a:t>
            </a:r>
            <a:r>
              <a:rPr lang="ko-KR" altLang="en-US" dirty="0"/>
              <a:t>로 복구하겠습니다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</a:t>
            </a:r>
            <a:r>
              <a:rPr lang="ko-KR" altLang="en-US" dirty="0"/>
              <a:t>실패 원인이 정확히 보입니다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변경된 줄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-const SAMPLE_ACTION_ROLES = new Set(["Owner", "Maintainer"]);</a:t>
            </a:r>
          </a:p>
          <a:p>
            <a:r>
              <a:rPr lang="en-US" altLang="ko-KR" dirty="0"/>
              <a:t>  +const SAMPLE_ACTION_ROLES = new Set(["</a:t>
            </a:r>
            <a:r>
              <a:rPr lang="en-US" altLang="ko-KR" dirty="0" err="1"/>
              <a:t>Owner","Maintainer</a:t>
            </a:r>
            <a:r>
              <a:rPr lang="en-US" altLang="ko-KR" dirty="0"/>
              <a:t>", "Developer"]);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 때문에 </a:t>
            </a:r>
            <a:r>
              <a:rPr lang="en-US" altLang="ko-KR" dirty="0"/>
              <a:t>Developer</a:t>
            </a:r>
            <a:r>
              <a:rPr lang="ko-KR" altLang="en-US" dirty="0"/>
              <a:t>가 </a:t>
            </a:r>
            <a:r>
              <a:rPr lang="en-US" altLang="ko-KR" dirty="0"/>
              <a:t>sample action</a:t>
            </a:r>
            <a:r>
              <a:rPr lang="ko-KR" altLang="en-US" dirty="0"/>
              <a:t>을 사용할 수 있게 되었고</a:t>
            </a:r>
            <a:r>
              <a:rPr lang="en-US" altLang="ko-KR" dirty="0"/>
              <a:t>, </a:t>
            </a:r>
            <a:r>
              <a:rPr lang="ko-KR" altLang="en-US" dirty="0"/>
              <a:t>테스트가 이렇게 실패했습니다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actual: true</a:t>
            </a:r>
          </a:p>
          <a:p>
            <a:r>
              <a:rPr lang="en-US" altLang="ko-KR" dirty="0"/>
              <a:t>  expected: false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즉 테스트가 말하는 바는 명확합니다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&gt; </a:t>
            </a:r>
            <a:r>
              <a:rPr lang="ko-KR" altLang="en-US" dirty="0"/>
              <a:t>정책상 </a:t>
            </a:r>
            <a:r>
              <a:rPr lang="en-US" altLang="ko-KR" dirty="0"/>
              <a:t>Developer</a:t>
            </a:r>
            <a:r>
              <a:rPr lang="ko-KR" altLang="en-US" dirty="0"/>
              <a:t>는 </a:t>
            </a:r>
            <a:r>
              <a:rPr lang="en-US" altLang="ko-KR" dirty="0"/>
              <a:t>false</a:t>
            </a:r>
            <a:r>
              <a:rPr lang="ko-KR" altLang="en-US" dirty="0"/>
              <a:t>여야 하는데</a:t>
            </a:r>
            <a:r>
              <a:rPr lang="en-US" altLang="ko-KR" dirty="0"/>
              <a:t>, </a:t>
            </a:r>
            <a:r>
              <a:rPr lang="ko-KR" altLang="en-US" dirty="0"/>
              <a:t>코드가 </a:t>
            </a:r>
            <a:r>
              <a:rPr lang="en-US" altLang="ko-KR" dirty="0"/>
              <a:t>true</a:t>
            </a:r>
            <a:r>
              <a:rPr lang="ko-KR" altLang="en-US" dirty="0"/>
              <a:t>를 반환한다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이 잘못된 변경을 일부러 </a:t>
            </a:r>
            <a:r>
              <a:rPr lang="en-US" altLang="ko-KR" dirty="0"/>
              <a:t>commit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왜냐하면 </a:t>
            </a:r>
            <a:r>
              <a:rPr lang="en-US" altLang="ko-KR" dirty="0"/>
              <a:t>revert</a:t>
            </a:r>
            <a:r>
              <a:rPr lang="ko-KR" altLang="en-US" dirty="0"/>
              <a:t>는 “이미 </a:t>
            </a:r>
            <a:r>
              <a:rPr lang="en-US" altLang="ko-KR" dirty="0"/>
              <a:t>commit</a:t>
            </a:r>
            <a:r>
              <a:rPr lang="ko-KR" altLang="en-US" dirty="0"/>
              <a:t>된 </a:t>
            </a:r>
            <a:r>
              <a:rPr lang="ko-KR" altLang="en-US" dirty="0" err="1"/>
              <a:t>변경”을</a:t>
            </a:r>
            <a:r>
              <a:rPr lang="ko-KR" altLang="en-US" dirty="0"/>
              <a:t> 되돌리</a:t>
            </a:r>
          </a:p>
          <a:p>
            <a:r>
              <a:rPr lang="ko-KR" altLang="en-US" dirty="0"/>
              <a:t>  는 명령이기 때문입니다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주의</a:t>
            </a:r>
            <a:r>
              <a:rPr lang="en-US" altLang="ko-KR" dirty="0"/>
              <a:t>: </a:t>
            </a:r>
            <a:r>
              <a:rPr lang="ko-KR" altLang="en-US" dirty="0"/>
              <a:t>실무에서는 테스트가 실패한 </a:t>
            </a:r>
            <a:r>
              <a:rPr lang="en-US" altLang="ko-KR" dirty="0"/>
              <a:t>commit</a:t>
            </a:r>
            <a:r>
              <a:rPr lang="ko-KR" altLang="en-US" dirty="0"/>
              <a:t>을 </a:t>
            </a:r>
            <a:r>
              <a:rPr lang="en-US" altLang="ko-KR" dirty="0"/>
              <a:t>main</a:t>
            </a:r>
            <a:r>
              <a:rPr lang="ko-KR" altLang="en-US" dirty="0"/>
              <a:t>에 올리면 안 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하지만 지금은 </a:t>
            </a:r>
            <a:r>
              <a:rPr lang="en-US" altLang="ko-KR" dirty="0"/>
              <a:t>CH03 </a:t>
            </a:r>
            <a:r>
              <a:rPr lang="ko-KR" altLang="en-US" dirty="0"/>
              <a:t>복구 실습을 위해 의도적으로 만드는 </a:t>
            </a:r>
            <a:r>
              <a:rPr lang="en-US" altLang="ko-KR" dirty="0"/>
              <a:t>bad commit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실행하세요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add .\</a:t>
            </a:r>
            <a:r>
              <a:rPr lang="en-US" altLang="ko-KR" dirty="0" err="1"/>
              <a:t>src</a:t>
            </a:r>
            <a:r>
              <a:rPr lang="en-US" altLang="ko-KR" dirty="0"/>
              <a:t>\permissions.js</a:t>
            </a:r>
          </a:p>
          <a:p>
            <a:r>
              <a:rPr lang="en-US" altLang="ko-KR" dirty="0"/>
              <a:t>  git commit -m "bug: allow developer sample action by mistake"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-5</a:t>
            </a:r>
          </a:p>
          <a:p>
            <a:r>
              <a:rPr lang="en-US" altLang="ko-KR" dirty="0"/>
              <a:t>  git show --stat HEAD</a:t>
            </a:r>
          </a:p>
          <a:p>
            <a:endParaRPr lang="en-US" altLang="ko-KR" dirty="0"/>
          </a:p>
          <a:p>
            <a:r>
              <a:rPr lang="en-US" altLang="ko-KR" dirty="0"/>
              <a:t>bad commit</a:t>
            </a:r>
            <a:r>
              <a:rPr lang="ko-KR" altLang="en-US" dirty="0"/>
              <a:t>이 만들어졌습니다</a:t>
            </a:r>
            <a:r>
              <a:rPr lang="en-US" altLang="ko-KR" dirty="0"/>
              <a:t>. </a:t>
            </a:r>
            <a:r>
              <a:rPr lang="ko-KR" altLang="en-US" dirty="0"/>
              <a:t>이제 </a:t>
            </a:r>
            <a:r>
              <a:rPr lang="en-US" altLang="ko-KR" dirty="0"/>
              <a:t>local main</a:t>
            </a:r>
            <a:r>
              <a:rPr lang="ko-KR" altLang="en-US" dirty="0"/>
              <a:t>이 </a:t>
            </a:r>
            <a:r>
              <a:rPr lang="en-US" altLang="ko-KR" dirty="0"/>
              <a:t>remote</a:t>
            </a:r>
            <a:r>
              <a:rPr lang="ko-KR" altLang="en-US" dirty="0"/>
              <a:t>보다 </a:t>
            </a:r>
            <a:r>
              <a:rPr lang="en-US" altLang="ko-KR" dirty="0"/>
              <a:t>1 commit </a:t>
            </a:r>
            <a:r>
              <a:rPr lang="ko-KR" altLang="en-US" dirty="0"/>
              <a:t>앞서 있고 테스트는 실패</a:t>
            </a:r>
          </a:p>
          <a:p>
            <a:r>
              <a:rPr lang="ko-KR" altLang="en-US" dirty="0"/>
              <a:t>  하는 상태입니다</a:t>
            </a:r>
            <a:r>
              <a:rPr lang="en-US" altLang="ko-KR" dirty="0"/>
              <a:t>. </a:t>
            </a:r>
            <a:r>
              <a:rPr lang="ko-KR" altLang="en-US" dirty="0"/>
              <a:t>이 상태를 확인한 뒤 </a:t>
            </a:r>
            <a:r>
              <a:rPr lang="en-US" altLang="ko-KR" dirty="0"/>
              <a:t>revert</a:t>
            </a:r>
            <a:r>
              <a:rPr lang="ko-KR" altLang="en-US" dirty="0"/>
              <a:t>로 복구하겠습니다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현재 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HEAD -&gt; main -&gt; d84b237</a:t>
            </a:r>
          </a:p>
          <a:p>
            <a:r>
              <a:rPr lang="en-US" altLang="ko-KR" dirty="0"/>
              <a:t>  origin/main -&gt; 4546185</a:t>
            </a:r>
          </a:p>
          <a:p>
            <a:r>
              <a:rPr lang="en-US" altLang="ko-KR" dirty="0"/>
              <a:t>  main is ahead of origin/main by 1 commit</a:t>
            </a:r>
          </a:p>
          <a:p>
            <a:endParaRPr lang="en-US" altLang="ko-KR" dirty="0"/>
          </a:p>
          <a:p>
            <a:r>
              <a:rPr lang="en-US" altLang="ko-KR" dirty="0"/>
              <a:t>  bad commit:</a:t>
            </a:r>
          </a:p>
          <a:p>
            <a:endParaRPr lang="en-US" altLang="ko-KR" dirty="0"/>
          </a:p>
          <a:p>
            <a:r>
              <a:rPr lang="en-US" altLang="ko-KR" dirty="0"/>
              <a:t>  d84b237 bug: allow developer sample action by mistake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실패 원인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-const SAMPLE_ACTION_ROLES = new Set(["Owner", "Maintainer"]);</a:t>
            </a:r>
          </a:p>
          <a:p>
            <a:r>
              <a:rPr lang="en-US" altLang="ko-KR" dirty="0"/>
              <a:t>  +const SAMPLE_ACTION_ROLES = new Set(["</a:t>
            </a:r>
            <a:r>
              <a:rPr lang="en-US" altLang="ko-KR" dirty="0" err="1"/>
              <a:t>Owner","Maintainer</a:t>
            </a:r>
            <a:r>
              <a:rPr lang="en-US" altLang="ko-KR" dirty="0"/>
              <a:t>", "Developer"]);</a:t>
            </a:r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53DF7-285E-4FBE-AE30-32B5178F2C3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83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</a:t>
            </a:r>
            <a:r>
              <a:rPr lang="ko-KR" altLang="en-US" dirty="0"/>
              <a:t>지금은 의도적으로 만든 </a:t>
            </a:r>
            <a:r>
              <a:rPr lang="en-US" altLang="ko-KR" dirty="0"/>
              <a:t>bad commit </a:t>
            </a:r>
            <a:r>
              <a:rPr lang="ko-KR" altLang="en-US" dirty="0"/>
              <a:t>상태입니다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HEAD -&gt; main -&gt; d84b237</a:t>
            </a:r>
          </a:p>
          <a:p>
            <a:r>
              <a:rPr lang="en-US" altLang="ko-KR" dirty="0"/>
              <a:t>  origin/main -&gt; 4546185</a:t>
            </a:r>
          </a:p>
          <a:p>
            <a:r>
              <a:rPr lang="en-US" altLang="ko-KR" dirty="0"/>
              <a:t>  main is ahead of origin/main by 1 commit</a:t>
            </a:r>
          </a:p>
          <a:p>
            <a:endParaRPr lang="en-US" altLang="ko-KR" dirty="0"/>
          </a:p>
          <a:p>
            <a:r>
              <a:rPr lang="en-US" altLang="ko-KR" dirty="0"/>
              <a:t>  bad commit:</a:t>
            </a:r>
          </a:p>
          <a:p>
            <a:endParaRPr lang="en-US" altLang="ko-KR" dirty="0"/>
          </a:p>
          <a:p>
            <a:r>
              <a:rPr lang="en-US" altLang="ko-KR" dirty="0"/>
              <a:t>  d84b237 bug: allow developer sample action by mistake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실패 원인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-const SAMPLE_ACTION_ROLES = new Set(["Owner", "Maintainer"]);</a:t>
            </a:r>
          </a:p>
          <a:p>
            <a:r>
              <a:rPr lang="en-US" altLang="ko-KR" dirty="0"/>
              <a:t>  +const SAMPLE_ACTION_ROLES = new Set(["</a:t>
            </a:r>
            <a:r>
              <a:rPr lang="en-US" altLang="ko-KR" dirty="0" err="1"/>
              <a:t>Owner","Maintainer</a:t>
            </a:r>
            <a:r>
              <a:rPr lang="en-US" altLang="ko-KR" dirty="0"/>
              <a:t>", "Developer"]);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테스트 실패도 정확합니다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Developer expected false</a:t>
            </a:r>
          </a:p>
          <a:p>
            <a:r>
              <a:rPr lang="en-US" altLang="ko-KR" dirty="0"/>
              <a:t>  actual true</a:t>
            </a:r>
          </a:p>
          <a:p>
            <a:endParaRPr lang="en-US" altLang="ko-KR" dirty="0"/>
          </a:p>
          <a:p>
            <a:r>
              <a:rPr lang="en-US" altLang="ko-KR" dirty="0"/>
              <a:t>  Concept: revert</a:t>
            </a:r>
          </a:p>
          <a:p>
            <a:endParaRPr lang="en-US" altLang="ko-KR" dirty="0"/>
          </a:p>
          <a:p>
            <a:r>
              <a:rPr lang="en-US" altLang="ko-KR" dirty="0"/>
              <a:t>  revert</a:t>
            </a:r>
            <a:r>
              <a:rPr lang="ko-KR" altLang="en-US" dirty="0"/>
              <a:t>는 과거 </a:t>
            </a:r>
            <a:r>
              <a:rPr lang="en-US" altLang="ko-KR" dirty="0"/>
              <a:t>commit</a:t>
            </a:r>
            <a:r>
              <a:rPr lang="ko-KR" altLang="en-US" dirty="0"/>
              <a:t>을 지우는 명령이 아닙니다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반대로</a:t>
            </a:r>
            <a:r>
              <a:rPr lang="en-US" altLang="ko-KR" dirty="0"/>
              <a:t>, </a:t>
            </a:r>
            <a:r>
              <a:rPr lang="ko-KR" altLang="en-US" dirty="0"/>
              <a:t>그 </a:t>
            </a:r>
            <a:r>
              <a:rPr lang="en-US" altLang="ko-KR" dirty="0"/>
              <a:t>commit</a:t>
            </a:r>
            <a:r>
              <a:rPr lang="ko-KR" altLang="en-US" dirty="0"/>
              <a:t>의 효과를 취소하는 새 </a:t>
            </a:r>
            <a:r>
              <a:rPr lang="en-US" altLang="ko-KR" dirty="0"/>
              <a:t>commit</a:t>
            </a:r>
            <a:r>
              <a:rPr lang="ko-KR" altLang="en-US" dirty="0"/>
              <a:t>을 만드는 명령입니다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즉 이력이 이렇게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4546185 </a:t>
            </a:r>
            <a:r>
              <a:rPr lang="ko-KR" altLang="en-US" dirty="0"/>
              <a:t>정상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d84b237 </a:t>
            </a:r>
            <a:r>
              <a:rPr lang="ko-KR" altLang="en-US" dirty="0"/>
              <a:t>잘못된 변경</a:t>
            </a:r>
          </a:p>
          <a:p>
            <a:r>
              <a:rPr lang="ko-KR" altLang="en-US" dirty="0"/>
              <a:t>  새 </a:t>
            </a:r>
            <a:r>
              <a:rPr lang="en-US" altLang="ko-KR" dirty="0"/>
              <a:t>commit  d84b237</a:t>
            </a:r>
            <a:r>
              <a:rPr lang="ko-KR" altLang="en-US" dirty="0"/>
              <a:t>의 효과를 취소</a:t>
            </a:r>
          </a:p>
          <a:p>
            <a:endParaRPr lang="ko-KR" altLang="en-US" dirty="0"/>
          </a:p>
          <a:p>
            <a:r>
              <a:rPr lang="ko-KR" altLang="en-US" dirty="0"/>
              <a:t>  이 방식은 </a:t>
            </a:r>
            <a:r>
              <a:rPr lang="en-US" altLang="ko-KR" dirty="0"/>
              <a:t>shared branch</a:t>
            </a:r>
            <a:r>
              <a:rPr lang="ko-KR" altLang="en-US" dirty="0"/>
              <a:t>에서 안전합니다</a:t>
            </a:r>
            <a:r>
              <a:rPr lang="en-US" altLang="ko-KR" dirty="0"/>
              <a:t>. </a:t>
            </a:r>
            <a:r>
              <a:rPr lang="ko-KR" altLang="en-US" dirty="0"/>
              <a:t>이미 다른 사람이 본 </a:t>
            </a:r>
            <a:r>
              <a:rPr lang="en-US" altLang="ko-KR" dirty="0"/>
              <a:t>history</a:t>
            </a:r>
            <a:r>
              <a:rPr lang="ko-KR" altLang="en-US" dirty="0"/>
              <a:t>를 삭제하지 않기 </a:t>
            </a:r>
            <a:r>
              <a:rPr lang="ko-KR" altLang="en-US" dirty="0" err="1"/>
              <a:t>때문입</a:t>
            </a:r>
            <a:endParaRPr lang="ko-KR" altLang="en-US" dirty="0"/>
          </a:p>
          <a:p>
            <a:r>
              <a:rPr lang="ko-KR" altLang="en-US" dirty="0"/>
              <a:t>  </a:t>
            </a:r>
            <a:r>
              <a:rPr lang="ko-KR" altLang="en-US" dirty="0" err="1"/>
              <a:t>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</a:t>
            </a:r>
            <a:r>
              <a:rPr lang="en-US" altLang="ko-KR" dirty="0"/>
              <a:t>bad commit</a:t>
            </a:r>
            <a:r>
              <a:rPr lang="ko-KR" altLang="en-US" dirty="0"/>
              <a:t>을 되돌립니다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revert HEAD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그러면 </a:t>
            </a:r>
            <a:r>
              <a:rPr lang="en-US" altLang="ko-KR" dirty="0"/>
              <a:t>editor</a:t>
            </a:r>
            <a:r>
              <a:rPr lang="ko-KR" altLang="en-US" dirty="0"/>
              <a:t>가 열리거나</a:t>
            </a:r>
            <a:r>
              <a:rPr lang="en-US" altLang="ko-KR" dirty="0"/>
              <a:t>, </a:t>
            </a:r>
            <a:r>
              <a:rPr lang="ko-KR" altLang="en-US" dirty="0"/>
              <a:t>자동으로 </a:t>
            </a:r>
            <a:r>
              <a:rPr lang="en-US" altLang="ko-KR" dirty="0"/>
              <a:t>revert commit message</a:t>
            </a:r>
            <a:r>
              <a:rPr lang="ko-KR" altLang="en-US" dirty="0"/>
              <a:t>가 만들어질 수 있습니다</a:t>
            </a:r>
            <a:r>
              <a:rPr lang="en-US" altLang="ko-KR" dirty="0"/>
              <a:t>. editor</a:t>
            </a:r>
            <a:r>
              <a:rPr lang="ko-KR" altLang="en-US" dirty="0"/>
              <a:t>가</a:t>
            </a:r>
          </a:p>
          <a:p>
            <a:r>
              <a:rPr lang="ko-KR" altLang="en-US" dirty="0"/>
              <a:t>  열리면 기본 메시지를 그대로 저장하고 닫으면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만약 </a:t>
            </a:r>
            <a:r>
              <a:rPr lang="en-US" altLang="ko-KR" dirty="0"/>
              <a:t>editor</a:t>
            </a:r>
            <a:r>
              <a:rPr lang="ko-KR" altLang="en-US" dirty="0"/>
              <a:t>가 불편하면 이 명령으로 바로 메시지를 지정할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revert HEAD --no-edit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이번에는 편하게 아래를 쓰세요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revert HEAD --no-edit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-6</a:t>
            </a:r>
          </a:p>
          <a:p>
            <a:r>
              <a:rPr lang="en-US" altLang="ko-KR" dirty="0"/>
              <a:t>  git show --stat HEAD</a:t>
            </a:r>
          </a:p>
          <a:p>
            <a:r>
              <a:rPr lang="en-US" altLang="ko-KR" dirty="0"/>
              <a:t>  node --test</a:t>
            </a:r>
          </a:p>
          <a:p>
            <a:r>
              <a:rPr lang="en-US" altLang="ko-KR" dirty="0"/>
              <a:t>  git status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새 </a:t>
            </a:r>
            <a:r>
              <a:rPr lang="en-US" altLang="ko-KR" dirty="0"/>
              <a:t>revert commit</a:t>
            </a:r>
            <a:r>
              <a:rPr lang="ko-KR" altLang="en-US" dirty="0"/>
              <a:t>이 생김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en-US" altLang="ko-KR" dirty="0" err="1"/>
              <a:t>src</a:t>
            </a:r>
            <a:r>
              <a:rPr lang="en-US" altLang="ko-KR" dirty="0"/>
              <a:t>/permissions.js</a:t>
            </a:r>
            <a:r>
              <a:rPr lang="ko-KR" altLang="en-US" dirty="0"/>
              <a:t>가 원래대로 </a:t>
            </a:r>
            <a:r>
              <a:rPr lang="ko-KR" altLang="en-US" dirty="0" err="1"/>
              <a:t>돌아감</a:t>
            </a:r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테스트 </a:t>
            </a:r>
            <a:r>
              <a:rPr lang="en-US" altLang="ko-KR" dirty="0"/>
              <a:t>6</a:t>
            </a:r>
            <a:r>
              <a:rPr lang="ko-KR" altLang="en-US" dirty="0"/>
              <a:t>개 통과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local main</a:t>
            </a:r>
            <a:r>
              <a:rPr lang="ko-KR" altLang="en-US" dirty="0"/>
              <a:t>은 </a:t>
            </a:r>
            <a:r>
              <a:rPr lang="en-US" altLang="ko-KR" dirty="0"/>
              <a:t>remote</a:t>
            </a:r>
            <a:r>
              <a:rPr lang="ko-KR" altLang="en-US" dirty="0"/>
              <a:t>보다 </a:t>
            </a:r>
            <a:r>
              <a:rPr lang="en-US" altLang="ko-KR" dirty="0"/>
              <a:t>2 commit </a:t>
            </a:r>
            <a:r>
              <a:rPr lang="ko-KR" altLang="en-US" dirty="0"/>
              <a:t>앞서 있음</a:t>
            </a:r>
          </a:p>
          <a:p>
            <a:r>
              <a:rPr lang="ko-KR" altLang="en-US" dirty="0"/>
              <a:t>      </a:t>
            </a:r>
            <a:r>
              <a:rPr lang="en-US" altLang="ko-KR" dirty="0"/>
              <a:t>- bad commit 1</a:t>
            </a:r>
            <a:r>
              <a:rPr lang="ko-KR" altLang="en-US" dirty="0"/>
              <a:t>개</a:t>
            </a:r>
          </a:p>
          <a:p>
            <a:r>
              <a:rPr lang="ko-KR" altLang="en-US" dirty="0"/>
              <a:t>      </a:t>
            </a:r>
            <a:r>
              <a:rPr lang="en-US" altLang="ko-KR" dirty="0"/>
              <a:t>- revert commit 1</a:t>
            </a:r>
            <a:r>
              <a:rPr lang="ko-KR" altLang="en-US" dirty="0"/>
              <a:t>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revert </a:t>
            </a:r>
            <a:r>
              <a:rPr lang="ko-KR" altLang="en-US" dirty="0"/>
              <a:t>실습 성공입니다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</a:t>
            </a:r>
            <a:r>
              <a:rPr lang="en-US" altLang="ko-KR" dirty="0"/>
              <a:t>history:</a:t>
            </a:r>
          </a:p>
          <a:p>
            <a:endParaRPr lang="en-US" altLang="ko-KR" dirty="0"/>
          </a:p>
          <a:p>
            <a:r>
              <a:rPr lang="en-US" altLang="ko-KR" dirty="0"/>
              <a:t>  dfd7738 Revert "bug: allow developer sample action by mistake"</a:t>
            </a:r>
          </a:p>
          <a:p>
            <a:r>
              <a:rPr lang="en-US" altLang="ko-KR" dirty="0"/>
              <a:t>  d84b237 bug: allow developer sample action by mistake</a:t>
            </a:r>
          </a:p>
          <a:p>
            <a:r>
              <a:rPr lang="en-US" altLang="ko-KR" dirty="0"/>
              <a:t>  4546185 test: add role policy history fixtures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이게 아주 중요합니다</a:t>
            </a:r>
            <a:r>
              <a:rPr lang="en-US" altLang="ko-KR" dirty="0"/>
              <a:t>. revert</a:t>
            </a:r>
            <a:r>
              <a:rPr lang="ko-KR" altLang="en-US" dirty="0"/>
              <a:t>는 </a:t>
            </a:r>
            <a:r>
              <a:rPr lang="en-US" altLang="ko-KR" dirty="0"/>
              <a:t>d84b237</a:t>
            </a:r>
            <a:r>
              <a:rPr lang="ko-KR" altLang="en-US" dirty="0"/>
              <a:t>을 </a:t>
            </a:r>
            <a:r>
              <a:rPr lang="en-US" altLang="ko-KR" dirty="0"/>
              <a:t>history</a:t>
            </a:r>
            <a:r>
              <a:rPr lang="ko-KR" altLang="en-US" dirty="0"/>
              <a:t>에서 지우지 않았습니다</a:t>
            </a:r>
            <a:r>
              <a:rPr lang="en-US" altLang="ko-KR" dirty="0"/>
              <a:t>. </a:t>
            </a:r>
            <a:r>
              <a:rPr lang="ko-KR" altLang="en-US" dirty="0"/>
              <a:t>대신 그 효과를 취소</a:t>
            </a:r>
          </a:p>
          <a:p>
            <a:r>
              <a:rPr lang="ko-KR" altLang="en-US" dirty="0"/>
              <a:t>  하는 새 </a:t>
            </a:r>
            <a:r>
              <a:rPr lang="en-US" altLang="ko-KR" dirty="0"/>
              <a:t>commit dfd7738</a:t>
            </a:r>
            <a:r>
              <a:rPr lang="ko-KR" altLang="en-US" dirty="0"/>
              <a:t>을 만들었습니다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복구된 코드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const SAMPLE_ACTION_ROLES = new Set(["Owner", "Maintainer"]);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테스트도 다시 통과했습니다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tests 6</a:t>
            </a:r>
          </a:p>
          <a:p>
            <a:r>
              <a:rPr lang="en-US" altLang="ko-KR" dirty="0"/>
              <a:t>  pass 6</a:t>
            </a:r>
          </a:p>
          <a:p>
            <a:r>
              <a:rPr lang="en-US" altLang="ko-KR" dirty="0"/>
              <a:t>  fail 0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working tree clean</a:t>
            </a:r>
          </a:p>
          <a:p>
            <a:r>
              <a:rPr lang="en-US" altLang="ko-KR" dirty="0"/>
              <a:t>  main is ahead of origin/main by 2 commits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왜 </a:t>
            </a:r>
            <a:r>
              <a:rPr lang="en-US" altLang="ko-KR" dirty="0"/>
              <a:t>2 commits ahead</a:t>
            </a:r>
            <a:r>
              <a:rPr lang="ko-KR" altLang="en-US" dirty="0"/>
              <a:t>인가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  d84b237  bad commit</a:t>
            </a:r>
          </a:p>
          <a:p>
            <a:r>
              <a:rPr lang="en-US" altLang="ko-KR" dirty="0"/>
              <a:t>  dfd7738  revert commit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둘 다 아직 </a:t>
            </a:r>
            <a:r>
              <a:rPr lang="en-US" altLang="ko-KR" dirty="0"/>
              <a:t>remote</a:t>
            </a:r>
            <a:r>
              <a:rPr lang="ko-KR" altLang="en-US" dirty="0"/>
              <a:t>에 </a:t>
            </a:r>
            <a:r>
              <a:rPr lang="en-US" altLang="ko-KR" dirty="0"/>
              <a:t>push</a:t>
            </a:r>
            <a:r>
              <a:rPr lang="ko-KR" altLang="en-US" dirty="0"/>
              <a:t>하지 않았기 때문입니다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Concept: </a:t>
            </a:r>
            <a:r>
              <a:rPr lang="ko-KR" altLang="en-US" dirty="0"/>
              <a:t>왜 </a:t>
            </a:r>
            <a:r>
              <a:rPr lang="en-US" altLang="ko-KR" dirty="0"/>
              <a:t>bad commit</a:t>
            </a:r>
            <a:r>
              <a:rPr lang="ko-KR" altLang="en-US" dirty="0"/>
              <a:t>도 같이 남기는가</a:t>
            </a:r>
          </a:p>
          <a:p>
            <a:endParaRPr lang="ko-KR" altLang="en-US" dirty="0"/>
          </a:p>
          <a:p>
            <a:r>
              <a:rPr lang="ko-KR" altLang="en-US" dirty="0"/>
              <a:t>  실무에서 이미 공유된 </a:t>
            </a:r>
            <a:r>
              <a:rPr lang="en-US" altLang="ko-KR" dirty="0"/>
              <a:t>branch</a:t>
            </a:r>
            <a:r>
              <a:rPr lang="ko-KR" altLang="en-US" dirty="0"/>
              <a:t>라면 “나쁜 </a:t>
            </a:r>
            <a:r>
              <a:rPr lang="en-US" altLang="ko-KR" dirty="0"/>
              <a:t>commit</a:t>
            </a:r>
            <a:r>
              <a:rPr lang="ko-KR" altLang="en-US" dirty="0"/>
              <a:t>을 없던 일처럼 </a:t>
            </a:r>
            <a:r>
              <a:rPr lang="ko-KR" altLang="en-US" dirty="0" err="1"/>
              <a:t>삭제”하는</a:t>
            </a:r>
            <a:r>
              <a:rPr lang="ko-KR" altLang="en-US" dirty="0"/>
              <a:t> 것보다</a:t>
            </a:r>
            <a:r>
              <a:rPr lang="en-US" altLang="ko-KR" dirty="0"/>
              <a:t>, “</a:t>
            </a:r>
            <a:r>
              <a:rPr lang="ko-KR" altLang="en-US" dirty="0"/>
              <a:t>나쁜 </a:t>
            </a:r>
            <a:r>
              <a:rPr lang="en-US" altLang="ko-KR" dirty="0"/>
              <a:t>commit</a:t>
            </a:r>
            <a:r>
              <a:rPr lang="ko-KR" altLang="en-US" dirty="0"/>
              <a:t>이</a:t>
            </a:r>
          </a:p>
          <a:p>
            <a:r>
              <a:rPr lang="ko-KR" altLang="en-US" dirty="0"/>
              <a:t>  있었고</a:t>
            </a:r>
            <a:r>
              <a:rPr lang="en-US" altLang="ko-KR" dirty="0"/>
              <a:t>, </a:t>
            </a:r>
            <a:r>
              <a:rPr lang="ko-KR" altLang="en-US" dirty="0"/>
              <a:t>이것을 </a:t>
            </a:r>
            <a:r>
              <a:rPr lang="en-US" altLang="ko-KR" dirty="0"/>
              <a:t>revert</a:t>
            </a:r>
            <a:r>
              <a:rPr lang="ko-KR" altLang="en-US" dirty="0" err="1"/>
              <a:t>했다”는</a:t>
            </a:r>
            <a:r>
              <a:rPr lang="ko-KR" altLang="en-US" dirty="0"/>
              <a:t> 기록을 남기는 것이 안전합니다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누가 어떤 변경을 넣었는지 남음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어떤 </a:t>
            </a:r>
            <a:r>
              <a:rPr lang="en-US" altLang="ko-KR" dirty="0"/>
              <a:t>commit</a:t>
            </a:r>
            <a:r>
              <a:rPr lang="ko-KR" altLang="en-US" dirty="0"/>
              <a:t>을 되돌렸는지 남음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다른 사람의 </a:t>
            </a:r>
            <a:r>
              <a:rPr lang="en-US" altLang="ko-KR" dirty="0"/>
              <a:t>history </a:t>
            </a:r>
            <a:r>
              <a:rPr lang="ko-KR" altLang="en-US" dirty="0"/>
              <a:t>기준점을 깨지 않음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audit</a:t>
            </a:r>
            <a:r>
              <a:rPr lang="ko-KR" altLang="en-US" dirty="0"/>
              <a:t>과 장애 회고에 유리함</a:t>
            </a:r>
          </a:p>
          <a:p>
            <a:endParaRPr lang="ko-KR" altLang="en-US" dirty="0"/>
          </a:p>
          <a:p>
            <a:r>
              <a:rPr lang="ko-KR" altLang="en-US" dirty="0"/>
              <a:t>  이제 이 복구 이력을 </a:t>
            </a:r>
            <a:r>
              <a:rPr lang="en-US" altLang="ko-KR" dirty="0"/>
              <a:t>remote</a:t>
            </a:r>
            <a:r>
              <a:rPr lang="ko-KR" altLang="en-US" dirty="0"/>
              <a:t>에 올립니다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push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--graph --all -8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예상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HEAD -&gt; main, origin/main</a:t>
            </a:r>
          </a:p>
          <a:p>
            <a:r>
              <a:rPr lang="en-US" altLang="ko-KR" dirty="0"/>
              <a:t>  dfd7738 Revert ...</a:t>
            </a:r>
          </a:p>
          <a:p>
            <a:r>
              <a:rPr lang="en-US" altLang="ko-KR" dirty="0"/>
              <a:t>  d84b237 bug ...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53DF7-285E-4FBE-AE30-32B5178F2C3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74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이제 </a:t>
            </a:r>
            <a:r>
              <a:rPr lang="en-US" altLang="ko-KR" dirty="0"/>
              <a:t>CH03 </a:t>
            </a:r>
            <a:r>
              <a:rPr lang="ko-KR" altLang="en-US" dirty="0"/>
              <a:t>마지막 도구인 </a:t>
            </a:r>
            <a:r>
              <a:rPr lang="en-US" altLang="ko-KR" dirty="0"/>
              <a:t>bisect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Concept: bisect</a:t>
            </a:r>
          </a:p>
          <a:p>
            <a:endParaRPr lang="en-US" altLang="ko-KR" dirty="0"/>
          </a:p>
          <a:p>
            <a:r>
              <a:rPr lang="en-US" altLang="ko-KR" dirty="0"/>
              <a:t>  bisect</a:t>
            </a:r>
            <a:r>
              <a:rPr lang="ko-KR" altLang="en-US" dirty="0"/>
              <a:t>는 “어느 </a:t>
            </a:r>
            <a:r>
              <a:rPr lang="en-US" altLang="ko-KR" dirty="0"/>
              <a:t>commit</a:t>
            </a:r>
            <a:r>
              <a:rPr lang="ko-KR" altLang="en-US" dirty="0"/>
              <a:t>부터 문제가 </a:t>
            </a:r>
            <a:r>
              <a:rPr lang="ko-KR" altLang="en-US" dirty="0" err="1"/>
              <a:t>생겼는지”를</a:t>
            </a:r>
            <a:r>
              <a:rPr lang="ko-KR" altLang="en-US" dirty="0"/>
              <a:t> 찾는 이분 탐색입니다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우리는 이미 정답을 압니다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bad commit = d84b237</a:t>
            </a:r>
          </a:p>
          <a:p>
            <a:r>
              <a:rPr lang="en-US" altLang="ko-KR" dirty="0"/>
              <a:t>  good commit = 4546185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하지만 실무에서는 보통 정답을 모릅니다</a:t>
            </a:r>
            <a:r>
              <a:rPr lang="en-US" altLang="ko-KR" dirty="0"/>
              <a:t>. </a:t>
            </a:r>
            <a:r>
              <a:rPr lang="ko-KR" altLang="en-US" dirty="0"/>
              <a:t>그래서 </a:t>
            </a:r>
            <a:r>
              <a:rPr lang="en-US" altLang="ko-KR" dirty="0"/>
              <a:t>Git</a:t>
            </a:r>
            <a:r>
              <a:rPr lang="ko-KR" altLang="en-US" dirty="0"/>
              <a:t>에게 이렇게 말합니다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현재는 </a:t>
            </a:r>
            <a:r>
              <a:rPr lang="en-US" altLang="ko-KR" dirty="0"/>
              <a:t>good </a:t>
            </a:r>
            <a:r>
              <a:rPr lang="ko-KR" altLang="en-US" dirty="0"/>
              <a:t>상태다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어느 </a:t>
            </a:r>
            <a:r>
              <a:rPr lang="en-US" altLang="ko-KR" dirty="0"/>
              <a:t>commit</a:t>
            </a:r>
            <a:r>
              <a:rPr lang="ko-KR" altLang="en-US" dirty="0"/>
              <a:t>은 </a:t>
            </a:r>
            <a:r>
              <a:rPr lang="en-US" altLang="ko-KR" dirty="0"/>
              <a:t>bad </a:t>
            </a:r>
            <a:r>
              <a:rPr lang="ko-KR" altLang="en-US" dirty="0"/>
              <a:t>상태다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어느 </a:t>
            </a:r>
            <a:r>
              <a:rPr lang="en-US" altLang="ko-KR" dirty="0"/>
              <a:t>commit</a:t>
            </a:r>
            <a:r>
              <a:rPr lang="ko-KR" altLang="en-US" dirty="0"/>
              <a:t>은 </a:t>
            </a:r>
            <a:r>
              <a:rPr lang="en-US" altLang="ko-KR" dirty="0"/>
              <a:t>good </a:t>
            </a:r>
            <a:r>
              <a:rPr lang="ko-KR" altLang="en-US" dirty="0"/>
              <a:t>상태다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그 사이를 반씩 잘라가며 찾아줘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이번 </a:t>
            </a:r>
            <a:r>
              <a:rPr lang="en-US" altLang="ko-KR" dirty="0"/>
              <a:t>repo</a:t>
            </a:r>
            <a:r>
              <a:rPr lang="ko-KR" altLang="en-US" dirty="0"/>
              <a:t>는 </a:t>
            </a:r>
            <a:r>
              <a:rPr lang="en-US" altLang="ko-KR" dirty="0"/>
              <a:t>commit </a:t>
            </a:r>
            <a:r>
              <a:rPr lang="ko-KR" altLang="en-US" dirty="0"/>
              <a:t>수가 적어서 아주 짧게 끝나겠지만</a:t>
            </a:r>
            <a:r>
              <a:rPr lang="en-US" altLang="ko-KR" dirty="0"/>
              <a:t>, </a:t>
            </a:r>
            <a:r>
              <a:rPr lang="ko-KR" altLang="en-US" dirty="0"/>
              <a:t>흐름을 익히는 데 충분합니다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먼저 안전하게 현재 위치를 확인합니다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--graph --all -8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그 다음 </a:t>
            </a:r>
            <a:r>
              <a:rPr lang="en-US" altLang="ko-KR" dirty="0"/>
              <a:t>bisect</a:t>
            </a:r>
            <a:r>
              <a:rPr lang="ko-KR" altLang="en-US" dirty="0"/>
              <a:t>를 시작합니다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bisect start</a:t>
            </a:r>
          </a:p>
          <a:p>
            <a:r>
              <a:rPr lang="en-US" altLang="ko-KR" dirty="0"/>
              <a:t>  git bisect bad d84b237</a:t>
            </a:r>
          </a:p>
          <a:p>
            <a:r>
              <a:rPr lang="en-US" altLang="ko-KR" dirty="0"/>
              <a:t>  git bisect good 4546185</a:t>
            </a:r>
          </a:p>
          <a:p>
            <a:endParaRPr lang="en-US" altLang="ko-KR" dirty="0"/>
          </a:p>
          <a:p>
            <a:r>
              <a:rPr lang="en-US" altLang="ko-KR" dirty="0"/>
              <a:t>  Git</a:t>
            </a:r>
            <a:r>
              <a:rPr lang="ko-KR" altLang="en-US" dirty="0"/>
              <a:t>이 범위를 판단하고 결과를 출력할 겁니다</a:t>
            </a:r>
            <a:r>
              <a:rPr lang="en-US" altLang="ko-KR" dirty="0"/>
              <a:t>. </a:t>
            </a:r>
            <a:r>
              <a:rPr lang="ko-KR" altLang="en-US" dirty="0"/>
              <a:t>이 경우 두 </a:t>
            </a:r>
            <a:r>
              <a:rPr lang="en-US" altLang="ko-KR" dirty="0"/>
              <a:t>commit</a:t>
            </a:r>
            <a:r>
              <a:rPr lang="ko-KR" altLang="en-US" dirty="0"/>
              <a:t>이 바로 인접해 있어서 </a:t>
            </a:r>
            <a:r>
              <a:rPr lang="en-US" altLang="ko-KR" dirty="0"/>
              <a:t>d84b237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이 </a:t>
            </a:r>
            <a:r>
              <a:rPr lang="en-US" altLang="ko-KR" dirty="0"/>
              <a:t>first bad commit</a:t>
            </a:r>
            <a:r>
              <a:rPr lang="ko-KR" altLang="en-US" dirty="0"/>
              <a:t>이라고 바로 말할 가능성이 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확인 후 반드시 종료합니다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bisect reset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마지막 확인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-3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실행 결과를 보여 주세요</a:t>
            </a:r>
            <a:r>
              <a:rPr lang="en-US" altLang="ko-KR" dirty="0"/>
              <a:t>. bisect reset</a:t>
            </a:r>
            <a:r>
              <a:rPr lang="ko-KR" altLang="en-US" dirty="0"/>
              <a:t>까지 꼭 해야 합니다</a:t>
            </a:r>
            <a:r>
              <a:rPr lang="en-US" altLang="ko-KR" dirty="0"/>
              <a:t>. bisect </a:t>
            </a:r>
            <a:r>
              <a:rPr lang="ko-KR" altLang="en-US" dirty="0"/>
              <a:t>중간 상태로 남겨두면 이후</a:t>
            </a:r>
          </a:p>
          <a:p>
            <a:r>
              <a:rPr lang="ko-KR" altLang="en-US" dirty="0"/>
              <a:t>  수업에서 헷갈립니다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</a:t>
            </a:r>
            <a:r>
              <a:rPr lang="ko-KR" altLang="en-US" dirty="0"/>
              <a:t>이건 </a:t>
            </a:r>
            <a:r>
              <a:rPr lang="en-US" altLang="ko-KR" dirty="0"/>
              <a:t>Git </a:t>
            </a:r>
            <a:r>
              <a:rPr lang="ko-KR" altLang="en-US" dirty="0"/>
              <a:t>문제가 아니라 다시 </a:t>
            </a:r>
            <a:r>
              <a:rPr lang="en-US" altLang="ko-KR" dirty="0"/>
              <a:t>Windows desktop.ini</a:t>
            </a:r>
            <a:r>
              <a:rPr lang="ko-KR" altLang="en-US" dirty="0"/>
              <a:t>가 </a:t>
            </a:r>
            <a:r>
              <a:rPr lang="en-US" altLang="ko-KR" dirty="0"/>
              <a:t>.git\refs\bisect </a:t>
            </a:r>
            <a:r>
              <a:rPr lang="ko-KR" altLang="en-US" dirty="0"/>
              <a:t>안에 생긴 문제</a:t>
            </a:r>
          </a:p>
          <a:p>
            <a:r>
              <a:rPr lang="ko-KR" altLang="en-US" dirty="0"/>
              <a:t>  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에러의 의미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cannot lock ref 'refs/bisect/desktop.ini'</a:t>
            </a:r>
          </a:p>
          <a:p>
            <a:r>
              <a:rPr lang="en-US" altLang="ko-KR" dirty="0"/>
              <a:t>  reference broken</a:t>
            </a:r>
          </a:p>
          <a:p>
            <a:endParaRPr lang="en-US" altLang="ko-KR" dirty="0"/>
          </a:p>
          <a:p>
            <a:r>
              <a:rPr lang="en-US" altLang="ko-KR" dirty="0"/>
              <a:t>  Git</a:t>
            </a:r>
            <a:r>
              <a:rPr lang="ko-KR" altLang="en-US" dirty="0"/>
              <a:t>이 </a:t>
            </a:r>
            <a:r>
              <a:rPr lang="en-US" altLang="ko-KR" dirty="0"/>
              <a:t>refs/bisect/desktop.ini</a:t>
            </a:r>
            <a:r>
              <a:rPr lang="ko-KR" altLang="en-US" dirty="0"/>
              <a:t>를 </a:t>
            </a:r>
            <a:r>
              <a:rPr lang="en-US" altLang="ko-KR" dirty="0"/>
              <a:t>bisect</a:t>
            </a:r>
            <a:r>
              <a:rPr lang="ko-KR" altLang="en-US" dirty="0"/>
              <a:t>용 </a:t>
            </a:r>
            <a:r>
              <a:rPr lang="en-US" altLang="ko-KR" dirty="0"/>
              <a:t>reference</a:t>
            </a:r>
            <a:r>
              <a:rPr lang="ko-KR" altLang="en-US" dirty="0"/>
              <a:t>처럼 읽으려 했는데</a:t>
            </a:r>
            <a:r>
              <a:rPr lang="en-US" altLang="ko-KR" dirty="0"/>
              <a:t>, </a:t>
            </a:r>
            <a:r>
              <a:rPr lang="ko-KR" altLang="en-US" dirty="0"/>
              <a:t>실제로는 </a:t>
            </a:r>
            <a:r>
              <a:rPr lang="en-US" altLang="ko-KR" dirty="0"/>
              <a:t>Windows</a:t>
            </a:r>
          </a:p>
          <a:p>
            <a:r>
              <a:rPr lang="en-US" altLang="ko-KR" dirty="0"/>
              <a:t>  metadata</a:t>
            </a:r>
            <a:r>
              <a:rPr lang="ko-KR" altLang="en-US" dirty="0"/>
              <a:t>라서 깨진 </a:t>
            </a:r>
            <a:r>
              <a:rPr lang="en-US" altLang="ko-KR" dirty="0"/>
              <a:t>ref</a:t>
            </a:r>
            <a:r>
              <a:rPr lang="ko-KR" altLang="en-US" dirty="0"/>
              <a:t>로 본 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제가 지금 </a:t>
            </a:r>
            <a:r>
              <a:rPr lang="en-US" altLang="ko-KR" dirty="0"/>
              <a:t>.git </a:t>
            </a:r>
            <a:r>
              <a:rPr lang="ko-KR" altLang="en-US" dirty="0"/>
              <a:t>내부의 </a:t>
            </a:r>
            <a:r>
              <a:rPr lang="en-US" altLang="ko-KR" dirty="0"/>
              <a:t>desktop.ini</a:t>
            </a:r>
            <a:r>
              <a:rPr lang="ko-KR" altLang="en-US" dirty="0"/>
              <a:t>를 다시 제거했고</a:t>
            </a:r>
            <a:r>
              <a:rPr lang="en-US" altLang="ko-KR" dirty="0"/>
              <a:t>, </a:t>
            </a:r>
            <a:r>
              <a:rPr lang="ko-KR" altLang="en-US" dirty="0"/>
              <a:t>상태를 확인했습니다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정상 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On branch main</a:t>
            </a:r>
          </a:p>
          <a:p>
            <a:r>
              <a:rPr lang="en-US" altLang="ko-KR" dirty="0"/>
              <a:t>  Your branch is up to date with 'origin/main'.</a:t>
            </a:r>
          </a:p>
          <a:p>
            <a:endParaRPr lang="en-US" altLang="ko-KR" dirty="0"/>
          </a:p>
          <a:p>
            <a:r>
              <a:rPr lang="en-US" altLang="ko-KR" dirty="0"/>
              <a:t>  nothing to commit, working tree clean</a:t>
            </a:r>
          </a:p>
          <a:p>
            <a:endParaRPr lang="en-US" altLang="ko-KR" dirty="0"/>
          </a:p>
          <a:p>
            <a:r>
              <a:rPr lang="en-US" altLang="ko-KR" dirty="0"/>
              <a:t>  git log --all</a:t>
            </a:r>
            <a:r>
              <a:rPr lang="ko-KR" altLang="en-US" dirty="0"/>
              <a:t>도 정상입니다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dfd7738 (HEAD -&gt; main, origin/main, origin/HEAD) Revert "bug: allow developer sample action</a:t>
            </a:r>
          </a:p>
          <a:p>
            <a:r>
              <a:rPr lang="en-US" altLang="ko-KR" dirty="0"/>
              <a:t>  by mistake"</a:t>
            </a:r>
          </a:p>
          <a:p>
            <a:r>
              <a:rPr lang="en-US" altLang="ko-KR" dirty="0"/>
              <a:t>  d84b237 bug: allow developer sample action by mistake</a:t>
            </a:r>
          </a:p>
          <a:p>
            <a:r>
              <a:rPr lang="en-US" altLang="ko-KR" dirty="0"/>
              <a:t>  4546185 test: add role policy history fixtures</a:t>
            </a:r>
          </a:p>
          <a:p>
            <a:endParaRPr lang="en-US" altLang="ko-KR" dirty="0"/>
          </a:p>
          <a:p>
            <a:r>
              <a:rPr lang="en-US" altLang="ko-KR" dirty="0"/>
              <a:t>  git </a:t>
            </a:r>
            <a:r>
              <a:rPr lang="en-US" altLang="ko-KR" dirty="0" err="1"/>
              <a:t>fsck</a:t>
            </a:r>
            <a:r>
              <a:rPr lang="ko-KR" altLang="en-US" dirty="0"/>
              <a:t>에 나온 이것은 괜찮습니다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dangling commit f4c648...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아까 </a:t>
            </a:r>
            <a:r>
              <a:rPr lang="en-US" altLang="ko-KR" dirty="0"/>
              <a:t>stash </a:t>
            </a:r>
            <a:r>
              <a:rPr lang="ko-KR" altLang="en-US" dirty="0"/>
              <a:t>실습에서 생긴 임시 </a:t>
            </a:r>
            <a:r>
              <a:rPr lang="en-US" altLang="ko-KR" dirty="0"/>
              <a:t>commit object</a:t>
            </a:r>
            <a:r>
              <a:rPr lang="ko-KR" altLang="en-US" dirty="0"/>
              <a:t>입니다</a:t>
            </a:r>
            <a:r>
              <a:rPr lang="en-US" altLang="ko-KR" dirty="0"/>
              <a:t>. Git </a:t>
            </a:r>
            <a:r>
              <a:rPr lang="ko-KR" altLang="en-US" dirty="0"/>
              <a:t>내부 청소 대상일 뿐이고 현재 </a:t>
            </a:r>
            <a:r>
              <a:rPr lang="en-US" altLang="ko-KR" dirty="0"/>
              <a:t>branch/</a:t>
            </a:r>
          </a:p>
          <a:p>
            <a:r>
              <a:rPr lang="en-US" altLang="ko-KR" dirty="0"/>
              <a:t>  history </a:t>
            </a:r>
            <a:r>
              <a:rPr lang="ko-KR" altLang="en-US" dirty="0"/>
              <a:t>문제는 아닙니다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이제 </a:t>
            </a:r>
            <a:r>
              <a:rPr lang="en-US" altLang="ko-KR" dirty="0"/>
              <a:t>bisect</a:t>
            </a:r>
            <a:r>
              <a:rPr lang="ko-KR" altLang="en-US" dirty="0"/>
              <a:t>를 깨끗한 상태에서 다시 짧게 실행해 봅시다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bisect start</a:t>
            </a:r>
          </a:p>
          <a:p>
            <a:r>
              <a:rPr lang="en-US" altLang="ko-KR" dirty="0"/>
              <a:t>  git bisect bad d84b237</a:t>
            </a:r>
          </a:p>
          <a:p>
            <a:r>
              <a:rPr lang="en-US" altLang="ko-KR" dirty="0"/>
              <a:t>  git bisect good 4546185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아마 </a:t>
            </a:r>
            <a:r>
              <a:rPr lang="en-US" altLang="ko-KR" dirty="0"/>
              <a:t>Git</a:t>
            </a:r>
            <a:r>
              <a:rPr lang="ko-KR" altLang="en-US" dirty="0"/>
              <a:t>이 바로 </a:t>
            </a:r>
            <a:r>
              <a:rPr lang="en-US" altLang="ko-KR" dirty="0"/>
              <a:t>d84b237</a:t>
            </a:r>
            <a:r>
              <a:rPr lang="ko-KR" altLang="en-US" dirty="0"/>
              <a:t>이 </a:t>
            </a:r>
            <a:r>
              <a:rPr lang="en-US" altLang="ko-KR" dirty="0"/>
              <a:t>first bad commit</a:t>
            </a:r>
            <a:r>
              <a:rPr lang="ko-KR" altLang="en-US" dirty="0"/>
              <a:t>이라고 알려줄 겁니다</a:t>
            </a:r>
            <a:r>
              <a:rPr lang="en-US" altLang="ko-KR" dirty="0"/>
              <a:t>. </a:t>
            </a:r>
            <a:r>
              <a:rPr lang="ko-KR" altLang="en-US" dirty="0"/>
              <a:t>확인 후 반드시 종료합니다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git bisect reset</a:t>
            </a:r>
          </a:p>
          <a:p>
            <a:r>
              <a:rPr lang="en-US" altLang="ko-KR" dirty="0"/>
              <a:t>  git status</a:t>
            </a:r>
          </a:p>
          <a:p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-4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이번에는 </a:t>
            </a:r>
            <a:r>
              <a:rPr lang="en-US" altLang="ko-KR" dirty="0"/>
              <a:t>refs/bisect/desktop.ini</a:t>
            </a:r>
            <a:r>
              <a:rPr lang="ko-KR" altLang="en-US" dirty="0"/>
              <a:t>를 정리했기 때문에 정상적으로 끝나야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53DF7-285E-4FBE-AE30-32B5178F2C3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762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• </a:t>
            </a:r>
            <a:r>
              <a:rPr lang="ko-KR" altLang="en-US" dirty="0"/>
              <a:t>좋습니다</a:t>
            </a:r>
            <a:r>
              <a:rPr lang="en-US" altLang="ko-KR" dirty="0"/>
              <a:t>. CH03 </a:t>
            </a:r>
            <a:r>
              <a:rPr lang="ko-KR" altLang="en-US" dirty="0"/>
              <a:t>실습은 모두 완료 상태입니다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현재 </a:t>
            </a:r>
            <a:r>
              <a:rPr lang="en-US" altLang="ko-KR" dirty="0"/>
              <a:t>repo </a:t>
            </a:r>
            <a:r>
              <a:rPr lang="ko-KR" altLang="en-US" dirty="0"/>
              <a:t>상태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HEAD -&gt; main -&gt; origin/main -&gt; dfd7738</a:t>
            </a:r>
          </a:p>
          <a:p>
            <a:r>
              <a:rPr lang="en-US" altLang="ko-KR" dirty="0"/>
              <a:t>  working tree clean</a:t>
            </a:r>
          </a:p>
          <a:p>
            <a:r>
              <a:rPr lang="en-US" altLang="ko-KR" dirty="0"/>
              <a:t>  node --test: 6 pass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오늘 한 것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  - git log</a:t>
            </a:r>
            <a:r>
              <a:rPr lang="ko-KR" altLang="en-US" dirty="0"/>
              <a:t>로 </a:t>
            </a:r>
            <a:r>
              <a:rPr lang="en-US" altLang="ko-KR" dirty="0"/>
              <a:t>history </a:t>
            </a:r>
            <a:r>
              <a:rPr lang="ko-KR" altLang="en-US" dirty="0"/>
              <a:t>흐름 읽기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show --stat, git show HEAD</a:t>
            </a:r>
            <a:r>
              <a:rPr lang="ko-KR" altLang="en-US" dirty="0"/>
              <a:t>로 </a:t>
            </a:r>
            <a:r>
              <a:rPr lang="en-US" altLang="ko-KR" dirty="0"/>
              <a:t>commit </a:t>
            </a:r>
            <a:r>
              <a:rPr lang="ko-KR" altLang="en-US" dirty="0"/>
              <a:t>내용 확인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v0.1.0 tag </a:t>
            </a:r>
            <a:r>
              <a:rPr lang="ko-KR" altLang="en-US" dirty="0"/>
              <a:t>생성 및 </a:t>
            </a:r>
            <a:r>
              <a:rPr lang="en-US" altLang="ko-KR" dirty="0"/>
              <a:t>push</a:t>
            </a:r>
          </a:p>
          <a:p>
            <a:r>
              <a:rPr lang="en-US" altLang="ko-KR" dirty="0"/>
              <a:t>  - stash push, stash show, stash pop </a:t>
            </a:r>
            <a:r>
              <a:rPr lang="ko-KR" altLang="en-US" dirty="0"/>
              <a:t>실습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의도적 </a:t>
            </a:r>
            <a:r>
              <a:rPr lang="en-US" altLang="ko-KR" dirty="0"/>
              <a:t>bad commit </a:t>
            </a:r>
            <a:r>
              <a:rPr lang="ko-KR" altLang="en-US" dirty="0"/>
              <a:t>생성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revert</a:t>
            </a:r>
            <a:r>
              <a:rPr lang="ko-KR" altLang="en-US" dirty="0"/>
              <a:t>로 안전한 복구 </a:t>
            </a:r>
            <a:r>
              <a:rPr lang="en-US" altLang="ko-KR" dirty="0"/>
              <a:t>commit </a:t>
            </a:r>
            <a:r>
              <a:rPr lang="ko-KR" altLang="en-US" dirty="0"/>
              <a:t>생성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git bisect</a:t>
            </a:r>
            <a:r>
              <a:rPr lang="ko-KR" altLang="en-US" dirty="0"/>
              <a:t>로 </a:t>
            </a:r>
            <a:r>
              <a:rPr lang="en-US" altLang="ko-KR" dirty="0"/>
              <a:t>first bad commit </a:t>
            </a:r>
            <a:r>
              <a:rPr lang="ko-KR" altLang="en-US" dirty="0"/>
              <a:t>찾기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 desktop.ini</a:t>
            </a:r>
            <a:r>
              <a:rPr lang="ko-KR" altLang="en-US" dirty="0"/>
              <a:t>로 인한 </a:t>
            </a:r>
            <a:r>
              <a:rPr lang="en-US" altLang="ko-KR" dirty="0"/>
              <a:t>.git/refs </a:t>
            </a:r>
            <a:r>
              <a:rPr lang="ko-KR" altLang="en-US" dirty="0"/>
              <a:t>오염도 진단하고 정리</a:t>
            </a:r>
          </a:p>
          <a:p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/>
              <a:t>CH03 </a:t>
            </a:r>
            <a:r>
              <a:rPr lang="ko-KR" altLang="en-US" dirty="0"/>
              <a:t>노트도 업데이트했습니다</a:t>
            </a:r>
            <a:r>
              <a:rPr lang="en-US" altLang="ko-KR" dirty="0"/>
              <a:t>: Lecture_Prep/CH03/ch03-learning-notes.md</a:t>
            </a:r>
          </a:p>
          <a:p>
            <a:endParaRPr lang="en-US" altLang="ko-KR" dirty="0"/>
          </a:p>
          <a:p>
            <a:r>
              <a:rPr lang="en-US" altLang="ko-KR" dirty="0"/>
              <a:t>  CH03 </a:t>
            </a:r>
            <a:r>
              <a:rPr lang="ko-KR" altLang="en-US" dirty="0"/>
              <a:t>종료 질문</a:t>
            </a:r>
          </a:p>
          <a:p>
            <a:endParaRPr lang="ko-KR" altLang="en-US" dirty="0"/>
          </a:p>
          <a:p>
            <a:r>
              <a:rPr lang="ko-KR" altLang="en-US" dirty="0"/>
              <a:t>  짧게 답해 보세요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1. git log</a:t>
            </a:r>
            <a:r>
              <a:rPr lang="ko-KR" altLang="en-US" dirty="0"/>
              <a:t>와 </a:t>
            </a:r>
            <a:r>
              <a:rPr lang="en-US" altLang="ko-KR" dirty="0"/>
              <a:t>git show</a:t>
            </a:r>
            <a:r>
              <a:rPr lang="ko-KR" altLang="en-US" dirty="0"/>
              <a:t>의 차이는 무엇인가요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2. tag</a:t>
            </a:r>
            <a:r>
              <a:rPr lang="ko-KR" altLang="en-US" dirty="0"/>
              <a:t>는 </a:t>
            </a:r>
            <a:r>
              <a:rPr lang="en-US" altLang="ko-KR" dirty="0"/>
              <a:t>branch</a:t>
            </a:r>
            <a:r>
              <a:rPr lang="ko-KR" altLang="en-US" dirty="0"/>
              <a:t>와 무엇이 </a:t>
            </a:r>
            <a:r>
              <a:rPr lang="ko-KR" altLang="en-US" dirty="0" err="1"/>
              <a:t>다른가요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3. stash</a:t>
            </a:r>
            <a:r>
              <a:rPr lang="ko-KR" altLang="en-US" dirty="0"/>
              <a:t>는 어떤 상황에서 쓰나요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4. </a:t>
            </a:r>
            <a:r>
              <a:rPr lang="ko-KR" altLang="en-US" dirty="0"/>
              <a:t>공유된 </a:t>
            </a:r>
            <a:r>
              <a:rPr lang="en-US" altLang="ko-KR" dirty="0"/>
              <a:t>branch</a:t>
            </a:r>
            <a:r>
              <a:rPr lang="ko-KR" altLang="en-US" dirty="0"/>
              <a:t>에서는 왜 </a:t>
            </a:r>
            <a:r>
              <a:rPr lang="en-US" altLang="ko-KR" dirty="0"/>
              <a:t>reset --hard</a:t>
            </a:r>
            <a:r>
              <a:rPr lang="ko-KR" altLang="en-US" dirty="0"/>
              <a:t>보다 </a:t>
            </a:r>
            <a:r>
              <a:rPr lang="en-US" altLang="ko-KR" dirty="0"/>
              <a:t>revert</a:t>
            </a:r>
            <a:r>
              <a:rPr lang="ko-KR" altLang="en-US" dirty="0"/>
              <a:t>가 안전한가요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5. bisect</a:t>
            </a:r>
            <a:r>
              <a:rPr lang="ko-KR" altLang="en-US" dirty="0"/>
              <a:t>는 어떤 문제를 풀기 위한 도구인가요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답변을 보면 </a:t>
            </a:r>
            <a:r>
              <a:rPr lang="en-US" altLang="ko-KR" dirty="0"/>
              <a:t>CH03 </a:t>
            </a:r>
            <a:r>
              <a:rPr lang="ko-KR" altLang="en-US" dirty="0"/>
              <a:t>통과 처리하고</a:t>
            </a:r>
            <a:r>
              <a:rPr lang="en-US" altLang="ko-KR" dirty="0"/>
              <a:t>, </a:t>
            </a:r>
            <a:r>
              <a:rPr lang="ko-KR" altLang="en-US" dirty="0"/>
              <a:t>다음에 </a:t>
            </a:r>
            <a:r>
              <a:rPr lang="en-US" altLang="ko-KR" dirty="0"/>
              <a:t>CH04 branch </a:t>
            </a:r>
            <a:r>
              <a:rPr lang="ko-KR" altLang="en-US" dirty="0"/>
              <a:t>전략으로 넘어가겠습니다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553DF7-285E-4FBE-AE30-32B5178F2C3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279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72EDD1-72D6-4B57-525F-1FA0FA28F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79B3DE9-A836-7936-E326-0B718E159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0DA793-9050-8933-69E4-0046A05C6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6DB0-D6F8-42D9-A8D3-7856CB7C514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62D3C0-8A70-C13B-B1F2-43754E5C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08E8A8-D299-A5A1-753B-5E6768903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F2889-1CC6-49F9-9ABC-C0B53452A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52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044B96-A12F-9A64-FF34-009D602AC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12C5C0-5486-507A-C8AA-629B4D7FF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8A2940-2E74-E375-AB97-A1EE3241F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6DB0-D6F8-42D9-A8D3-7856CB7C514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7BBBBD-35B0-323A-1967-F75D40147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9A76EC-A83E-488C-48B7-84410BD03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F2889-1CC6-49F9-9ABC-C0B53452A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75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D86791-8AFA-BECA-37E0-6F89BE08A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2990CC-9361-D491-A8EB-923AAB565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2BCD34-E15D-AD48-CA51-02C806490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6DB0-D6F8-42D9-A8D3-7856CB7C514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B1A871-F4EA-D998-0C71-A11DC5484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22A0DF-1BE6-91A5-A85E-673793CD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F2889-1CC6-49F9-9ABC-C0B53452A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289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BA20E5-7A47-FD27-CEAD-64907FF08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61E9B5-0892-81DB-FA00-319EA6734C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EBD4AB-DBBB-91B5-6506-9D1F31AE1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66E183-9EFA-34DE-C782-FF9EB8102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6DB0-D6F8-42D9-A8D3-7856CB7C514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BC38EA-E438-6FBA-7BCB-12DDE5DD6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2DB078-3B6C-3B51-3875-3E05A3CF0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F2889-1CC6-49F9-9ABC-C0B53452A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474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6EE2E2-376A-52B8-14C0-9D4AE7BB6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D4A1AB-0742-FD76-0512-EF4BED025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4516FC-7215-5D1B-AF8C-FC2F71A7D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5E6B61-0F47-F7D1-6A3A-5D8A2ECD1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8D4EBB-C193-54AF-42E7-5197F3BB1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35E644-90B9-F911-1FA4-919D95E9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6DB0-D6F8-42D9-A8D3-7856CB7C514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0CF6AC-9B09-18AD-6B21-67AF3ADF3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941509-84C4-323A-57D6-C16987A10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F2889-1CC6-49F9-9ABC-C0B53452A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511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8EB41F-7123-78C0-5209-A15D12AD8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19C366-A010-5C49-FD80-7BE534A59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6DB0-D6F8-42D9-A8D3-7856CB7C514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16ECE7-D325-896F-E323-0826D7558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77D898-7FC8-D7D8-17DE-3B77B21A1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F2889-1CC6-49F9-9ABC-C0B53452A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227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E1774F-2EDA-C5CB-1115-1888D1EC6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6DB0-D6F8-42D9-A8D3-7856CB7C514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F0F2EFB-8905-05F4-E327-4357FFDBF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22C9C2-0344-459D-211A-1A0DFF7B9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F2889-1CC6-49F9-9ABC-C0B53452A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658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A0B7D-D5E5-A83A-3373-F8F8391EB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A1E1A8-1622-97E4-6B82-D8D97988F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C1A85E-C8C5-0CEE-A570-740307F05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1AE027-3E0A-18DD-B7E1-FD66BBB9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6DB0-D6F8-42D9-A8D3-7856CB7C514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951762-4409-36E2-605B-6A75D26F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35F78B-7C44-78A8-5578-C4B3C0C0B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F2889-1CC6-49F9-9ABC-C0B53452A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972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70004-B0B0-5440-185A-E76BAEE37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2A9701-69C0-ACB4-F3CC-0A0FF1A24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3D24CC-FF15-B934-B362-04ACDEB3A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9543A4-D90F-132C-AA54-4B2C203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6DB0-D6F8-42D9-A8D3-7856CB7C514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9D2322-8B89-8F66-A324-2F145CB36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8FE597-7E4C-7FE4-BE7A-D9EE2C195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F2889-1CC6-49F9-9ABC-C0B53452A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814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918092-086D-9A6C-82D0-91D4A6761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241150-58ED-AE8A-6521-2759B07E9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6BCEB5-E12E-EEF0-4FCB-5E725813A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6DB0-D6F8-42D9-A8D3-7856CB7C514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E36BA1-8961-2457-CD6B-A92C4F63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7320B8-7BC6-410F-52CA-F04D5CBC0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F2889-1CC6-49F9-9ABC-C0B53452A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185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58DD10-83E1-4AFC-8566-460CCBF31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FDFB18-FCCD-3F1D-0CFE-F33BBBE1E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10D613-8B9B-940C-375F-3C52AFBD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E6DB0-D6F8-42D9-A8D3-7856CB7C514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60BF6C-7E2C-9F06-0A83-4D69390F6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AE6344-D64F-FB51-3DB5-9B552FCA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F2889-1CC6-49F9-9ABC-C0B53452A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42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2855A0-18F7-C259-A595-7E2B19320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375EC7-A021-EEC7-2FCF-B75F6E60C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EA00ED-090B-D386-EB8C-5164869414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E6DB0-D6F8-42D9-A8D3-7856CB7C514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79F878-5728-88BD-02BF-BC8C45C70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CF3B34-0FF1-411B-D9A8-5B9B51CE61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F2889-1CC6-49F9-9ABC-C0B53452AE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330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DB4C6-7765-0768-35CF-1745E5B249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Ch03 History Inspection and Recovery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33AB540-44B4-9F26-0208-5FC82396D6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 이미 생긴 </a:t>
            </a:r>
            <a:r>
              <a:rPr lang="en-US" altLang="ko-KR" dirty="0"/>
              <a:t>commit</a:t>
            </a:r>
            <a:r>
              <a:rPr lang="ko-KR" altLang="en-US" dirty="0"/>
              <a:t>을 어떻게 읽고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문제가 생겼을 때 어떻게 원인을 찾고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어떻게 안전하게 되돌릴 것인가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756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35D04-259C-5F4F-D356-3E8D2936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44C403-36B0-7B55-C781-2FEA58407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이미 생긴 </a:t>
            </a:r>
            <a:r>
              <a:rPr lang="en-US" altLang="ko-KR" dirty="0"/>
              <a:t>commit</a:t>
            </a:r>
            <a:r>
              <a:rPr lang="ko-KR" altLang="en-US" dirty="0"/>
              <a:t>을 어떻게 읽고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문제가 생겼을 때 어떻게 원인을 찾고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어떻게 안전하게 되돌릴 것인가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최신 </a:t>
            </a:r>
            <a:r>
              <a:rPr lang="en-US" altLang="ko-KR" dirty="0"/>
              <a:t>commit</a:t>
            </a:r>
            <a:r>
              <a:rPr lang="ko-KR" altLang="en-US" dirty="0"/>
              <a:t>은 무엇인가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그 </a:t>
            </a:r>
            <a:r>
              <a:rPr lang="en-US" altLang="ko-KR" dirty="0"/>
              <a:t>commit</a:t>
            </a:r>
            <a:r>
              <a:rPr lang="ko-KR" altLang="en-US" dirty="0"/>
              <a:t>은 어떤 파일을 바꿨는가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- HEAD, main, origin/main</a:t>
            </a:r>
            <a:r>
              <a:rPr lang="ko-KR" altLang="en-US" dirty="0"/>
              <a:t>은 같은 </a:t>
            </a:r>
            <a:r>
              <a:rPr lang="en-US" altLang="ko-KR" dirty="0"/>
              <a:t>commit</a:t>
            </a:r>
            <a:r>
              <a:rPr lang="ko-KR" altLang="en-US" dirty="0"/>
              <a:t>을 보고 있는가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- </a:t>
            </a:r>
            <a:r>
              <a:rPr lang="ko-KR" altLang="en-US" dirty="0"/>
              <a:t>이 </a:t>
            </a:r>
            <a:r>
              <a:rPr lang="en-US" altLang="ko-KR" dirty="0"/>
              <a:t>commit</a:t>
            </a:r>
            <a:r>
              <a:rPr lang="ko-KR" altLang="en-US" dirty="0"/>
              <a:t>은 </a:t>
            </a:r>
            <a:r>
              <a:rPr lang="en-US" altLang="ko-KR" dirty="0"/>
              <a:t>rollback </a:t>
            </a:r>
            <a:r>
              <a:rPr lang="ko-KR" altLang="en-US" dirty="0"/>
              <a:t>단위로 적절한가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08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1854A0-1082-68DB-F695-85C63C589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1. history </a:t>
            </a:r>
            <a:r>
              <a:rPr lang="ko-KR" altLang="en-US" dirty="0"/>
              <a:t>눈으로 읽기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886291-7A17-A75B-1D71-50255F10B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275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ko-KR"/>
              <a:t>git log --oneline --decorate --graph --all -n 10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git show --stat HEAD</a:t>
            </a:r>
          </a:p>
          <a:p>
            <a:r>
              <a:rPr lang="en-US" altLang="ko-KR"/>
              <a:t>git show HEAD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git show --patch HEAD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F97889-3E18-15E8-9AEC-ED9846037E23}"/>
              </a:ext>
            </a:extLst>
          </p:cNvPr>
          <p:cNvSpPr txBox="1"/>
          <p:nvPr/>
        </p:nvSpPr>
        <p:spPr>
          <a:xfrm>
            <a:off x="1285875" y="2381091"/>
            <a:ext cx="6096000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/>
              <a:t>* 8d17e51 (HEAD -&gt; </a:t>
            </a:r>
            <a:r>
              <a:rPr lang="ko-KR" altLang="en-US" sz="1200" dirty="0" err="1"/>
              <a:t>main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origin</a:t>
            </a:r>
            <a:r>
              <a:rPr lang="ko-KR" altLang="en-US" sz="1200" dirty="0"/>
              <a:t>/</a:t>
            </a:r>
            <a:r>
              <a:rPr lang="ko-KR" altLang="en-US" sz="1200" dirty="0" err="1"/>
              <a:t>main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origin</a:t>
            </a:r>
            <a:r>
              <a:rPr lang="ko-KR" altLang="en-US" sz="1200" dirty="0"/>
              <a:t>/HEAD) </a:t>
            </a:r>
            <a:r>
              <a:rPr lang="ko-KR" altLang="en-US" sz="1200" dirty="0" err="1"/>
              <a:t>docs</a:t>
            </a:r>
            <a:r>
              <a:rPr lang="ko-KR" altLang="en-US" sz="1200" dirty="0"/>
              <a:t>: </a:t>
            </a:r>
            <a:r>
              <a:rPr lang="ko-KR" altLang="en-US" sz="1200" dirty="0" err="1"/>
              <a:t>add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peer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fetch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practice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note</a:t>
            </a:r>
            <a:endParaRPr lang="ko-KR" altLang="en-US" sz="1200" dirty="0"/>
          </a:p>
          <a:p>
            <a:r>
              <a:rPr lang="ko-KR" altLang="en-US" sz="1200" dirty="0"/>
              <a:t>* b9c683e </a:t>
            </a:r>
            <a:r>
              <a:rPr lang="ko-KR" altLang="en-US" sz="1200" dirty="0" err="1"/>
              <a:t>docs</a:t>
            </a:r>
            <a:r>
              <a:rPr lang="ko-KR" altLang="en-US" sz="1200" dirty="0"/>
              <a:t>: </a:t>
            </a:r>
            <a:r>
              <a:rPr lang="ko-KR" altLang="en-US" sz="1200" dirty="0" err="1"/>
              <a:t>add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tutorial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workflow</a:t>
            </a:r>
            <a:r>
              <a:rPr lang="ko-KR" altLang="en-US" sz="1200" dirty="0"/>
              <a:t> </a:t>
            </a:r>
            <a:r>
              <a:rPr lang="ko-KR" altLang="en-US" sz="1200" dirty="0" err="1"/>
              <a:t>guide</a:t>
            </a:r>
            <a:endParaRPr lang="ko-KR" altLang="en-US" sz="1200" dirty="0"/>
          </a:p>
          <a:p>
            <a:r>
              <a:rPr lang="ko-KR" altLang="en-US" sz="1200" dirty="0"/>
              <a:t>* 8f90074 </a:t>
            </a:r>
            <a:r>
              <a:rPr lang="ko-KR" altLang="en-US" sz="1200" dirty="0" err="1"/>
              <a:t>docs</a:t>
            </a:r>
            <a:r>
              <a:rPr lang="ko-KR" altLang="en-US" sz="1200" dirty="0"/>
              <a:t>: </a:t>
            </a:r>
            <a:r>
              <a:rPr lang="ko-KR" altLang="en-US" sz="1200" dirty="0" err="1"/>
              <a:t>add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training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journal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note</a:t>
            </a:r>
            <a:endParaRPr lang="ko-KR" altLang="en-US" sz="1200" dirty="0"/>
          </a:p>
          <a:p>
            <a:r>
              <a:rPr lang="ko-KR" altLang="en-US" sz="1200" dirty="0"/>
              <a:t>* d116b8b ch01: </a:t>
            </a:r>
            <a:r>
              <a:rPr lang="ko-KR" altLang="en-US" sz="1200" dirty="0" err="1"/>
              <a:t>initialize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tutorial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collaboration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seed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BFD5B9-6417-9158-8A8C-9131BE56098C}"/>
              </a:ext>
            </a:extLst>
          </p:cNvPr>
          <p:cNvSpPr txBox="1"/>
          <p:nvPr/>
        </p:nvSpPr>
        <p:spPr>
          <a:xfrm>
            <a:off x="5124449" y="3462170"/>
            <a:ext cx="6991351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commit</a:t>
            </a:r>
            <a:r>
              <a:rPr lang="ko-KR" altLang="en-US" sz="1200" dirty="0"/>
              <a:t> 8d17e5165bf54b448a8fd56ff077118803105d7f (HEAD -&gt; </a:t>
            </a:r>
            <a:r>
              <a:rPr lang="ko-KR" altLang="en-US" sz="1200" dirty="0" err="1"/>
              <a:t>main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origin</a:t>
            </a:r>
            <a:r>
              <a:rPr lang="ko-KR" altLang="en-US" sz="1200" dirty="0"/>
              <a:t>/</a:t>
            </a:r>
            <a:r>
              <a:rPr lang="ko-KR" altLang="en-US" sz="1200" dirty="0" err="1"/>
              <a:t>main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origin</a:t>
            </a:r>
            <a:r>
              <a:rPr lang="ko-KR" altLang="en-US" sz="1200" dirty="0"/>
              <a:t>/HEAD)</a:t>
            </a:r>
          </a:p>
          <a:p>
            <a:r>
              <a:rPr lang="ko-KR" altLang="en-US" sz="1200" dirty="0" err="1"/>
              <a:t>Author</a:t>
            </a:r>
            <a:r>
              <a:rPr lang="ko-KR" altLang="en-US" sz="1200" dirty="0"/>
              <a:t>: Infant83 &lt;</a:t>
            </a:r>
            <a:r>
              <a:rPr lang="ko-KR" altLang="en-US" sz="1200" dirty="0" err="1"/>
              <a:t>Infant@kias.re.kr</a:t>
            </a:r>
            <a:r>
              <a:rPr lang="ko-KR" altLang="en-US" sz="1200" dirty="0"/>
              <a:t>&gt;</a:t>
            </a:r>
          </a:p>
          <a:p>
            <a:r>
              <a:rPr lang="ko-KR" altLang="en-US" sz="1200" dirty="0" err="1"/>
              <a:t>Date</a:t>
            </a:r>
            <a:r>
              <a:rPr lang="ko-KR" altLang="en-US" sz="1200" dirty="0"/>
              <a:t>:   Sun </a:t>
            </a:r>
            <a:r>
              <a:rPr lang="ko-KR" altLang="en-US" sz="1200" dirty="0" err="1"/>
              <a:t>Apr</a:t>
            </a:r>
            <a:r>
              <a:rPr lang="ko-KR" altLang="en-US" sz="1200" dirty="0"/>
              <a:t> 26 23:27:38 2026 +0900</a:t>
            </a:r>
          </a:p>
          <a:p>
            <a:endParaRPr lang="ko-KR" altLang="en-US" sz="1200" dirty="0"/>
          </a:p>
          <a:p>
            <a:r>
              <a:rPr lang="ko-KR" altLang="en-US" sz="1200" dirty="0"/>
              <a:t>    </a:t>
            </a:r>
            <a:r>
              <a:rPr lang="ko-KR" altLang="en-US" sz="1200" dirty="0" err="1"/>
              <a:t>docs</a:t>
            </a:r>
            <a:r>
              <a:rPr lang="ko-KR" altLang="en-US" sz="1200" dirty="0"/>
              <a:t>: </a:t>
            </a:r>
            <a:r>
              <a:rPr lang="ko-KR" altLang="en-US" sz="1200" dirty="0" err="1"/>
              <a:t>add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peer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fetch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practice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note</a:t>
            </a:r>
            <a:endParaRPr lang="ko-KR" altLang="en-US" sz="1200" dirty="0"/>
          </a:p>
          <a:p>
            <a:endParaRPr lang="ko-KR" altLang="en-US" sz="1200" dirty="0"/>
          </a:p>
          <a:p>
            <a:r>
              <a:rPr lang="ko-KR" altLang="en-US" sz="1200" dirty="0"/>
              <a:t> notes.txt | 1 +</a:t>
            </a:r>
          </a:p>
          <a:p>
            <a:r>
              <a:rPr lang="ko-KR" altLang="en-US" sz="1200" dirty="0"/>
              <a:t> 1 </a:t>
            </a:r>
            <a:r>
              <a:rPr lang="ko-KR" altLang="en-US" sz="1200" dirty="0" err="1"/>
              <a:t>file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changed</a:t>
            </a:r>
            <a:r>
              <a:rPr lang="ko-KR" altLang="en-US" sz="1200" dirty="0"/>
              <a:t>, 1 </a:t>
            </a:r>
            <a:r>
              <a:rPr lang="ko-KR" altLang="en-US" sz="1200" dirty="0" err="1"/>
              <a:t>insertion</a:t>
            </a:r>
            <a:r>
              <a:rPr lang="ko-KR" altLang="en-US" sz="1200" dirty="0"/>
              <a:t>(+)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FF8921-C3F0-178E-36B9-47274C8A28F1}"/>
              </a:ext>
            </a:extLst>
          </p:cNvPr>
          <p:cNvSpPr txBox="1"/>
          <p:nvPr/>
        </p:nvSpPr>
        <p:spPr>
          <a:xfrm>
            <a:off x="5124449" y="5097246"/>
            <a:ext cx="6991350" cy="16158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 err="1"/>
              <a:t>diff</a:t>
            </a:r>
            <a:r>
              <a:rPr lang="ko-KR" altLang="en-US" sz="1100" dirty="0"/>
              <a:t> --</a:t>
            </a:r>
            <a:r>
              <a:rPr lang="ko-KR" altLang="en-US" sz="1100" dirty="0" err="1"/>
              <a:t>git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a</a:t>
            </a:r>
            <a:r>
              <a:rPr lang="ko-KR" altLang="en-US" sz="1100" dirty="0"/>
              <a:t>/notes.txt </a:t>
            </a:r>
            <a:r>
              <a:rPr lang="ko-KR" altLang="en-US" sz="1100" dirty="0" err="1"/>
              <a:t>b</a:t>
            </a:r>
            <a:r>
              <a:rPr lang="ko-KR" altLang="en-US" sz="1100" dirty="0"/>
              <a:t>/notes.txt</a:t>
            </a:r>
          </a:p>
          <a:p>
            <a:r>
              <a:rPr lang="ko-KR" altLang="en-US" sz="1100" dirty="0" err="1"/>
              <a:t>index</a:t>
            </a:r>
            <a:r>
              <a:rPr lang="ko-KR" altLang="en-US" sz="1100" dirty="0"/>
              <a:t> 52a8861..74793a4 100644</a:t>
            </a:r>
          </a:p>
          <a:p>
            <a:r>
              <a:rPr lang="ko-KR" altLang="en-US" sz="1100" dirty="0"/>
              <a:t>--- </a:t>
            </a:r>
            <a:r>
              <a:rPr lang="ko-KR" altLang="en-US" sz="1100" dirty="0" err="1"/>
              <a:t>a</a:t>
            </a:r>
            <a:r>
              <a:rPr lang="ko-KR" altLang="en-US" sz="1100" dirty="0"/>
              <a:t>/notes.txt</a:t>
            </a:r>
          </a:p>
          <a:p>
            <a:r>
              <a:rPr lang="ko-KR" altLang="en-US" sz="1100" dirty="0"/>
              <a:t>+++ </a:t>
            </a:r>
            <a:r>
              <a:rPr lang="ko-KR" altLang="en-US" sz="1100" dirty="0" err="1"/>
              <a:t>b</a:t>
            </a:r>
            <a:r>
              <a:rPr lang="ko-KR" altLang="en-US" sz="1100" dirty="0"/>
              <a:t>/notes.txt</a:t>
            </a:r>
          </a:p>
          <a:p>
            <a:r>
              <a:rPr lang="ko-KR" altLang="en-US" sz="1100" dirty="0"/>
              <a:t>@@ -2,3 +2,4 @@</a:t>
            </a:r>
          </a:p>
          <a:p>
            <a:r>
              <a:rPr lang="ko-KR" altLang="en-US" sz="1100" dirty="0"/>
              <a:t> - </a:t>
            </a:r>
            <a:r>
              <a:rPr lang="ko-KR" altLang="en-US" sz="1100" dirty="0" err="1"/>
              <a:t>Checked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current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branch</a:t>
            </a:r>
            <a:r>
              <a:rPr lang="ko-KR" altLang="en-US" sz="1100" dirty="0"/>
              <a:t> </a:t>
            </a:r>
            <a:r>
              <a:rPr lang="ko-KR" altLang="en-US" sz="1100" dirty="0" err="1"/>
              <a:t>before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editing</a:t>
            </a:r>
            <a:r>
              <a:rPr lang="ko-KR" altLang="en-US" sz="1100" dirty="0"/>
              <a:t> </a:t>
            </a:r>
            <a:r>
              <a:rPr lang="ko-KR" altLang="en-US" sz="1100" dirty="0" err="1"/>
              <a:t>files</a:t>
            </a:r>
            <a:r>
              <a:rPr lang="ko-KR" altLang="en-US" sz="1100" dirty="0"/>
              <a:t>.</a:t>
            </a:r>
          </a:p>
          <a:p>
            <a:r>
              <a:rPr lang="ko-KR" altLang="en-US" sz="1100" dirty="0"/>
              <a:t> - </a:t>
            </a:r>
            <a:r>
              <a:rPr lang="ko-KR" altLang="en-US" sz="1100" dirty="0" err="1"/>
              <a:t>Compared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working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tree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with</a:t>
            </a:r>
            <a:r>
              <a:rPr lang="ko-KR" altLang="en-US" sz="1100" dirty="0"/>
              <a:t> </a:t>
            </a:r>
            <a:r>
              <a:rPr lang="ko-KR" altLang="en-US" sz="1100" dirty="0" err="1"/>
              <a:t>staged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changes</a:t>
            </a:r>
            <a:r>
              <a:rPr lang="ko-KR" altLang="en-US" sz="1100" dirty="0"/>
              <a:t>.</a:t>
            </a:r>
          </a:p>
          <a:p>
            <a:r>
              <a:rPr lang="ko-KR" altLang="en-US" sz="1100" dirty="0"/>
              <a:t> - </a:t>
            </a:r>
            <a:r>
              <a:rPr lang="ko-KR" altLang="en-US" sz="1100" dirty="0" err="1"/>
              <a:t>Verified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upstream</a:t>
            </a:r>
            <a:r>
              <a:rPr lang="ko-KR" altLang="en-US" sz="1100" dirty="0"/>
              <a:t> </a:t>
            </a:r>
            <a:r>
              <a:rPr lang="ko-KR" altLang="en-US" sz="1100" dirty="0" err="1"/>
              <a:t>before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push</a:t>
            </a:r>
            <a:r>
              <a:rPr lang="ko-KR" altLang="en-US" sz="1100" dirty="0"/>
              <a:t>.</a:t>
            </a:r>
          </a:p>
          <a:p>
            <a:r>
              <a:rPr lang="ko-KR" altLang="en-US" sz="1100" dirty="0"/>
              <a:t>+- </a:t>
            </a:r>
            <a:r>
              <a:rPr lang="ko-KR" altLang="en-US" sz="1100" dirty="0" err="1"/>
              <a:t>Peer</a:t>
            </a:r>
            <a:r>
              <a:rPr lang="ko-KR" altLang="en-US" sz="1100" dirty="0"/>
              <a:t> </a:t>
            </a:r>
            <a:r>
              <a:rPr lang="ko-KR" altLang="en-US" sz="1100" dirty="0" err="1"/>
              <a:t>added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a</a:t>
            </a:r>
            <a:r>
              <a:rPr lang="ko-KR" altLang="en-US" sz="1100" dirty="0"/>
              <a:t> </a:t>
            </a:r>
            <a:r>
              <a:rPr lang="ko-KR" altLang="en-US" sz="1100" dirty="0" err="1"/>
              <a:t>remote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update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for</a:t>
            </a:r>
            <a:r>
              <a:rPr lang="ko-KR" altLang="en-US" sz="1100" dirty="0"/>
              <a:t> </a:t>
            </a:r>
            <a:r>
              <a:rPr lang="ko-KR" altLang="en-US" sz="1100" dirty="0" err="1"/>
              <a:t>fetch</a:t>
            </a:r>
            <a:r>
              <a:rPr lang="ko-KR" altLang="en-US" sz="1100" dirty="0"/>
              <a:t> </a:t>
            </a:r>
            <a:r>
              <a:rPr lang="ko-KR" altLang="en-US" sz="1100" dirty="0" err="1"/>
              <a:t>practice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7C3084-20E7-5F3F-6BEA-25EC7D2115EF}"/>
              </a:ext>
            </a:extLst>
          </p:cNvPr>
          <p:cNvSpPr txBox="1"/>
          <p:nvPr/>
        </p:nvSpPr>
        <p:spPr>
          <a:xfrm>
            <a:off x="8115300" y="566241"/>
            <a:ext cx="4076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 </a:t>
            </a:r>
            <a:r>
              <a:rPr lang="ko-KR" altLang="en-US" dirty="0" err="1"/>
              <a:t>log</a:t>
            </a:r>
            <a:r>
              <a:rPr lang="ko-KR" altLang="en-US" dirty="0"/>
              <a:t> = </a:t>
            </a:r>
            <a:r>
              <a:rPr lang="ko-KR" altLang="en-US" dirty="0" err="1"/>
              <a:t>commit</a:t>
            </a:r>
            <a:r>
              <a:rPr lang="ko-KR" altLang="en-US" dirty="0"/>
              <a:t> </a:t>
            </a:r>
            <a:r>
              <a:rPr lang="ko-KR" altLang="en-US" dirty="0" err="1"/>
              <a:t>history의</a:t>
            </a:r>
            <a:r>
              <a:rPr lang="ko-KR" altLang="en-US" dirty="0"/>
              <a:t> 흐름</a:t>
            </a:r>
          </a:p>
          <a:p>
            <a:r>
              <a:rPr lang="ko-KR" altLang="en-US" dirty="0"/>
              <a:t> </a:t>
            </a:r>
            <a:r>
              <a:rPr lang="ko-KR" altLang="en-US" dirty="0" err="1"/>
              <a:t>show</a:t>
            </a:r>
            <a:r>
              <a:rPr lang="ko-KR" altLang="en-US" dirty="0"/>
              <a:t> --</a:t>
            </a:r>
            <a:r>
              <a:rPr lang="ko-KR" altLang="en-US" dirty="0" err="1"/>
              <a:t>stat</a:t>
            </a:r>
            <a:r>
              <a:rPr lang="ko-KR" altLang="en-US" dirty="0"/>
              <a:t> = 특정 </a:t>
            </a:r>
            <a:r>
              <a:rPr lang="ko-KR" altLang="en-US" dirty="0" err="1"/>
              <a:t>commit이</a:t>
            </a:r>
            <a:r>
              <a:rPr lang="ko-KR" altLang="en-US" dirty="0"/>
              <a:t> 건드린 파일과 변경 규모 요약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B47757-E676-0599-F165-998107750880}"/>
              </a:ext>
            </a:extLst>
          </p:cNvPr>
          <p:cNvSpPr txBox="1"/>
          <p:nvPr/>
        </p:nvSpPr>
        <p:spPr>
          <a:xfrm>
            <a:off x="1113692" y="4497082"/>
            <a:ext cx="385200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/>
              <a:t>show</a:t>
            </a:r>
            <a:r>
              <a:rPr lang="ko-KR" altLang="en-US" sz="1100" dirty="0"/>
              <a:t> --</a:t>
            </a:r>
            <a:r>
              <a:rPr lang="ko-KR" altLang="en-US" sz="1100" dirty="0" err="1"/>
              <a:t>stat은</a:t>
            </a:r>
            <a:r>
              <a:rPr lang="ko-KR" altLang="en-US" sz="1100" dirty="0"/>
              <a:t> “얼마나 </a:t>
            </a:r>
            <a:r>
              <a:rPr lang="ko-KR" altLang="en-US" sz="1100" dirty="0" err="1"/>
              <a:t>바뀌었는가”를</a:t>
            </a:r>
            <a:r>
              <a:rPr lang="ko-KR" altLang="en-US" sz="1100" dirty="0"/>
              <a:t> 보여주고,</a:t>
            </a:r>
          </a:p>
          <a:p>
            <a:r>
              <a:rPr lang="ko-KR" altLang="en-US" sz="1100" dirty="0" err="1"/>
              <a:t>show</a:t>
            </a:r>
            <a:r>
              <a:rPr lang="ko-KR" altLang="en-US" sz="1100" dirty="0"/>
              <a:t> </a:t>
            </a:r>
            <a:r>
              <a:rPr lang="ko-KR" altLang="en-US" sz="1100" dirty="0" err="1"/>
              <a:t>HEAD는</a:t>
            </a:r>
            <a:r>
              <a:rPr lang="ko-KR" altLang="en-US" sz="1100" dirty="0"/>
              <a:t> “정확히 어떤 줄이 </a:t>
            </a:r>
            <a:r>
              <a:rPr lang="ko-KR" altLang="en-US" sz="1100" dirty="0" err="1"/>
              <a:t>바뀌었는가”를</a:t>
            </a:r>
            <a:r>
              <a:rPr lang="ko-KR" altLang="en-US" sz="1100" dirty="0"/>
              <a:t> 보여줌</a:t>
            </a:r>
          </a:p>
        </p:txBody>
      </p:sp>
    </p:spTree>
    <p:extLst>
      <p:ext uri="{BB962C8B-B14F-4D97-AF65-F5344CB8AC3E}">
        <p14:creationId xmlns:p14="http://schemas.microsoft.com/office/powerpoint/2010/main" val="3750592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29DD10-C449-39BF-FCD4-CBCF27829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3675"/>
            <a:ext cx="10515600" cy="1325563"/>
          </a:xfrm>
        </p:spPr>
        <p:txBody>
          <a:bodyPr/>
          <a:lstStyle/>
          <a:p>
            <a:r>
              <a:rPr lang="en-US" altLang="ko-KR" dirty="0"/>
              <a:t>Step</a:t>
            </a:r>
            <a:r>
              <a:rPr lang="ko-KR" altLang="en-US" dirty="0"/>
              <a:t> </a:t>
            </a:r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release</a:t>
            </a:r>
            <a:r>
              <a:rPr lang="ko-KR" altLang="en-US" dirty="0"/>
              <a:t> </a:t>
            </a:r>
            <a:r>
              <a:rPr lang="en-US" altLang="ko-KR" dirty="0"/>
              <a:t>notes</a:t>
            </a:r>
            <a:r>
              <a:rPr lang="ko-KR" altLang="en-US" dirty="0"/>
              <a:t> 추가 후</a:t>
            </a:r>
            <a:r>
              <a:rPr lang="en-US" altLang="ko-KR" dirty="0"/>
              <a:t> tag </a:t>
            </a:r>
            <a:r>
              <a:rPr lang="ko-KR" altLang="en-US" dirty="0"/>
              <a:t>찍기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8446F9-123F-5CDA-322C-14A6112AD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6825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>
              <a:spcBef>
                <a:spcPts val="0"/>
              </a:spcBef>
            </a:pPr>
            <a:r>
              <a:rPr lang="en-US" altLang="ko-KR" dirty="0"/>
              <a:t> Copy-Item "C:\Users\angpa\myProjects\Daily_Work\GitLab-Manual\GitLab-Onboarding-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Lectures\tutorials\CH03-History-Inspection-and-Recovery\assets\docs\release-notes-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draft.md" .\docs\release-notes-draft.md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</a:t>
            </a:r>
            <a:r>
              <a:rPr lang="ko-KR" altLang="en-US" dirty="0"/>
              <a:t>그 다음 상태와 내용을 확인합니다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git status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Get-Content .\docs\release-notes-draft.md</a:t>
            </a:r>
          </a:p>
          <a:p>
            <a:pPr>
              <a:spcBef>
                <a:spcPts val="0"/>
              </a:spcBef>
            </a:pPr>
            <a:r>
              <a:rPr lang="ko-KR" altLang="en-US" dirty="0"/>
              <a:t>그 다음 </a:t>
            </a:r>
            <a:r>
              <a:rPr lang="en-US" altLang="ko-KR" dirty="0"/>
              <a:t>staging</a:t>
            </a:r>
            <a:r>
              <a:rPr lang="ko-KR" altLang="en-US" dirty="0"/>
              <a:t>과 </a:t>
            </a:r>
            <a:r>
              <a:rPr lang="en-US" altLang="ko-KR" dirty="0"/>
              <a:t>commit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  git add .\docs\release-notes-draft.md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diff --staged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commit -m "docs: add release notes draft“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show --stat HEAD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-5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git tag v.0.1.0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show –stat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status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log –</a:t>
            </a:r>
            <a:r>
              <a:rPr lang="en-US" altLang="ko-KR" dirty="0" err="1"/>
              <a:t>oneline</a:t>
            </a:r>
            <a:endParaRPr lang="en-US" altLang="ko-KR" dirty="0"/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git push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push origin v0.1.0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status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log –</a:t>
            </a:r>
            <a:r>
              <a:rPr lang="en-US" altLang="ko-KR" dirty="0" err="1"/>
              <a:t>oneline</a:t>
            </a:r>
            <a:r>
              <a:rPr lang="en-US" altLang="ko-KR" dirty="0"/>
              <a:t> –decorate -5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ls-remote –tags origin</a:t>
            </a:r>
          </a:p>
          <a:p>
            <a:pPr>
              <a:spcBef>
                <a:spcPts val="0"/>
              </a:spcBef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0BA647-9D73-9F8D-368D-B4CCA1532ED4}"/>
              </a:ext>
            </a:extLst>
          </p:cNvPr>
          <p:cNvSpPr txBox="1"/>
          <p:nvPr/>
        </p:nvSpPr>
        <p:spPr>
          <a:xfrm>
            <a:off x="6883400" y="2500868"/>
            <a:ext cx="36703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Concept</a:t>
            </a:r>
            <a:r>
              <a:rPr lang="ko-KR" altLang="en-US" dirty="0"/>
              <a:t>: </a:t>
            </a:r>
            <a:r>
              <a:rPr lang="ko-KR" altLang="en-US" dirty="0" err="1"/>
              <a:t>tag란</a:t>
            </a:r>
            <a:r>
              <a:rPr lang="ko-KR" altLang="en-US" dirty="0"/>
              <a:t> 무엇인가</a:t>
            </a:r>
            <a:endParaRPr lang="en-US" altLang="ko-KR" dirty="0"/>
          </a:p>
          <a:p>
            <a:r>
              <a:rPr lang="en-US" altLang="ko-KR" dirty="0"/>
              <a:t>tag</a:t>
            </a:r>
            <a:r>
              <a:rPr lang="ko-KR" altLang="en-US" dirty="0"/>
              <a:t>는 특정 </a:t>
            </a:r>
            <a:r>
              <a:rPr lang="en-US" altLang="ko-KR" dirty="0"/>
              <a:t>commit</a:t>
            </a:r>
            <a:r>
              <a:rPr lang="ko-KR" altLang="en-US" dirty="0"/>
              <a:t>에 붙이는 이름표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919E6-F392-F79B-9CAE-1C3075DBC2FB}"/>
              </a:ext>
            </a:extLst>
          </p:cNvPr>
          <p:cNvSpPr txBox="1"/>
          <p:nvPr/>
        </p:nvSpPr>
        <p:spPr>
          <a:xfrm>
            <a:off x="4191000" y="4553635"/>
            <a:ext cx="6743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git log -1</a:t>
            </a:r>
          </a:p>
          <a:p>
            <a:r>
              <a:rPr lang="ko-KR" altLang="en-US" sz="1200" dirty="0"/>
              <a:t>ddf22bf (HEAD -&gt; </a:t>
            </a:r>
            <a:r>
              <a:rPr lang="ko-KR" altLang="en-US" sz="1200" dirty="0" err="1"/>
              <a:t>main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tag</a:t>
            </a:r>
            <a:r>
              <a:rPr lang="ko-KR" altLang="en-US" sz="1200" dirty="0"/>
              <a:t>: v0.1.0, </a:t>
            </a:r>
            <a:r>
              <a:rPr lang="ko-KR" altLang="en-US" sz="1200" dirty="0" err="1"/>
              <a:t>origin</a:t>
            </a:r>
            <a:r>
              <a:rPr lang="ko-KR" altLang="en-US" sz="1200" dirty="0"/>
              <a:t>/</a:t>
            </a:r>
            <a:r>
              <a:rPr lang="ko-KR" altLang="en-US" sz="1200" dirty="0" err="1"/>
              <a:t>main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origin</a:t>
            </a:r>
            <a:r>
              <a:rPr lang="ko-KR" altLang="en-US" sz="1200" dirty="0"/>
              <a:t>/HEAD) </a:t>
            </a:r>
            <a:r>
              <a:rPr lang="ko-KR" altLang="en-US" sz="1200" dirty="0" err="1"/>
              <a:t>docs</a:t>
            </a:r>
            <a:r>
              <a:rPr lang="ko-KR" altLang="en-US" sz="1200" dirty="0"/>
              <a:t>: </a:t>
            </a:r>
            <a:r>
              <a:rPr lang="ko-KR" altLang="en-US" sz="1200" dirty="0" err="1"/>
              <a:t>add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release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notes</a:t>
            </a:r>
            <a:r>
              <a:rPr lang="ko-KR" altLang="en-US" sz="1200" dirty="0"/>
              <a:t> </a:t>
            </a:r>
            <a:r>
              <a:rPr lang="ko-KR" altLang="en-US" sz="1200" dirty="0" err="1"/>
              <a:t>draft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47C5C2-3CFE-35D8-43CD-D77587E90C52}"/>
              </a:ext>
            </a:extLst>
          </p:cNvPr>
          <p:cNvSpPr txBox="1"/>
          <p:nvPr/>
        </p:nvSpPr>
        <p:spPr>
          <a:xfrm>
            <a:off x="4191000" y="5101288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/>
              <a:t>git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ls-remote</a:t>
            </a:r>
            <a:r>
              <a:rPr lang="ko-KR" altLang="en-US" sz="1100" dirty="0"/>
              <a:t> --</a:t>
            </a:r>
            <a:r>
              <a:rPr lang="ko-KR" altLang="en-US" sz="1100" dirty="0" err="1"/>
              <a:t>tags</a:t>
            </a:r>
            <a:r>
              <a:rPr lang="ko-KR" altLang="en-US" sz="1100" dirty="0"/>
              <a:t> </a:t>
            </a:r>
            <a:r>
              <a:rPr lang="ko-KR" altLang="en-US" sz="1100" dirty="0" err="1"/>
              <a:t>origin</a:t>
            </a:r>
            <a:endParaRPr lang="ko-KR" altLang="en-US" sz="1100" dirty="0"/>
          </a:p>
          <a:p>
            <a:r>
              <a:rPr lang="ko-KR" altLang="en-US" sz="1100" dirty="0"/>
              <a:t>ddf22bfcc644a856ded4d27d15bf56fd46e334ad        </a:t>
            </a:r>
            <a:r>
              <a:rPr lang="ko-KR" altLang="en-US" sz="1100" dirty="0" err="1"/>
              <a:t>refs</a:t>
            </a:r>
            <a:r>
              <a:rPr lang="ko-KR" altLang="en-US" sz="1100" dirty="0"/>
              <a:t>/</a:t>
            </a:r>
            <a:r>
              <a:rPr lang="ko-KR" altLang="en-US" sz="1100" dirty="0" err="1"/>
              <a:t>tags</a:t>
            </a:r>
            <a:r>
              <a:rPr lang="ko-KR" altLang="en-US" sz="1100" dirty="0"/>
              <a:t>/v0.1.0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C9A3CB-9F0F-B7D4-05D9-63BE34C8E3ED}"/>
              </a:ext>
            </a:extLst>
          </p:cNvPr>
          <p:cNvSpPr txBox="1"/>
          <p:nvPr/>
        </p:nvSpPr>
        <p:spPr>
          <a:xfrm>
            <a:off x="927100" y="5628883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 </a:t>
            </a:r>
            <a:r>
              <a:rPr lang="ko-KR" altLang="en-US" sz="1100" dirty="0" err="1"/>
              <a:t>tag</a:t>
            </a:r>
            <a:r>
              <a:rPr lang="ko-KR" altLang="en-US" sz="1100" dirty="0"/>
              <a:t> 핵심 정리</a:t>
            </a:r>
          </a:p>
          <a:p>
            <a:endParaRPr lang="ko-KR" altLang="en-US" sz="1100" dirty="0"/>
          </a:p>
          <a:p>
            <a:r>
              <a:rPr lang="ko-KR" altLang="en-US" sz="1100" dirty="0"/>
              <a:t>  - </a:t>
            </a:r>
            <a:r>
              <a:rPr lang="ko-KR" altLang="en-US" sz="1100" dirty="0" err="1"/>
              <a:t>main은</a:t>
            </a:r>
            <a:r>
              <a:rPr lang="ko-KR" altLang="en-US" sz="1100" dirty="0"/>
              <a:t> 계속 움직이는 </a:t>
            </a:r>
            <a:r>
              <a:rPr lang="ko-KR" altLang="en-US" sz="1100" dirty="0" err="1"/>
              <a:t>branch입니다</a:t>
            </a:r>
            <a:r>
              <a:rPr lang="ko-KR" altLang="en-US" sz="1100" dirty="0"/>
              <a:t>.</a:t>
            </a:r>
          </a:p>
          <a:p>
            <a:r>
              <a:rPr lang="ko-KR" altLang="en-US" sz="1100" dirty="0"/>
              <a:t>  - v0.1.0은 특정 </a:t>
            </a:r>
            <a:r>
              <a:rPr lang="ko-KR" altLang="en-US" sz="1100" dirty="0" err="1"/>
              <a:t>commit에</a:t>
            </a:r>
            <a:r>
              <a:rPr lang="ko-KR" altLang="en-US" sz="1100" dirty="0"/>
              <a:t> 고정된 이름표입니다.</a:t>
            </a:r>
          </a:p>
          <a:p>
            <a:r>
              <a:rPr lang="ko-KR" altLang="en-US" sz="1100" dirty="0"/>
              <a:t>  - 그래서 나중에 </a:t>
            </a:r>
            <a:r>
              <a:rPr lang="ko-KR" altLang="en-US" sz="1100" dirty="0" err="1"/>
              <a:t>main이</a:t>
            </a:r>
            <a:r>
              <a:rPr lang="ko-KR" altLang="en-US" sz="1100" dirty="0"/>
              <a:t> 더 앞으로 가도 v0.1.0은 계속 ddf22bf를 가리킵니다.</a:t>
            </a:r>
          </a:p>
          <a:p>
            <a:r>
              <a:rPr lang="ko-KR" altLang="en-US" sz="1100" dirty="0"/>
              <a:t>  - </a:t>
            </a:r>
            <a:r>
              <a:rPr lang="ko-KR" altLang="en-US" sz="1100" dirty="0" err="1"/>
              <a:t>release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point</a:t>
            </a:r>
            <a:r>
              <a:rPr lang="ko-KR" altLang="en-US" sz="1100" dirty="0"/>
              <a:t>, 데모 기준점, </a:t>
            </a:r>
            <a:r>
              <a:rPr lang="ko-KR" altLang="en-US" sz="1100" dirty="0" err="1"/>
              <a:t>rollback</a:t>
            </a:r>
            <a:r>
              <a:rPr lang="ko-KR" altLang="en-US" sz="1100" dirty="0"/>
              <a:t> 기준점으로 </a:t>
            </a:r>
            <a:r>
              <a:rPr lang="ko-KR" altLang="en-US" sz="1100" dirty="0" err="1"/>
              <a:t>tag를</a:t>
            </a:r>
            <a:r>
              <a:rPr lang="ko-KR" altLang="en-US" sz="1100" dirty="0"/>
              <a:t> 씁니다.</a:t>
            </a:r>
          </a:p>
        </p:txBody>
      </p:sp>
    </p:spTree>
    <p:extLst>
      <p:ext uri="{BB962C8B-B14F-4D97-AF65-F5344CB8AC3E}">
        <p14:creationId xmlns:p14="http://schemas.microsoft.com/office/powerpoint/2010/main" val="932378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308A92-017D-2A88-4B79-DF0CFD3A8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942"/>
            <a:ext cx="10515600" cy="1325563"/>
          </a:xfrm>
        </p:spPr>
        <p:txBody>
          <a:bodyPr/>
          <a:lstStyle/>
          <a:p>
            <a:r>
              <a:rPr lang="en-US" altLang="ko-KR" dirty="0"/>
              <a:t>Step 3. stash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1E913F-CDAC-A45F-C0E6-0A8A746B5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6264"/>
            <a:ext cx="10515600" cy="435133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ko-KR" sz="1600" dirty="0"/>
              <a:t>stash</a:t>
            </a:r>
            <a:r>
              <a:rPr lang="ko-KR" altLang="en-US" sz="1600" dirty="0"/>
              <a:t>는 “아직 </a:t>
            </a:r>
            <a:r>
              <a:rPr lang="en-US" altLang="ko-KR" sz="1600" dirty="0"/>
              <a:t>commit</a:t>
            </a:r>
            <a:r>
              <a:rPr lang="ko-KR" altLang="en-US" sz="1600" dirty="0"/>
              <a:t>하기 애매한 </a:t>
            </a:r>
            <a:endParaRPr lang="en-US" altLang="ko-KR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ko-KR" sz="1600" dirty="0"/>
              <a:t>  </a:t>
            </a:r>
            <a:r>
              <a:rPr lang="ko-KR" altLang="en-US" sz="1600" dirty="0"/>
              <a:t>작업을 잠깐 치워 두는 임시 보관함”</a:t>
            </a:r>
            <a:endParaRPr lang="en-US" altLang="ko-KR" sz="1600" dirty="0"/>
          </a:p>
          <a:p>
            <a:pPr marL="0" indent="0">
              <a:spcBef>
                <a:spcPts val="0"/>
              </a:spcBef>
              <a:buNone/>
            </a:pPr>
            <a:endParaRPr lang="en-US" altLang="ko-KR" sz="1600" dirty="0"/>
          </a:p>
          <a:p>
            <a:pPr marL="0" indent="0">
              <a:spcBef>
                <a:spcPts val="0"/>
              </a:spcBef>
              <a:buNone/>
            </a:pPr>
            <a:r>
              <a:rPr lang="ko-KR" altLang="en-US" sz="1600" dirty="0"/>
              <a:t>일부러 작업 중 변경을 만듭니다</a:t>
            </a:r>
            <a:r>
              <a:rPr lang="en-US" altLang="ko-KR" sz="1600" dirty="0"/>
              <a:t>.</a:t>
            </a:r>
          </a:p>
          <a:p>
            <a:pPr>
              <a:spcBef>
                <a:spcPts val="0"/>
              </a:spcBef>
            </a:pPr>
            <a:r>
              <a:rPr lang="en-US" altLang="ko-KR" sz="1600" dirty="0"/>
              <a:t>  Add-Content .\README.md "`nCH03 temporary note for stash practice."</a:t>
            </a:r>
          </a:p>
          <a:p>
            <a:pPr>
              <a:spcBef>
                <a:spcPts val="0"/>
              </a:spcBef>
            </a:pPr>
            <a:r>
              <a:rPr lang="en-US" altLang="ko-KR" sz="1600" dirty="0"/>
              <a:t>  git status</a:t>
            </a:r>
          </a:p>
          <a:p>
            <a:pPr>
              <a:spcBef>
                <a:spcPts val="0"/>
              </a:spcBef>
            </a:pPr>
            <a:r>
              <a:rPr lang="en-US" altLang="ko-KR" sz="1600" dirty="0"/>
              <a:t>  git diff .\README.md</a:t>
            </a:r>
          </a:p>
          <a:p>
            <a:pPr>
              <a:spcBef>
                <a:spcPts val="0"/>
              </a:spcBef>
            </a:pPr>
            <a:endParaRPr lang="en-US" altLang="ko-KR" sz="1600" dirty="0"/>
          </a:p>
          <a:p>
            <a:pPr>
              <a:spcBef>
                <a:spcPts val="0"/>
              </a:spcBef>
            </a:pPr>
            <a:r>
              <a:rPr lang="en-US" altLang="ko-KR" sz="1600" dirty="0"/>
              <a:t>git stash push -m "</a:t>
            </a:r>
            <a:r>
              <a:rPr lang="en-US" altLang="ko-KR" sz="1600" dirty="0" err="1"/>
              <a:t>wip</a:t>
            </a:r>
            <a:r>
              <a:rPr lang="en-US" altLang="ko-KR" sz="1600" dirty="0"/>
              <a:t> before history recovery practice“</a:t>
            </a:r>
          </a:p>
          <a:p>
            <a:pPr>
              <a:spcBef>
                <a:spcPts val="0"/>
              </a:spcBef>
            </a:pPr>
            <a:r>
              <a:rPr lang="en-US" altLang="ko-KR" sz="1600" dirty="0"/>
              <a:t>git status</a:t>
            </a:r>
          </a:p>
          <a:p>
            <a:pPr>
              <a:spcBef>
                <a:spcPts val="0"/>
              </a:spcBef>
            </a:pPr>
            <a:r>
              <a:rPr lang="en-US" altLang="ko-KR" sz="1600" dirty="0"/>
              <a:t>git stash list</a:t>
            </a:r>
          </a:p>
          <a:p>
            <a:pPr>
              <a:spcBef>
                <a:spcPts val="0"/>
              </a:spcBef>
            </a:pPr>
            <a:r>
              <a:rPr lang="en-US" altLang="ko-KR" sz="1600" dirty="0"/>
              <a:t>git stash show -p "stash@{0}“  </a:t>
            </a:r>
          </a:p>
          <a:p>
            <a:pPr>
              <a:spcBef>
                <a:spcPts val="0"/>
              </a:spcBef>
            </a:pPr>
            <a:endParaRPr lang="en-US" altLang="ko-KR" sz="1600" dirty="0"/>
          </a:p>
          <a:p>
            <a:pPr>
              <a:spcBef>
                <a:spcPts val="0"/>
              </a:spcBef>
            </a:pPr>
            <a:r>
              <a:rPr lang="ko-KR" altLang="en-US" sz="1600" dirty="0"/>
              <a:t>이제 다시 </a:t>
            </a:r>
            <a:r>
              <a:rPr lang="en-US" altLang="ko-KR" sz="1600" dirty="0"/>
              <a:t>stash </a:t>
            </a:r>
            <a:r>
              <a:rPr lang="ko-KR" altLang="en-US" sz="1600" dirty="0"/>
              <a:t>를 꺼냅니다</a:t>
            </a:r>
            <a:endParaRPr lang="en-US" altLang="ko-KR" sz="1600" dirty="0"/>
          </a:p>
          <a:p>
            <a:pPr>
              <a:spcBef>
                <a:spcPts val="0"/>
              </a:spcBef>
            </a:pPr>
            <a:r>
              <a:rPr lang="en-US" altLang="ko-KR" sz="1600" dirty="0"/>
              <a:t>git stash pop “stash@{0}”</a:t>
            </a:r>
          </a:p>
          <a:p>
            <a:pPr>
              <a:spcBef>
                <a:spcPts val="0"/>
              </a:spcBef>
            </a:pPr>
            <a:r>
              <a:rPr lang="en-US" altLang="ko-KR" sz="1600" dirty="0"/>
              <a:t>git status</a:t>
            </a:r>
          </a:p>
          <a:p>
            <a:pPr>
              <a:spcBef>
                <a:spcPts val="0"/>
              </a:spcBef>
            </a:pPr>
            <a:r>
              <a:rPr lang="en-US" altLang="ko-KR" sz="1600" dirty="0"/>
              <a:t>git diff ./README.md</a:t>
            </a:r>
          </a:p>
          <a:p>
            <a:pPr>
              <a:spcBef>
                <a:spcPts val="0"/>
              </a:spcBef>
            </a:pPr>
            <a:r>
              <a:rPr lang="en-US" altLang="ko-KR" sz="1600" dirty="0"/>
              <a:t>git stash list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D5357D-4B8D-FC0A-31FE-ADF663DBEAAB}"/>
              </a:ext>
            </a:extLst>
          </p:cNvPr>
          <p:cNvSpPr txBox="1"/>
          <p:nvPr/>
        </p:nvSpPr>
        <p:spPr>
          <a:xfrm>
            <a:off x="4805363" y="394096"/>
            <a:ext cx="34163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 상황</a:t>
            </a:r>
          </a:p>
          <a:p>
            <a:r>
              <a:rPr lang="ko-KR" altLang="en-US" dirty="0"/>
              <a:t>  </a:t>
            </a:r>
            <a:r>
              <a:rPr lang="ko-KR" altLang="en-US" dirty="0" err="1"/>
              <a:t>README.md를</a:t>
            </a:r>
            <a:r>
              <a:rPr lang="ko-KR" altLang="en-US" dirty="0"/>
              <a:t> 수정하던 중</a:t>
            </a:r>
          </a:p>
          <a:p>
            <a:r>
              <a:rPr lang="ko-KR" altLang="en-US" dirty="0"/>
              <a:t>  갑자기 다른 작업을 해야 함</a:t>
            </a:r>
          </a:p>
          <a:p>
            <a:r>
              <a:rPr lang="ko-KR" altLang="en-US" dirty="0"/>
              <a:t>  아직 </a:t>
            </a:r>
            <a:r>
              <a:rPr lang="ko-KR" altLang="en-US" dirty="0" err="1"/>
              <a:t>commit하기는</a:t>
            </a:r>
            <a:r>
              <a:rPr lang="ko-KR" altLang="en-US" dirty="0"/>
              <a:t> 애매함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B016D-1CCD-C911-3B4C-3A64B7032E90}"/>
              </a:ext>
            </a:extLst>
          </p:cNvPr>
          <p:cNvSpPr txBox="1"/>
          <p:nvPr/>
        </p:nvSpPr>
        <p:spPr>
          <a:xfrm>
            <a:off x="5042266" y="2426593"/>
            <a:ext cx="6432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stash</a:t>
            </a:r>
            <a:r>
              <a:rPr lang="ko-KR" altLang="en-US" dirty="0"/>
              <a:t>@{0}: </a:t>
            </a:r>
            <a:r>
              <a:rPr lang="ko-KR" altLang="en-US" dirty="0" err="1"/>
              <a:t>On</a:t>
            </a:r>
            <a:r>
              <a:rPr lang="ko-KR" altLang="en-US" dirty="0"/>
              <a:t> </a:t>
            </a:r>
            <a:r>
              <a:rPr lang="ko-KR" altLang="en-US" dirty="0" err="1"/>
              <a:t>main</a:t>
            </a:r>
            <a:r>
              <a:rPr lang="ko-KR" altLang="en-US" dirty="0"/>
              <a:t>: </a:t>
            </a:r>
            <a:r>
              <a:rPr lang="ko-KR" altLang="en-US" dirty="0" err="1"/>
              <a:t>wip</a:t>
            </a:r>
            <a:r>
              <a:rPr lang="ko-KR" altLang="en-US" dirty="0"/>
              <a:t> </a:t>
            </a:r>
            <a:r>
              <a:rPr lang="ko-KR" altLang="en-US" dirty="0" err="1"/>
              <a:t>before</a:t>
            </a:r>
            <a:r>
              <a:rPr lang="ko-KR" altLang="en-US" dirty="0"/>
              <a:t> </a:t>
            </a:r>
            <a:r>
              <a:rPr lang="ko-KR" altLang="en-US" dirty="0" err="1"/>
              <a:t>history</a:t>
            </a:r>
            <a:r>
              <a:rPr lang="ko-KR" altLang="en-US" dirty="0"/>
              <a:t> </a:t>
            </a:r>
            <a:r>
              <a:rPr lang="ko-KR" altLang="en-US" dirty="0" err="1"/>
              <a:t>recovery</a:t>
            </a:r>
            <a:r>
              <a:rPr lang="ko-KR" altLang="en-US" dirty="0"/>
              <a:t> </a:t>
            </a:r>
            <a:r>
              <a:rPr lang="ko-KR" altLang="en-US" dirty="0" err="1"/>
              <a:t>practice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0ED241-120F-9EF4-B54B-E2F5A485C03D}"/>
              </a:ext>
            </a:extLst>
          </p:cNvPr>
          <p:cNvSpPr txBox="1"/>
          <p:nvPr/>
        </p:nvSpPr>
        <p:spPr>
          <a:xfrm>
            <a:off x="5605340" y="3401933"/>
            <a:ext cx="6096000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/>
              <a:t> </a:t>
            </a:r>
            <a:r>
              <a:rPr lang="ko-KR" altLang="en-US" sz="1200" dirty="0" err="1"/>
              <a:t>stash</a:t>
            </a:r>
            <a:r>
              <a:rPr lang="ko-KR" altLang="en-US" sz="1200" dirty="0"/>
              <a:t> 핵심 정리</a:t>
            </a:r>
          </a:p>
          <a:p>
            <a:endParaRPr lang="ko-KR" altLang="en-US" sz="1200" dirty="0"/>
          </a:p>
          <a:p>
            <a:r>
              <a:rPr lang="ko-KR" altLang="en-US" sz="1200" dirty="0"/>
              <a:t>  - </a:t>
            </a:r>
            <a:r>
              <a:rPr lang="ko-KR" altLang="en-US" sz="1200" dirty="0" err="1"/>
              <a:t>git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stash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push</a:t>
            </a:r>
            <a:r>
              <a:rPr lang="ko-KR" altLang="en-US" sz="1200" dirty="0"/>
              <a:t> -</a:t>
            </a:r>
            <a:r>
              <a:rPr lang="ko-KR" altLang="en-US" sz="1200" dirty="0" err="1"/>
              <a:t>m</a:t>
            </a:r>
            <a:r>
              <a:rPr lang="ko-KR" altLang="en-US" sz="1200" dirty="0"/>
              <a:t> "</a:t>
            </a:r>
            <a:r>
              <a:rPr lang="ko-KR" altLang="en-US" sz="1200" dirty="0" err="1"/>
              <a:t>message</a:t>
            </a:r>
            <a:r>
              <a:rPr lang="ko-KR" altLang="en-US" sz="1200" dirty="0"/>
              <a:t>": 현재 </a:t>
            </a:r>
            <a:r>
              <a:rPr lang="ko-KR" altLang="en-US" sz="1200" dirty="0" err="1"/>
              <a:t>working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tree</a:t>
            </a:r>
            <a:r>
              <a:rPr lang="ko-KR" altLang="en-US" sz="1200" dirty="0"/>
              <a:t> 변경을 임시 보관</a:t>
            </a:r>
          </a:p>
          <a:p>
            <a:r>
              <a:rPr lang="ko-KR" altLang="en-US" sz="1200" dirty="0"/>
              <a:t>  - </a:t>
            </a:r>
            <a:r>
              <a:rPr lang="ko-KR" altLang="en-US" sz="1200" dirty="0" err="1"/>
              <a:t>git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stash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list</a:t>
            </a:r>
            <a:r>
              <a:rPr lang="ko-KR" altLang="en-US" sz="1200" dirty="0"/>
              <a:t>: </a:t>
            </a:r>
            <a:r>
              <a:rPr lang="ko-KR" altLang="en-US" sz="1200" dirty="0" err="1"/>
              <a:t>stash</a:t>
            </a:r>
            <a:r>
              <a:rPr lang="ko-KR" altLang="en-US" sz="1200" dirty="0"/>
              <a:t> 목록 확인</a:t>
            </a:r>
          </a:p>
          <a:p>
            <a:r>
              <a:rPr lang="ko-KR" altLang="en-US" sz="1200" dirty="0"/>
              <a:t>  - </a:t>
            </a:r>
            <a:r>
              <a:rPr lang="ko-KR" altLang="en-US" sz="1200" dirty="0" err="1"/>
              <a:t>git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stash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show</a:t>
            </a:r>
            <a:r>
              <a:rPr lang="ko-KR" altLang="en-US" sz="1200" dirty="0"/>
              <a:t> -</a:t>
            </a:r>
            <a:r>
              <a:rPr lang="ko-KR" altLang="en-US" sz="1200" dirty="0" err="1"/>
              <a:t>p</a:t>
            </a:r>
            <a:r>
              <a:rPr lang="ko-KR" altLang="en-US" sz="1200" dirty="0"/>
              <a:t> "</a:t>
            </a:r>
            <a:r>
              <a:rPr lang="ko-KR" altLang="en-US" sz="1200" dirty="0" err="1"/>
              <a:t>stash</a:t>
            </a:r>
            <a:r>
              <a:rPr lang="ko-KR" altLang="en-US" sz="1200" dirty="0"/>
              <a:t>@{0}": </a:t>
            </a:r>
            <a:r>
              <a:rPr lang="ko-KR" altLang="en-US" sz="1200" dirty="0" err="1"/>
              <a:t>stash</a:t>
            </a:r>
            <a:r>
              <a:rPr lang="ko-KR" altLang="en-US" sz="1200" dirty="0"/>
              <a:t> 안의 실제 </a:t>
            </a:r>
            <a:r>
              <a:rPr lang="ko-KR" altLang="en-US" sz="1200" dirty="0" err="1"/>
              <a:t>patch</a:t>
            </a:r>
            <a:r>
              <a:rPr lang="ko-KR" altLang="en-US" sz="1200" dirty="0"/>
              <a:t> 확인</a:t>
            </a:r>
          </a:p>
          <a:p>
            <a:r>
              <a:rPr lang="ko-KR" altLang="en-US" sz="1200" dirty="0"/>
              <a:t>  - </a:t>
            </a:r>
            <a:r>
              <a:rPr lang="ko-KR" altLang="en-US" sz="1200" dirty="0" err="1"/>
              <a:t>git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stash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pop</a:t>
            </a:r>
            <a:r>
              <a:rPr lang="ko-KR" altLang="en-US" sz="1200" dirty="0"/>
              <a:t> "</a:t>
            </a:r>
            <a:r>
              <a:rPr lang="ko-KR" altLang="en-US" sz="1200" dirty="0" err="1"/>
              <a:t>stash</a:t>
            </a:r>
            <a:r>
              <a:rPr lang="ko-KR" altLang="en-US" sz="1200" dirty="0"/>
              <a:t>@{0}": </a:t>
            </a:r>
            <a:r>
              <a:rPr lang="ko-KR" altLang="en-US" sz="1200" dirty="0" err="1"/>
              <a:t>stash를</a:t>
            </a:r>
            <a:r>
              <a:rPr lang="ko-KR" altLang="en-US" sz="1200" dirty="0"/>
              <a:t> </a:t>
            </a:r>
            <a:r>
              <a:rPr lang="ko-KR" altLang="en-US" sz="1200" dirty="0" err="1"/>
              <a:t>working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tree에</a:t>
            </a:r>
            <a:r>
              <a:rPr lang="ko-KR" altLang="en-US" sz="1200" dirty="0"/>
              <a:t> 다시 적용하고 </a:t>
            </a:r>
            <a:r>
              <a:rPr lang="ko-KR" altLang="en-US" sz="1200" dirty="0" err="1"/>
              <a:t>stash</a:t>
            </a:r>
            <a:r>
              <a:rPr lang="ko-KR" altLang="en-US" sz="1200" dirty="0"/>
              <a:t> </a:t>
            </a:r>
            <a:r>
              <a:rPr lang="ko-KR" altLang="en-US" sz="1200" dirty="0" err="1"/>
              <a:t>entry</a:t>
            </a:r>
            <a:r>
              <a:rPr lang="ko-KR" altLang="en-US" sz="1200" dirty="0"/>
              <a:t> 제거</a:t>
            </a:r>
          </a:p>
          <a:p>
            <a:r>
              <a:rPr lang="ko-KR" altLang="en-US" sz="1200" dirty="0"/>
              <a:t>  - </a:t>
            </a:r>
            <a:r>
              <a:rPr lang="ko-KR" altLang="en-US" sz="1200" dirty="0" err="1"/>
              <a:t>PowerShell에서는</a:t>
            </a:r>
            <a:r>
              <a:rPr lang="ko-KR" altLang="en-US" sz="1200" dirty="0"/>
              <a:t> "</a:t>
            </a:r>
            <a:r>
              <a:rPr lang="ko-KR" altLang="en-US" sz="1200" dirty="0" err="1"/>
              <a:t>stash</a:t>
            </a:r>
            <a:r>
              <a:rPr lang="ko-KR" altLang="en-US" sz="1200" dirty="0"/>
              <a:t>@{0}"처럼 따옴표를 쓰는 것이 안전함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3BC40D-AC85-278B-88E2-1E6D2C601702}"/>
              </a:ext>
            </a:extLst>
          </p:cNvPr>
          <p:cNvSpPr txBox="1"/>
          <p:nvPr/>
        </p:nvSpPr>
        <p:spPr>
          <a:xfrm>
            <a:off x="5605340" y="4902641"/>
            <a:ext cx="6096000" cy="178510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/>
              <a:t> </a:t>
            </a:r>
            <a:r>
              <a:rPr lang="ko-KR" altLang="en-US" sz="1100" dirty="0" err="1"/>
              <a:t>git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stash</a:t>
            </a:r>
            <a:r>
              <a:rPr lang="ko-KR" altLang="en-US" sz="1100" dirty="0"/>
              <a:t> </a:t>
            </a:r>
            <a:r>
              <a:rPr lang="ko-KR" altLang="en-US" sz="1100" dirty="0" err="1"/>
              <a:t>apply</a:t>
            </a:r>
            <a:r>
              <a:rPr lang="ko-KR" altLang="en-US" sz="1100" dirty="0"/>
              <a:t> "</a:t>
            </a:r>
            <a:r>
              <a:rPr lang="ko-KR" altLang="en-US" sz="1100" dirty="0" err="1"/>
              <a:t>stash</a:t>
            </a:r>
            <a:r>
              <a:rPr lang="ko-KR" altLang="en-US" sz="1100" dirty="0"/>
              <a:t>@{0}"</a:t>
            </a:r>
          </a:p>
          <a:p>
            <a:r>
              <a:rPr lang="ko-KR" altLang="en-US" sz="1100" dirty="0"/>
              <a:t>  - </a:t>
            </a:r>
            <a:r>
              <a:rPr lang="ko-KR" altLang="en-US" sz="1100" dirty="0" err="1"/>
              <a:t>stash</a:t>
            </a:r>
            <a:r>
              <a:rPr lang="ko-KR" altLang="en-US" sz="1100" dirty="0"/>
              <a:t> 내용을 </a:t>
            </a:r>
            <a:r>
              <a:rPr lang="ko-KR" altLang="en-US" sz="1100" dirty="0" err="1"/>
              <a:t>working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tree에</a:t>
            </a:r>
            <a:r>
              <a:rPr lang="ko-KR" altLang="en-US" sz="1100" dirty="0"/>
              <a:t> 적용</a:t>
            </a:r>
          </a:p>
          <a:p>
            <a:r>
              <a:rPr lang="ko-KR" altLang="en-US" sz="1100" dirty="0"/>
              <a:t>  - </a:t>
            </a:r>
            <a:r>
              <a:rPr lang="ko-KR" altLang="en-US" sz="1100" dirty="0" err="1"/>
              <a:t>stash</a:t>
            </a:r>
            <a:r>
              <a:rPr lang="ko-KR" altLang="en-US" sz="1100" dirty="0"/>
              <a:t> 목록에는 그대로 남김</a:t>
            </a:r>
          </a:p>
          <a:p>
            <a:endParaRPr lang="ko-KR" altLang="en-US" sz="1100" dirty="0"/>
          </a:p>
          <a:p>
            <a:r>
              <a:rPr lang="ko-KR" altLang="en-US" sz="1100" dirty="0"/>
              <a:t>  </a:t>
            </a:r>
            <a:r>
              <a:rPr lang="ko-KR" altLang="en-US" sz="1100" dirty="0" err="1"/>
              <a:t>git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stash</a:t>
            </a:r>
            <a:r>
              <a:rPr lang="ko-KR" altLang="en-US" sz="1100" dirty="0"/>
              <a:t> </a:t>
            </a:r>
            <a:r>
              <a:rPr lang="ko-KR" altLang="en-US" sz="1100" dirty="0" err="1"/>
              <a:t>pop</a:t>
            </a:r>
            <a:r>
              <a:rPr lang="ko-KR" altLang="en-US" sz="1100" dirty="0"/>
              <a:t> "</a:t>
            </a:r>
            <a:r>
              <a:rPr lang="ko-KR" altLang="en-US" sz="1100" dirty="0" err="1"/>
              <a:t>stash</a:t>
            </a:r>
            <a:r>
              <a:rPr lang="ko-KR" altLang="en-US" sz="1100" dirty="0"/>
              <a:t>@{0}"</a:t>
            </a:r>
          </a:p>
          <a:p>
            <a:r>
              <a:rPr lang="ko-KR" altLang="en-US" sz="1100" dirty="0"/>
              <a:t>  - </a:t>
            </a:r>
            <a:r>
              <a:rPr lang="ko-KR" altLang="en-US" sz="1100" dirty="0" err="1"/>
              <a:t>stash</a:t>
            </a:r>
            <a:r>
              <a:rPr lang="ko-KR" altLang="en-US" sz="1100" dirty="0"/>
              <a:t> 내용을 </a:t>
            </a:r>
            <a:r>
              <a:rPr lang="ko-KR" altLang="en-US" sz="1100" dirty="0" err="1"/>
              <a:t>working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tree에</a:t>
            </a:r>
            <a:r>
              <a:rPr lang="ko-KR" altLang="en-US" sz="1100" dirty="0"/>
              <a:t> 적용</a:t>
            </a:r>
          </a:p>
          <a:p>
            <a:r>
              <a:rPr lang="ko-KR" altLang="en-US" sz="1100" dirty="0"/>
              <a:t>  - </a:t>
            </a:r>
            <a:r>
              <a:rPr lang="ko-KR" altLang="en-US" sz="1100" dirty="0" err="1"/>
              <a:t>stash</a:t>
            </a:r>
            <a:r>
              <a:rPr lang="ko-KR" altLang="en-US" sz="1100" dirty="0"/>
              <a:t> 목록에서 제거</a:t>
            </a:r>
          </a:p>
          <a:p>
            <a:endParaRPr lang="ko-KR" altLang="en-US" sz="1100" dirty="0"/>
          </a:p>
          <a:p>
            <a:r>
              <a:rPr lang="ko-KR" altLang="en-US" sz="1100" dirty="0"/>
              <a:t>  </a:t>
            </a:r>
            <a:r>
              <a:rPr lang="ko-KR" altLang="en-US" sz="1100" dirty="0" err="1"/>
              <a:t>git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stash</a:t>
            </a:r>
            <a:r>
              <a:rPr lang="ko-KR" altLang="en-US" sz="1100" dirty="0"/>
              <a:t> </a:t>
            </a:r>
            <a:r>
              <a:rPr lang="ko-KR" altLang="en-US" sz="1100" dirty="0" err="1"/>
              <a:t>drop</a:t>
            </a:r>
            <a:r>
              <a:rPr lang="ko-KR" altLang="en-US" sz="1100" dirty="0"/>
              <a:t> "</a:t>
            </a:r>
            <a:r>
              <a:rPr lang="ko-KR" altLang="en-US" sz="1100" dirty="0" err="1"/>
              <a:t>stash</a:t>
            </a:r>
            <a:r>
              <a:rPr lang="ko-KR" altLang="en-US" sz="1100" dirty="0"/>
              <a:t>@{0}"</a:t>
            </a:r>
          </a:p>
          <a:p>
            <a:r>
              <a:rPr lang="ko-KR" altLang="en-US" sz="1100" dirty="0"/>
              <a:t>  - </a:t>
            </a:r>
            <a:r>
              <a:rPr lang="ko-KR" altLang="en-US" sz="1100" dirty="0" err="1"/>
              <a:t>stash를</a:t>
            </a:r>
            <a:r>
              <a:rPr lang="ko-KR" altLang="en-US" sz="1100" dirty="0"/>
              <a:t> 적용하지 않고 목록에서 삭제</a:t>
            </a:r>
          </a:p>
        </p:txBody>
      </p:sp>
    </p:spTree>
    <p:extLst>
      <p:ext uri="{BB962C8B-B14F-4D97-AF65-F5344CB8AC3E}">
        <p14:creationId xmlns:p14="http://schemas.microsoft.com/office/powerpoint/2010/main" val="218732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5881DD-75E2-FC63-FB39-C0CC83DA4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4. revert / reset </a:t>
            </a:r>
            <a:r>
              <a:rPr lang="ko-KR" altLang="en-US" dirty="0"/>
              <a:t>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E87701-3EC8-E7FE-0E31-4B1C82581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Bef>
                <a:spcPts val="0"/>
              </a:spcBef>
            </a:pPr>
            <a:r>
              <a:rPr lang="ko-KR" altLang="en-US" dirty="0"/>
              <a:t>테스트 자산 </a:t>
            </a:r>
            <a:r>
              <a:rPr lang="en-US" altLang="ko-KR" dirty="0"/>
              <a:t>tests/role-policy.test.js</a:t>
            </a:r>
            <a:r>
              <a:rPr lang="ko-KR" altLang="en-US" dirty="0"/>
              <a:t>를 추가</a:t>
            </a:r>
            <a:r>
              <a:rPr lang="en-US" altLang="ko-KR" dirty="0"/>
              <a:t>. </a:t>
            </a:r>
            <a:r>
              <a:rPr lang="ko-KR" altLang="en-US" dirty="0"/>
              <a:t>이 파일은 이후 </a:t>
            </a:r>
            <a:r>
              <a:rPr lang="en-US" altLang="ko-KR" dirty="0"/>
              <a:t>bisect</a:t>
            </a:r>
            <a:r>
              <a:rPr lang="ko-KR" altLang="en-US" dirty="0"/>
              <a:t>와 </a:t>
            </a:r>
            <a:r>
              <a:rPr lang="en-US" altLang="ko-KR" dirty="0"/>
              <a:t>regression </a:t>
            </a:r>
            <a:r>
              <a:rPr lang="ko-KR" altLang="en-US" dirty="0"/>
              <a:t>실습의 기준</a:t>
            </a: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Copy-Item "C:\Users\angpa\myProjects\Daily_Work\GitLab-Manual\GitLab-Onboarding-Lectures\tutorials\CH03-History-Inspection-and-Recovery\assets\tests\role-policy.test.js" .\tests\role-policy.test.js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status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Get-Content .\tests\role-policy.test.js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node –test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en-US" altLang="ko-KR" dirty="0"/>
              <a:t>git push 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status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log –</a:t>
            </a:r>
            <a:r>
              <a:rPr lang="en-US" altLang="ko-KR" dirty="0" err="1"/>
              <a:t>oneline</a:t>
            </a:r>
            <a:r>
              <a:rPr lang="en-US" altLang="ko-KR" dirty="0"/>
              <a:t> –decorate -6</a:t>
            </a:r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ko-KR" altLang="en-US" dirty="0"/>
              <a:t>이제 일부러 </a:t>
            </a:r>
            <a:r>
              <a:rPr lang="en-US" altLang="ko-KR" dirty="0"/>
              <a:t>regression</a:t>
            </a:r>
            <a:r>
              <a:rPr lang="ko-KR" altLang="en-US" dirty="0"/>
              <a:t>을 만들겠습니다</a:t>
            </a:r>
            <a:r>
              <a:rPr lang="en-US" altLang="ko-KR" dirty="0"/>
              <a:t>. (</a:t>
            </a:r>
            <a:r>
              <a:rPr lang="ko-KR" altLang="en-US" dirty="0"/>
              <a:t>“예전에는 맞았는데 새 변경 때문에 다시 깨진 것”</a:t>
            </a:r>
            <a:r>
              <a:rPr lang="en-US" altLang="ko-KR" dirty="0"/>
              <a:t>)</a:t>
            </a:r>
          </a:p>
          <a:p>
            <a:pPr>
              <a:spcBef>
                <a:spcPts val="0"/>
              </a:spcBef>
            </a:pP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 err="1">
                <a:sym typeface="Wingdings" panose="05000000000000000000" pitchFamily="2" charset="2"/>
              </a:rPr>
              <a:t>src</a:t>
            </a:r>
            <a:r>
              <a:rPr lang="en-US" altLang="ko-KR" dirty="0">
                <a:sym typeface="Wingdings" panose="05000000000000000000" pitchFamily="2" charset="2"/>
              </a:rPr>
              <a:t>/permission.js </a:t>
            </a:r>
            <a:r>
              <a:rPr lang="ko-KR" altLang="en-US" dirty="0" err="1">
                <a:sym typeface="Wingdings" panose="05000000000000000000" pitchFamily="2" charset="2"/>
              </a:rPr>
              <a:t>첫줄</a:t>
            </a:r>
            <a:r>
              <a:rPr lang="ko-KR" altLang="en-US" dirty="0">
                <a:sym typeface="Wingdings" panose="05000000000000000000" pitchFamily="2" charset="2"/>
              </a:rPr>
              <a:t> 수정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const SAMPLE_ACTION_ROLES = new Set(["</a:t>
            </a:r>
            <a:r>
              <a:rPr lang="en-US" altLang="ko-KR" dirty="0" err="1">
                <a:sym typeface="Wingdings" panose="05000000000000000000" pitchFamily="2" charset="2"/>
              </a:rPr>
              <a:t>Owner","Maintainer</a:t>
            </a:r>
            <a:r>
              <a:rPr lang="en-US" altLang="ko-KR" dirty="0">
                <a:sym typeface="Wingdings" panose="05000000000000000000" pitchFamily="2" charset="2"/>
              </a:rPr>
              <a:t>", "Developer"]);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node</a:t>
            </a:r>
            <a:r>
              <a:rPr lang="ko-KR" altLang="en-US" dirty="0"/>
              <a:t> </a:t>
            </a:r>
            <a:r>
              <a:rPr lang="en-US" altLang="ko-KR" dirty="0"/>
              <a:t>–test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spcBef>
                <a:spcPts val="0"/>
              </a:spcBef>
            </a:pPr>
            <a:endParaRPr lang="en-US" altLang="ko-KR" dirty="0"/>
          </a:p>
          <a:p>
            <a:pPr>
              <a:spcBef>
                <a:spcPts val="0"/>
              </a:spcBef>
            </a:pPr>
            <a:r>
              <a:rPr lang="ko-KR" altLang="en-US" dirty="0"/>
              <a:t>잘못된 변경을 일부러 </a:t>
            </a:r>
            <a:r>
              <a:rPr lang="en-US" altLang="ko-KR" dirty="0"/>
              <a:t>commit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git add .\</a:t>
            </a:r>
            <a:r>
              <a:rPr lang="en-US" altLang="ko-KR" dirty="0" err="1"/>
              <a:t>src</a:t>
            </a:r>
            <a:r>
              <a:rPr lang="en-US" altLang="ko-KR" dirty="0"/>
              <a:t>\permissions.js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commit -m "bug: allow developer sample action by mistake"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log --</a:t>
            </a:r>
            <a:r>
              <a:rPr lang="en-US" altLang="ko-KR" dirty="0" err="1"/>
              <a:t>oneline</a:t>
            </a:r>
            <a:r>
              <a:rPr lang="en-US" altLang="ko-KR" dirty="0"/>
              <a:t> --decorate -5</a:t>
            </a:r>
          </a:p>
          <a:p>
            <a:pPr>
              <a:spcBef>
                <a:spcPts val="0"/>
              </a:spcBef>
            </a:pPr>
            <a:r>
              <a:rPr lang="en-US" altLang="ko-KR" dirty="0"/>
              <a:t>  git show --stat HEAD</a:t>
            </a:r>
          </a:p>
          <a:p>
            <a:pPr>
              <a:spcBef>
                <a:spcPts val="0"/>
              </a:spcBef>
            </a:pP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11FDE8-17C9-546F-820F-63492233BA9B}"/>
              </a:ext>
            </a:extLst>
          </p:cNvPr>
          <p:cNvSpPr txBox="1"/>
          <p:nvPr/>
        </p:nvSpPr>
        <p:spPr>
          <a:xfrm>
            <a:off x="4584700" y="45527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정책상 </a:t>
            </a:r>
            <a:r>
              <a:rPr lang="ko-KR" altLang="en-US" dirty="0" err="1"/>
              <a:t>Developer는</a:t>
            </a:r>
            <a:r>
              <a:rPr lang="ko-KR" altLang="en-US" dirty="0"/>
              <a:t> </a:t>
            </a:r>
            <a:r>
              <a:rPr lang="ko-KR" altLang="en-US" dirty="0" err="1"/>
              <a:t>false여야</a:t>
            </a:r>
            <a:r>
              <a:rPr lang="ko-KR" altLang="en-US" dirty="0"/>
              <a:t> 하는데, 코드가 </a:t>
            </a:r>
            <a:r>
              <a:rPr lang="ko-KR" altLang="en-US" dirty="0" err="1"/>
              <a:t>true를</a:t>
            </a:r>
            <a:r>
              <a:rPr lang="ko-KR" altLang="en-US" dirty="0"/>
              <a:t> 반환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388F21-0280-BC58-C781-B5D531C50384}"/>
              </a:ext>
            </a:extLst>
          </p:cNvPr>
          <p:cNvSpPr txBox="1"/>
          <p:nvPr/>
        </p:nvSpPr>
        <p:spPr>
          <a:xfrm>
            <a:off x="1143000" y="6158081"/>
            <a:ext cx="10655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bad</a:t>
            </a:r>
            <a:r>
              <a:rPr lang="ko-KR" altLang="en-US" dirty="0"/>
              <a:t> </a:t>
            </a:r>
            <a:r>
              <a:rPr lang="ko-KR" altLang="en-US" dirty="0" err="1"/>
              <a:t>commit이</a:t>
            </a:r>
            <a:r>
              <a:rPr lang="ko-KR" altLang="en-US" dirty="0"/>
              <a:t> 만들어졌습니다. 이제 </a:t>
            </a:r>
            <a:r>
              <a:rPr lang="ko-KR" altLang="en-US" dirty="0" err="1"/>
              <a:t>local</a:t>
            </a:r>
            <a:r>
              <a:rPr lang="ko-KR" altLang="en-US" dirty="0"/>
              <a:t> </a:t>
            </a:r>
            <a:r>
              <a:rPr lang="ko-KR" altLang="en-US" dirty="0" err="1"/>
              <a:t>main이</a:t>
            </a:r>
            <a:r>
              <a:rPr lang="ko-KR" altLang="en-US" dirty="0"/>
              <a:t> </a:t>
            </a:r>
            <a:r>
              <a:rPr lang="ko-KR" altLang="en-US" dirty="0" err="1"/>
              <a:t>remote보다</a:t>
            </a:r>
            <a:r>
              <a:rPr lang="ko-KR" altLang="en-US" dirty="0"/>
              <a:t> 1 </a:t>
            </a:r>
            <a:r>
              <a:rPr lang="ko-KR" altLang="en-US" dirty="0" err="1"/>
              <a:t>commit</a:t>
            </a:r>
            <a:r>
              <a:rPr lang="ko-KR" altLang="en-US" dirty="0"/>
              <a:t> 앞서 있고 테스트는 실패</a:t>
            </a:r>
          </a:p>
          <a:p>
            <a:r>
              <a:rPr lang="ko-KR" altLang="en-US" dirty="0"/>
              <a:t>  하는 상태입니다. 이 상태를 확인한 뒤 </a:t>
            </a:r>
            <a:r>
              <a:rPr lang="ko-KR" altLang="en-US" dirty="0" err="1"/>
              <a:t>revert로</a:t>
            </a:r>
            <a:r>
              <a:rPr lang="ko-KR" altLang="en-US" dirty="0"/>
              <a:t> 복구하겠습니다</a:t>
            </a:r>
          </a:p>
        </p:txBody>
      </p:sp>
    </p:spTree>
    <p:extLst>
      <p:ext uri="{BB962C8B-B14F-4D97-AF65-F5344CB8AC3E}">
        <p14:creationId xmlns:p14="http://schemas.microsoft.com/office/powerpoint/2010/main" val="759104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FDC95-89E2-2C20-16C8-78178871D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4. revert / reset </a:t>
            </a:r>
            <a:r>
              <a:rPr lang="ko-KR" altLang="en-US" dirty="0"/>
              <a:t>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CDBDF9-E85D-BED8-089F-D9A80962C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ko-KR" altLang="en-US" dirty="0"/>
              <a:t> </a:t>
            </a:r>
            <a:r>
              <a:rPr lang="en-US" altLang="ko-KR" dirty="0"/>
              <a:t>Concept: revert</a:t>
            </a:r>
          </a:p>
          <a:p>
            <a:endParaRPr lang="en-US" altLang="ko-KR" dirty="0"/>
          </a:p>
          <a:p>
            <a:r>
              <a:rPr lang="en-US" altLang="ko-KR" dirty="0"/>
              <a:t>  revert</a:t>
            </a:r>
            <a:r>
              <a:rPr lang="ko-KR" altLang="en-US" dirty="0"/>
              <a:t>는 과거 </a:t>
            </a:r>
            <a:r>
              <a:rPr lang="en-US" altLang="ko-KR" dirty="0"/>
              <a:t>commit</a:t>
            </a:r>
            <a:r>
              <a:rPr lang="ko-KR" altLang="en-US" dirty="0"/>
              <a:t>을 지우는 명령이 아닙니다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반대로</a:t>
            </a:r>
            <a:r>
              <a:rPr lang="en-US" altLang="ko-KR" dirty="0"/>
              <a:t>, </a:t>
            </a:r>
            <a:r>
              <a:rPr lang="ko-KR" altLang="en-US" dirty="0"/>
              <a:t>그 </a:t>
            </a:r>
            <a:r>
              <a:rPr lang="en-US" altLang="ko-KR" dirty="0"/>
              <a:t>commit</a:t>
            </a:r>
            <a:r>
              <a:rPr lang="ko-KR" altLang="en-US" dirty="0"/>
              <a:t>의 효과를 취소하는 새 </a:t>
            </a:r>
            <a:r>
              <a:rPr lang="en-US" altLang="ko-KR" dirty="0"/>
              <a:t>commit</a:t>
            </a:r>
            <a:r>
              <a:rPr lang="ko-KR" altLang="en-US" dirty="0"/>
              <a:t>을 만드는 명령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git revert HEAD –no-edit</a:t>
            </a:r>
          </a:p>
          <a:p>
            <a:r>
              <a:rPr lang="en-US" altLang="ko-KR" dirty="0"/>
              <a:t>git log –</a:t>
            </a:r>
            <a:r>
              <a:rPr lang="en-US" altLang="ko-KR" dirty="0" err="1"/>
              <a:t>oneline</a:t>
            </a:r>
            <a:r>
              <a:rPr lang="en-US" altLang="ko-KR" dirty="0"/>
              <a:t> -5</a:t>
            </a:r>
          </a:p>
          <a:p>
            <a:r>
              <a:rPr lang="en-US" altLang="ko-KR" dirty="0"/>
              <a:t>git show –stat HEAD</a:t>
            </a:r>
          </a:p>
          <a:p>
            <a:r>
              <a:rPr lang="en-US" altLang="ko-KR" dirty="0"/>
              <a:t>node –test</a:t>
            </a:r>
          </a:p>
          <a:p>
            <a:r>
              <a:rPr lang="en-US" altLang="ko-KR" dirty="0"/>
              <a:t>git status</a:t>
            </a:r>
          </a:p>
          <a:p>
            <a:endParaRPr lang="en-US" altLang="ko-KR" dirty="0"/>
          </a:p>
          <a:p>
            <a:r>
              <a:rPr lang="en-US" altLang="ko-KR" dirty="0"/>
              <a:t>git push</a:t>
            </a:r>
          </a:p>
          <a:p>
            <a:r>
              <a:rPr lang="en-US" altLang="ko-KR" dirty="0"/>
              <a:t>git status</a:t>
            </a:r>
          </a:p>
          <a:p>
            <a:r>
              <a:rPr lang="en-US" altLang="ko-KR" dirty="0"/>
              <a:t>git log –</a:t>
            </a:r>
            <a:r>
              <a:rPr lang="en-US" altLang="ko-KR" dirty="0" err="1"/>
              <a:t>oneline</a:t>
            </a:r>
            <a:r>
              <a:rPr lang="en-US" altLang="ko-KR" dirty="0"/>
              <a:t> –decorate –graph –all -8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B95A85-4468-C463-72E4-6847BD947454}"/>
              </a:ext>
            </a:extLst>
          </p:cNvPr>
          <p:cNvSpPr txBox="1"/>
          <p:nvPr/>
        </p:nvSpPr>
        <p:spPr>
          <a:xfrm>
            <a:off x="5727700" y="3163094"/>
            <a:ext cx="6096000" cy="9387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/>
              <a:t>dfd7738 (HEAD -&gt; </a:t>
            </a:r>
            <a:r>
              <a:rPr lang="ko-KR" altLang="en-US" sz="1100" dirty="0" err="1"/>
              <a:t>main</a:t>
            </a:r>
            <a:r>
              <a:rPr lang="ko-KR" altLang="en-US" sz="1100" dirty="0"/>
              <a:t>) </a:t>
            </a:r>
            <a:r>
              <a:rPr lang="ko-KR" altLang="en-US" sz="1100" dirty="0" err="1"/>
              <a:t>Revert</a:t>
            </a:r>
            <a:r>
              <a:rPr lang="ko-KR" altLang="en-US" sz="1100" dirty="0"/>
              <a:t> "</a:t>
            </a:r>
            <a:r>
              <a:rPr lang="ko-KR" altLang="en-US" sz="1100" dirty="0" err="1"/>
              <a:t>bug</a:t>
            </a:r>
            <a:r>
              <a:rPr lang="ko-KR" altLang="en-US" sz="1100" dirty="0"/>
              <a:t>: </a:t>
            </a:r>
            <a:r>
              <a:rPr lang="ko-KR" altLang="en-US" sz="1100" dirty="0" err="1"/>
              <a:t>allow</a:t>
            </a:r>
            <a:r>
              <a:rPr lang="ko-KR" altLang="en-US" sz="1100" dirty="0"/>
              <a:t> </a:t>
            </a:r>
            <a:r>
              <a:rPr lang="ko-KR" altLang="en-US" sz="1100" dirty="0" err="1"/>
              <a:t>developer</a:t>
            </a:r>
            <a:r>
              <a:rPr lang="ko-KR" altLang="en-US" sz="1100" dirty="0"/>
              <a:t> </a:t>
            </a:r>
            <a:r>
              <a:rPr lang="ko-KR" altLang="en-US" sz="1100" dirty="0" err="1"/>
              <a:t>sample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action</a:t>
            </a:r>
            <a:r>
              <a:rPr lang="ko-KR" altLang="en-US" sz="1100" dirty="0"/>
              <a:t> </a:t>
            </a:r>
            <a:r>
              <a:rPr lang="ko-KR" altLang="en-US" sz="1100" dirty="0" err="1"/>
              <a:t>by</a:t>
            </a:r>
            <a:r>
              <a:rPr lang="ko-KR" altLang="en-US" sz="1100" dirty="0"/>
              <a:t> </a:t>
            </a:r>
            <a:r>
              <a:rPr lang="ko-KR" altLang="en-US" sz="1100" dirty="0" err="1"/>
              <a:t>mistake</a:t>
            </a:r>
            <a:r>
              <a:rPr lang="ko-KR" altLang="en-US" sz="1100" dirty="0"/>
              <a:t>"</a:t>
            </a:r>
          </a:p>
          <a:p>
            <a:r>
              <a:rPr lang="ko-KR" altLang="en-US" sz="1100" dirty="0"/>
              <a:t>d84b237 </a:t>
            </a:r>
            <a:r>
              <a:rPr lang="ko-KR" altLang="en-US" sz="1100" dirty="0" err="1"/>
              <a:t>bug</a:t>
            </a:r>
            <a:r>
              <a:rPr lang="ko-KR" altLang="en-US" sz="1100" dirty="0"/>
              <a:t>: </a:t>
            </a:r>
            <a:r>
              <a:rPr lang="ko-KR" altLang="en-US" sz="1100" dirty="0" err="1"/>
              <a:t>allow</a:t>
            </a:r>
            <a:r>
              <a:rPr lang="ko-KR" altLang="en-US" sz="1100" dirty="0"/>
              <a:t> </a:t>
            </a:r>
            <a:r>
              <a:rPr lang="ko-KR" altLang="en-US" sz="1100" dirty="0" err="1"/>
              <a:t>developer</a:t>
            </a:r>
            <a:r>
              <a:rPr lang="ko-KR" altLang="en-US" sz="1100" dirty="0"/>
              <a:t> </a:t>
            </a:r>
            <a:r>
              <a:rPr lang="ko-KR" altLang="en-US" sz="1100" dirty="0" err="1"/>
              <a:t>sample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action</a:t>
            </a:r>
            <a:r>
              <a:rPr lang="ko-KR" altLang="en-US" sz="1100" dirty="0"/>
              <a:t> </a:t>
            </a:r>
            <a:r>
              <a:rPr lang="ko-KR" altLang="en-US" sz="1100" dirty="0" err="1"/>
              <a:t>by</a:t>
            </a:r>
            <a:r>
              <a:rPr lang="ko-KR" altLang="en-US" sz="1100" dirty="0"/>
              <a:t> </a:t>
            </a:r>
            <a:r>
              <a:rPr lang="ko-KR" altLang="en-US" sz="1100" dirty="0" err="1"/>
              <a:t>mistake</a:t>
            </a:r>
            <a:endParaRPr lang="ko-KR" altLang="en-US" sz="1100" dirty="0"/>
          </a:p>
          <a:p>
            <a:r>
              <a:rPr lang="ko-KR" altLang="en-US" sz="1100" dirty="0"/>
              <a:t>4546185 (</a:t>
            </a:r>
            <a:r>
              <a:rPr lang="ko-KR" altLang="en-US" sz="1100" dirty="0" err="1"/>
              <a:t>origin</a:t>
            </a:r>
            <a:r>
              <a:rPr lang="ko-KR" altLang="en-US" sz="1100" dirty="0"/>
              <a:t>/</a:t>
            </a:r>
            <a:r>
              <a:rPr lang="ko-KR" altLang="en-US" sz="1100" dirty="0" err="1"/>
              <a:t>main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origin</a:t>
            </a:r>
            <a:r>
              <a:rPr lang="ko-KR" altLang="en-US" sz="1100" dirty="0"/>
              <a:t>/HEAD) </a:t>
            </a:r>
            <a:r>
              <a:rPr lang="ko-KR" altLang="en-US" sz="1100" dirty="0" err="1"/>
              <a:t>test</a:t>
            </a:r>
            <a:r>
              <a:rPr lang="ko-KR" altLang="en-US" sz="1100" dirty="0"/>
              <a:t>: </a:t>
            </a:r>
            <a:r>
              <a:rPr lang="ko-KR" altLang="en-US" sz="1100" dirty="0" err="1"/>
              <a:t>add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role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policy</a:t>
            </a:r>
            <a:r>
              <a:rPr lang="ko-KR" altLang="en-US" sz="1100" dirty="0"/>
              <a:t> </a:t>
            </a:r>
            <a:r>
              <a:rPr lang="ko-KR" altLang="en-US" sz="1100" dirty="0" err="1"/>
              <a:t>history</a:t>
            </a:r>
            <a:r>
              <a:rPr lang="ko-KR" altLang="en-US" sz="1100" dirty="0"/>
              <a:t> </a:t>
            </a:r>
            <a:r>
              <a:rPr lang="ko-KR" altLang="en-US" sz="1100" dirty="0" err="1"/>
              <a:t>fixtures</a:t>
            </a:r>
            <a:endParaRPr lang="ko-KR" altLang="en-US" sz="1100" dirty="0"/>
          </a:p>
          <a:p>
            <a:r>
              <a:rPr lang="ko-KR" altLang="en-US" sz="1100" dirty="0"/>
              <a:t>ddf22bf (</a:t>
            </a:r>
            <a:r>
              <a:rPr lang="ko-KR" altLang="en-US" sz="1100" dirty="0" err="1"/>
              <a:t>tag</a:t>
            </a:r>
            <a:r>
              <a:rPr lang="ko-KR" altLang="en-US" sz="1100" dirty="0"/>
              <a:t>: v0.1.0) </a:t>
            </a:r>
            <a:r>
              <a:rPr lang="ko-KR" altLang="en-US" sz="1100" dirty="0" err="1"/>
              <a:t>docs</a:t>
            </a:r>
            <a:r>
              <a:rPr lang="ko-KR" altLang="en-US" sz="1100" dirty="0"/>
              <a:t>: </a:t>
            </a:r>
            <a:r>
              <a:rPr lang="ko-KR" altLang="en-US" sz="1100" dirty="0" err="1"/>
              <a:t>add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release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notes</a:t>
            </a:r>
            <a:r>
              <a:rPr lang="ko-KR" altLang="en-US" sz="1100" dirty="0"/>
              <a:t> </a:t>
            </a:r>
            <a:r>
              <a:rPr lang="ko-KR" altLang="en-US" sz="1100" dirty="0" err="1"/>
              <a:t>draft</a:t>
            </a:r>
            <a:endParaRPr lang="ko-KR" altLang="en-US" sz="1100" dirty="0"/>
          </a:p>
          <a:p>
            <a:r>
              <a:rPr lang="ko-KR" altLang="en-US" sz="1100" dirty="0"/>
              <a:t>8d17e51 </a:t>
            </a:r>
            <a:r>
              <a:rPr lang="ko-KR" altLang="en-US" sz="1100" dirty="0" err="1"/>
              <a:t>docs</a:t>
            </a:r>
            <a:r>
              <a:rPr lang="ko-KR" altLang="en-US" sz="1100" dirty="0"/>
              <a:t>: </a:t>
            </a:r>
            <a:r>
              <a:rPr lang="ko-KR" altLang="en-US" sz="1100" dirty="0" err="1"/>
              <a:t>add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peer</a:t>
            </a:r>
            <a:r>
              <a:rPr lang="ko-KR" altLang="en-US" sz="1100" dirty="0"/>
              <a:t> </a:t>
            </a:r>
            <a:r>
              <a:rPr lang="ko-KR" altLang="en-US" sz="1100" dirty="0" err="1"/>
              <a:t>fetch</a:t>
            </a:r>
            <a:r>
              <a:rPr lang="ko-KR" altLang="en-US" sz="1100" dirty="0"/>
              <a:t> </a:t>
            </a:r>
            <a:r>
              <a:rPr lang="ko-KR" altLang="en-US" sz="1100" dirty="0" err="1"/>
              <a:t>practice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note</a:t>
            </a:r>
            <a:endParaRPr lang="ko-KR" alt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2F64F9-8E50-DE8D-0773-2BE950DB91F9}"/>
              </a:ext>
            </a:extLst>
          </p:cNvPr>
          <p:cNvSpPr txBox="1"/>
          <p:nvPr/>
        </p:nvSpPr>
        <p:spPr>
          <a:xfrm>
            <a:off x="5727700" y="4716007"/>
            <a:ext cx="6096000" cy="1446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/>
              <a:t> 실무에서 이미 공유된 </a:t>
            </a:r>
            <a:r>
              <a:rPr lang="ko-KR" altLang="en-US" sz="1100" dirty="0" err="1"/>
              <a:t>branch라면</a:t>
            </a:r>
            <a:r>
              <a:rPr lang="ko-KR" altLang="en-US" sz="1100" dirty="0"/>
              <a:t> “나쁜 </a:t>
            </a:r>
            <a:r>
              <a:rPr lang="ko-KR" altLang="en-US" sz="1100" dirty="0" err="1"/>
              <a:t>commit을</a:t>
            </a:r>
            <a:r>
              <a:rPr lang="ko-KR" altLang="en-US" sz="1100" dirty="0"/>
              <a:t> 없던 일처럼 </a:t>
            </a:r>
            <a:r>
              <a:rPr lang="ko-KR" altLang="en-US" sz="1100" dirty="0" err="1"/>
              <a:t>삭제”하는</a:t>
            </a:r>
            <a:r>
              <a:rPr lang="ko-KR" altLang="en-US" sz="1100" dirty="0"/>
              <a:t> 것보다, “나쁜 </a:t>
            </a:r>
            <a:r>
              <a:rPr lang="ko-KR" altLang="en-US" sz="1100" dirty="0" err="1"/>
              <a:t>commit이</a:t>
            </a:r>
            <a:endParaRPr lang="ko-KR" altLang="en-US" sz="1100" dirty="0"/>
          </a:p>
          <a:p>
            <a:r>
              <a:rPr lang="ko-KR" altLang="en-US" sz="1100" dirty="0"/>
              <a:t>  있었고, 이것을 </a:t>
            </a:r>
            <a:r>
              <a:rPr lang="ko-KR" altLang="en-US" sz="1100" dirty="0" err="1"/>
              <a:t>revert했다”는</a:t>
            </a:r>
            <a:r>
              <a:rPr lang="ko-KR" altLang="en-US" sz="1100" dirty="0"/>
              <a:t> 기록을 남기는 것이 안전합니다.</a:t>
            </a:r>
          </a:p>
          <a:p>
            <a:endParaRPr lang="ko-KR" altLang="en-US" sz="1100" dirty="0"/>
          </a:p>
          <a:p>
            <a:r>
              <a:rPr lang="ko-KR" altLang="en-US" sz="1100" dirty="0"/>
              <a:t>  - 누가 어떤 변경을 넣었는지 남음</a:t>
            </a:r>
          </a:p>
          <a:p>
            <a:r>
              <a:rPr lang="ko-KR" altLang="en-US" sz="1100" dirty="0"/>
              <a:t>  - 어떤 </a:t>
            </a:r>
            <a:r>
              <a:rPr lang="ko-KR" altLang="en-US" sz="1100" dirty="0" err="1"/>
              <a:t>commit을</a:t>
            </a:r>
            <a:r>
              <a:rPr lang="ko-KR" altLang="en-US" sz="1100" dirty="0"/>
              <a:t> 되돌렸는지 남음</a:t>
            </a:r>
          </a:p>
          <a:p>
            <a:r>
              <a:rPr lang="ko-KR" altLang="en-US" sz="1100" dirty="0"/>
              <a:t>  - 다른 사람의 </a:t>
            </a:r>
            <a:r>
              <a:rPr lang="ko-KR" altLang="en-US" sz="1100" dirty="0" err="1"/>
              <a:t>history</a:t>
            </a:r>
            <a:r>
              <a:rPr lang="ko-KR" altLang="en-US" sz="1100" dirty="0"/>
              <a:t> 기준점을 깨지 않음</a:t>
            </a:r>
          </a:p>
          <a:p>
            <a:r>
              <a:rPr lang="ko-KR" altLang="en-US" sz="1100" dirty="0"/>
              <a:t>  - </a:t>
            </a:r>
            <a:r>
              <a:rPr lang="ko-KR" altLang="en-US" sz="1100" dirty="0" err="1"/>
              <a:t>audit과</a:t>
            </a:r>
            <a:r>
              <a:rPr lang="ko-KR" altLang="en-US" sz="1100" dirty="0"/>
              <a:t> 장애 회고에 유리함</a:t>
            </a:r>
          </a:p>
        </p:txBody>
      </p:sp>
    </p:spTree>
    <p:extLst>
      <p:ext uri="{BB962C8B-B14F-4D97-AF65-F5344CB8AC3E}">
        <p14:creationId xmlns:p14="http://schemas.microsoft.com/office/powerpoint/2010/main" val="993908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43896-19E4-07CD-52BE-01FE8321F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5. bisect :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22CA2C-971F-BB65-6684-331CB4E37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/>
              <a:t> </a:t>
            </a:r>
            <a:r>
              <a:rPr lang="en-US" altLang="ko-KR" dirty="0"/>
              <a:t>Concept: bisect</a:t>
            </a:r>
          </a:p>
          <a:p>
            <a:endParaRPr lang="en-US" altLang="ko-KR" dirty="0"/>
          </a:p>
          <a:p>
            <a:r>
              <a:rPr lang="en-US" altLang="ko-KR" dirty="0"/>
              <a:t>  bisect</a:t>
            </a:r>
            <a:r>
              <a:rPr lang="ko-KR" altLang="en-US" dirty="0"/>
              <a:t>는 “어느 </a:t>
            </a:r>
            <a:r>
              <a:rPr lang="en-US" altLang="ko-KR" dirty="0"/>
              <a:t>commit</a:t>
            </a:r>
            <a:r>
              <a:rPr lang="ko-KR" altLang="en-US" dirty="0"/>
              <a:t>부터 문제가 </a:t>
            </a:r>
            <a:r>
              <a:rPr lang="ko-KR" altLang="en-US" dirty="0" err="1"/>
              <a:t>생겼는지”를</a:t>
            </a:r>
            <a:r>
              <a:rPr lang="ko-KR" altLang="en-US" dirty="0"/>
              <a:t> 찾는 이분 탐색</a:t>
            </a:r>
            <a:endParaRPr lang="en-US" altLang="ko-KR" dirty="0"/>
          </a:p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/>
              <a:t>bisect</a:t>
            </a:r>
            <a:r>
              <a:rPr lang="ko-KR" altLang="en-US" dirty="0"/>
              <a:t> </a:t>
            </a:r>
            <a:r>
              <a:rPr lang="en-US" altLang="ko-KR" dirty="0"/>
              <a:t>start</a:t>
            </a:r>
          </a:p>
          <a:p>
            <a:r>
              <a:rPr lang="en-US" altLang="ko-KR" dirty="0"/>
              <a:t>git bisect bad </a:t>
            </a:r>
            <a:r>
              <a:rPr lang="ko-KR" altLang="en-US" dirty="0">
                <a:solidFill>
                  <a:srgbClr val="C00000"/>
                </a:solidFill>
              </a:rPr>
              <a:t>d84b237</a:t>
            </a:r>
            <a:endParaRPr lang="en-US" altLang="ko-KR" dirty="0">
              <a:solidFill>
                <a:srgbClr val="C00000"/>
              </a:solidFill>
            </a:endParaRPr>
          </a:p>
          <a:p>
            <a:r>
              <a:rPr lang="en-US" altLang="ko-KR" dirty="0"/>
              <a:t>git bisect good </a:t>
            </a:r>
            <a:r>
              <a:rPr lang="ko-KR" altLang="en-US" dirty="0">
                <a:solidFill>
                  <a:srgbClr val="0070C0"/>
                </a:solidFill>
              </a:rPr>
              <a:t>4546185</a:t>
            </a:r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 dirty="0"/>
              <a:t>git bisect reset</a:t>
            </a:r>
          </a:p>
          <a:p>
            <a:r>
              <a:rPr lang="en-US" altLang="ko-KR" dirty="0"/>
              <a:t>git status</a:t>
            </a:r>
          </a:p>
          <a:p>
            <a:r>
              <a:rPr lang="en-US" altLang="ko-KR" dirty="0"/>
              <a:t>git log –</a:t>
            </a:r>
            <a:r>
              <a:rPr lang="en-US" altLang="ko-KR" dirty="0" err="1"/>
              <a:t>oneline</a:t>
            </a:r>
            <a:r>
              <a:rPr lang="en-US" altLang="ko-KR" dirty="0"/>
              <a:t> –decorate 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D1DDD7-81FB-820F-38F5-9B7AB4CEA689}"/>
              </a:ext>
            </a:extLst>
          </p:cNvPr>
          <p:cNvSpPr txBox="1"/>
          <p:nvPr/>
        </p:nvSpPr>
        <p:spPr>
          <a:xfrm>
            <a:off x="4267200" y="1825625"/>
            <a:ext cx="792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git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log</a:t>
            </a:r>
            <a:r>
              <a:rPr lang="ko-KR" altLang="en-US" sz="1200" dirty="0"/>
              <a:t> --</a:t>
            </a:r>
            <a:r>
              <a:rPr lang="ko-KR" altLang="en-US" sz="1200" dirty="0" err="1"/>
              <a:t>oneline</a:t>
            </a:r>
            <a:endParaRPr lang="ko-KR" altLang="en-US" sz="1200" dirty="0"/>
          </a:p>
          <a:p>
            <a:r>
              <a:rPr lang="ko-KR" altLang="en-US" sz="1200" dirty="0">
                <a:solidFill>
                  <a:srgbClr val="0070C0"/>
                </a:solidFill>
              </a:rPr>
              <a:t>dfd7738 (HEAD -&gt; </a:t>
            </a:r>
            <a:r>
              <a:rPr lang="ko-KR" altLang="en-US" sz="1200" dirty="0" err="1">
                <a:solidFill>
                  <a:srgbClr val="0070C0"/>
                </a:solidFill>
              </a:rPr>
              <a:t>main</a:t>
            </a:r>
            <a:r>
              <a:rPr lang="ko-KR" altLang="en-US" sz="1200" dirty="0">
                <a:solidFill>
                  <a:srgbClr val="0070C0"/>
                </a:solidFill>
              </a:rPr>
              <a:t>, </a:t>
            </a:r>
            <a:r>
              <a:rPr lang="ko-KR" altLang="en-US" sz="1200" dirty="0" err="1">
                <a:solidFill>
                  <a:srgbClr val="0070C0"/>
                </a:solidFill>
              </a:rPr>
              <a:t>origin</a:t>
            </a:r>
            <a:r>
              <a:rPr lang="ko-KR" altLang="en-US" sz="1200" dirty="0">
                <a:solidFill>
                  <a:srgbClr val="0070C0"/>
                </a:solidFill>
              </a:rPr>
              <a:t>/</a:t>
            </a:r>
            <a:r>
              <a:rPr lang="ko-KR" altLang="en-US" sz="1200" dirty="0" err="1">
                <a:solidFill>
                  <a:srgbClr val="0070C0"/>
                </a:solidFill>
              </a:rPr>
              <a:t>main</a:t>
            </a:r>
            <a:r>
              <a:rPr lang="ko-KR" altLang="en-US" sz="1200" dirty="0">
                <a:solidFill>
                  <a:srgbClr val="0070C0"/>
                </a:solidFill>
              </a:rPr>
              <a:t>, </a:t>
            </a:r>
            <a:r>
              <a:rPr lang="ko-KR" altLang="en-US" sz="1200" dirty="0" err="1">
                <a:solidFill>
                  <a:srgbClr val="0070C0"/>
                </a:solidFill>
              </a:rPr>
              <a:t>origin</a:t>
            </a:r>
            <a:r>
              <a:rPr lang="ko-KR" altLang="en-US" sz="1200" dirty="0">
                <a:solidFill>
                  <a:srgbClr val="0070C0"/>
                </a:solidFill>
              </a:rPr>
              <a:t>/HEAD) </a:t>
            </a:r>
            <a:r>
              <a:rPr lang="ko-KR" altLang="en-US" sz="1200" dirty="0" err="1">
                <a:solidFill>
                  <a:srgbClr val="0070C0"/>
                </a:solidFill>
              </a:rPr>
              <a:t>Revert</a:t>
            </a:r>
            <a:r>
              <a:rPr lang="ko-KR" altLang="en-US" sz="1200" dirty="0">
                <a:solidFill>
                  <a:srgbClr val="0070C0"/>
                </a:solidFill>
              </a:rPr>
              <a:t> "</a:t>
            </a:r>
            <a:r>
              <a:rPr lang="ko-KR" altLang="en-US" sz="1200" dirty="0" err="1">
                <a:solidFill>
                  <a:srgbClr val="0070C0"/>
                </a:solidFill>
              </a:rPr>
              <a:t>bug</a:t>
            </a:r>
            <a:r>
              <a:rPr lang="ko-KR" altLang="en-US" sz="1200" dirty="0">
                <a:solidFill>
                  <a:srgbClr val="0070C0"/>
                </a:solidFill>
              </a:rPr>
              <a:t>: </a:t>
            </a:r>
            <a:r>
              <a:rPr lang="ko-KR" altLang="en-US" sz="1200" dirty="0" err="1">
                <a:solidFill>
                  <a:srgbClr val="0070C0"/>
                </a:solidFill>
              </a:rPr>
              <a:t>allow</a:t>
            </a:r>
            <a:r>
              <a:rPr lang="ko-KR" altLang="en-US" sz="1200" dirty="0">
                <a:solidFill>
                  <a:srgbClr val="0070C0"/>
                </a:solidFill>
              </a:rPr>
              <a:t> </a:t>
            </a:r>
            <a:r>
              <a:rPr lang="ko-KR" altLang="en-US" sz="1200" dirty="0" err="1">
                <a:solidFill>
                  <a:srgbClr val="0070C0"/>
                </a:solidFill>
              </a:rPr>
              <a:t>developer</a:t>
            </a:r>
            <a:r>
              <a:rPr lang="ko-KR" altLang="en-US" sz="1200" dirty="0">
                <a:solidFill>
                  <a:srgbClr val="0070C0"/>
                </a:solidFill>
              </a:rPr>
              <a:t> </a:t>
            </a:r>
            <a:r>
              <a:rPr lang="ko-KR" altLang="en-US" sz="1200" dirty="0" err="1">
                <a:solidFill>
                  <a:srgbClr val="0070C0"/>
                </a:solidFill>
              </a:rPr>
              <a:t>sample</a:t>
            </a:r>
            <a:r>
              <a:rPr lang="ko-KR" altLang="en-US" sz="1200" dirty="0">
                <a:solidFill>
                  <a:srgbClr val="0070C0"/>
                </a:solidFill>
              </a:rPr>
              <a:t> </a:t>
            </a:r>
            <a:r>
              <a:rPr lang="ko-KR" altLang="en-US" sz="1200" dirty="0" err="1">
                <a:solidFill>
                  <a:srgbClr val="0070C0"/>
                </a:solidFill>
              </a:rPr>
              <a:t>action</a:t>
            </a:r>
            <a:r>
              <a:rPr lang="ko-KR" altLang="en-US" sz="1200" dirty="0">
                <a:solidFill>
                  <a:srgbClr val="0070C0"/>
                </a:solidFill>
              </a:rPr>
              <a:t> </a:t>
            </a:r>
            <a:r>
              <a:rPr lang="ko-KR" altLang="en-US" sz="1200" dirty="0" err="1">
                <a:solidFill>
                  <a:srgbClr val="0070C0"/>
                </a:solidFill>
              </a:rPr>
              <a:t>by</a:t>
            </a:r>
            <a:r>
              <a:rPr lang="ko-KR" altLang="en-US" sz="1200" dirty="0">
                <a:solidFill>
                  <a:srgbClr val="0070C0"/>
                </a:solidFill>
              </a:rPr>
              <a:t> </a:t>
            </a:r>
            <a:r>
              <a:rPr lang="ko-KR" altLang="en-US" sz="1200" dirty="0" err="1">
                <a:solidFill>
                  <a:srgbClr val="0070C0"/>
                </a:solidFill>
              </a:rPr>
              <a:t>mistake</a:t>
            </a:r>
            <a:r>
              <a:rPr lang="ko-KR" altLang="en-US" sz="1200" dirty="0">
                <a:solidFill>
                  <a:srgbClr val="0070C0"/>
                </a:solidFill>
              </a:rPr>
              <a:t>"</a:t>
            </a:r>
          </a:p>
          <a:p>
            <a:r>
              <a:rPr lang="ko-KR" altLang="en-US" sz="1200" dirty="0">
                <a:solidFill>
                  <a:srgbClr val="C00000"/>
                </a:solidFill>
              </a:rPr>
              <a:t>d84b237 </a:t>
            </a:r>
            <a:r>
              <a:rPr lang="ko-KR" altLang="en-US" sz="1200" dirty="0" err="1">
                <a:solidFill>
                  <a:srgbClr val="C00000"/>
                </a:solidFill>
              </a:rPr>
              <a:t>bug</a:t>
            </a:r>
            <a:r>
              <a:rPr lang="ko-KR" altLang="en-US" sz="1200" dirty="0">
                <a:solidFill>
                  <a:srgbClr val="C00000"/>
                </a:solidFill>
              </a:rPr>
              <a:t>: </a:t>
            </a:r>
            <a:r>
              <a:rPr lang="ko-KR" altLang="en-US" sz="1200" dirty="0" err="1">
                <a:solidFill>
                  <a:srgbClr val="C00000"/>
                </a:solidFill>
              </a:rPr>
              <a:t>allow</a:t>
            </a:r>
            <a:r>
              <a:rPr lang="ko-KR" altLang="en-US" sz="1200" dirty="0">
                <a:solidFill>
                  <a:srgbClr val="C00000"/>
                </a:solidFill>
              </a:rPr>
              <a:t> </a:t>
            </a:r>
            <a:r>
              <a:rPr lang="ko-KR" altLang="en-US" sz="1200" dirty="0" err="1">
                <a:solidFill>
                  <a:srgbClr val="C00000"/>
                </a:solidFill>
              </a:rPr>
              <a:t>developer</a:t>
            </a:r>
            <a:r>
              <a:rPr lang="ko-KR" altLang="en-US" sz="1200" dirty="0">
                <a:solidFill>
                  <a:srgbClr val="C00000"/>
                </a:solidFill>
              </a:rPr>
              <a:t> </a:t>
            </a:r>
            <a:r>
              <a:rPr lang="ko-KR" altLang="en-US" sz="1200" dirty="0" err="1">
                <a:solidFill>
                  <a:srgbClr val="C00000"/>
                </a:solidFill>
              </a:rPr>
              <a:t>sample</a:t>
            </a:r>
            <a:r>
              <a:rPr lang="ko-KR" altLang="en-US" sz="1200" dirty="0">
                <a:solidFill>
                  <a:srgbClr val="C00000"/>
                </a:solidFill>
              </a:rPr>
              <a:t> </a:t>
            </a:r>
            <a:r>
              <a:rPr lang="ko-KR" altLang="en-US" sz="1200" dirty="0" err="1">
                <a:solidFill>
                  <a:srgbClr val="C00000"/>
                </a:solidFill>
              </a:rPr>
              <a:t>action</a:t>
            </a:r>
            <a:r>
              <a:rPr lang="ko-KR" altLang="en-US" sz="1200" dirty="0">
                <a:solidFill>
                  <a:srgbClr val="C00000"/>
                </a:solidFill>
              </a:rPr>
              <a:t> </a:t>
            </a:r>
            <a:r>
              <a:rPr lang="ko-KR" altLang="en-US" sz="1200" dirty="0" err="1">
                <a:solidFill>
                  <a:srgbClr val="C00000"/>
                </a:solidFill>
              </a:rPr>
              <a:t>by</a:t>
            </a:r>
            <a:r>
              <a:rPr lang="ko-KR" altLang="en-US" sz="1200" dirty="0">
                <a:solidFill>
                  <a:srgbClr val="C00000"/>
                </a:solidFill>
              </a:rPr>
              <a:t> </a:t>
            </a:r>
            <a:r>
              <a:rPr lang="ko-KR" altLang="en-US" sz="1200" dirty="0" err="1">
                <a:solidFill>
                  <a:srgbClr val="C00000"/>
                </a:solidFill>
              </a:rPr>
              <a:t>mistake</a:t>
            </a:r>
            <a:endParaRPr lang="ko-KR" altLang="en-US" sz="1200" dirty="0">
              <a:solidFill>
                <a:srgbClr val="C00000"/>
              </a:solidFill>
            </a:endParaRPr>
          </a:p>
          <a:p>
            <a:r>
              <a:rPr lang="ko-KR" altLang="en-US" sz="1200" dirty="0">
                <a:solidFill>
                  <a:srgbClr val="0070C0"/>
                </a:solidFill>
              </a:rPr>
              <a:t>4546185 </a:t>
            </a:r>
            <a:r>
              <a:rPr lang="ko-KR" altLang="en-US" sz="1200" dirty="0" err="1">
                <a:solidFill>
                  <a:srgbClr val="0070C0"/>
                </a:solidFill>
              </a:rPr>
              <a:t>test</a:t>
            </a:r>
            <a:r>
              <a:rPr lang="ko-KR" altLang="en-US" sz="1200" dirty="0">
                <a:solidFill>
                  <a:srgbClr val="0070C0"/>
                </a:solidFill>
              </a:rPr>
              <a:t>: </a:t>
            </a:r>
            <a:r>
              <a:rPr lang="ko-KR" altLang="en-US" sz="1200" dirty="0" err="1">
                <a:solidFill>
                  <a:srgbClr val="0070C0"/>
                </a:solidFill>
              </a:rPr>
              <a:t>add</a:t>
            </a:r>
            <a:r>
              <a:rPr lang="ko-KR" altLang="en-US" sz="1200" dirty="0">
                <a:solidFill>
                  <a:srgbClr val="0070C0"/>
                </a:solidFill>
              </a:rPr>
              <a:t> </a:t>
            </a:r>
            <a:r>
              <a:rPr lang="ko-KR" altLang="en-US" sz="1200" dirty="0" err="1">
                <a:solidFill>
                  <a:srgbClr val="0070C0"/>
                </a:solidFill>
              </a:rPr>
              <a:t>role</a:t>
            </a:r>
            <a:r>
              <a:rPr lang="ko-KR" altLang="en-US" sz="1200" dirty="0">
                <a:solidFill>
                  <a:srgbClr val="0070C0"/>
                </a:solidFill>
              </a:rPr>
              <a:t> </a:t>
            </a:r>
            <a:r>
              <a:rPr lang="ko-KR" altLang="en-US" sz="1200" dirty="0" err="1">
                <a:solidFill>
                  <a:srgbClr val="0070C0"/>
                </a:solidFill>
              </a:rPr>
              <a:t>policy</a:t>
            </a:r>
            <a:r>
              <a:rPr lang="ko-KR" altLang="en-US" sz="1200" dirty="0">
                <a:solidFill>
                  <a:srgbClr val="0070C0"/>
                </a:solidFill>
              </a:rPr>
              <a:t> </a:t>
            </a:r>
            <a:r>
              <a:rPr lang="ko-KR" altLang="en-US" sz="1200" dirty="0" err="1">
                <a:solidFill>
                  <a:srgbClr val="0070C0"/>
                </a:solidFill>
              </a:rPr>
              <a:t>history</a:t>
            </a:r>
            <a:r>
              <a:rPr lang="ko-KR" altLang="en-US" sz="1200" dirty="0">
                <a:solidFill>
                  <a:srgbClr val="0070C0"/>
                </a:solidFill>
              </a:rPr>
              <a:t> </a:t>
            </a:r>
            <a:r>
              <a:rPr lang="ko-KR" altLang="en-US" sz="1200" dirty="0" err="1">
                <a:solidFill>
                  <a:srgbClr val="0070C0"/>
                </a:solidFill>
              </a:rPr>
              <a:t>fixtures</a:t>
            </a:r>
            <a:endParaRPr lang="ko-KR" altLang="en-US" sz="12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4BF98F-D38B-835E-8878-222CB3D99A00}"/>
              </a:ext>
            </a:extLst>
          </p:cNvPr>
          <p:cNvSpPr txBox="1"/>
          <p:nvPr/>
        </p:nvSpPr>
        <p:spPr>
          <a:xfrm>
            <a:off x="5422900" y="3324216"/>
            <a:ext cx="6096000" cy="22929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 err="1"/>
              <a:t>git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bisect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reset</a:t>
            </a:r>
            <a:endParaRPr lang="ko-KR" altLang="en-US" sz="1100" dirty="0"/>
          </a:p>
          <a:p>
            <a:r>
              <a:rPr lang="ko-KR" altLang="en-US" sz="1100" dirty="0" err="1"/>
              <a:t>Already</a:t>
            </a:r>
            <a:r>
              <a:rPr lang="ko-KR" altLang="en-US" sz="1100" dirty="0"/>
              <a:t> </a:t>
            </a:r>
            <a:r>
              <a:rPr lang="ko-KR" altLang="en-US" sz="1100" dirty="0" err="1"/>
              <a:t>on</a:t>
            </a:r>
            <a:r>
              <a:rPr lang="ko-KR" altLang="en-US" sz="1100" dirty="0"/>
              <a:t> '</a:t>
            </a:r>
            <a:r>
              <a:rPr lang="ko-KR" altLang="en-US" sz="1100" dirty="0" err="1"/>
              <a:t>main</a:t>
            </a:r>
            <a:r>
              <a:rPr lang="ko-KR" altLang="en-US" sz="1100" dirty="0"/>
              <a:t>'</a:t>
            </a:r>
          </a:p>
          <a:p>
            <a:r>
              <a:rPr lang="ko-KR" altLang="en-US" sz="1100" dirty="0" err="1"/>
              <a:t>Your</a:t>
            </a:r>
            <a:r>
              <a:rPr lang="ko-KR" altLang="en-US" sz="1100" dirty="0"/>
              <a:t> </a:t>
            </a:r>
            <a:r>
              <a:rPr lang="ko-KR" altLang="en-US" sz="1100" dirty="0" err="1"/>
              <a:t>branch</a:t>
            </a:r>
            <a:r>
              <a:rPr lang="ko-KR" altLang="en-US" sz="1100" dirty="0"/>
              <a:t> </a:t>
            </a:r>
            <a:r>
              <a:rPr lang="ko-KR" altLang="en-US" sz="1100" dirty="0" err="1"/>
              <a:t>is</a:t>
            </a:r>
            <a:r>
              <a:rPr lang="ko-KR" altLang="en-US" sz="1100" dirty="0"/>
              <a:t> </a:t>
            </a:r>
            <a:r>
              <a:rPr lang="ko-KR" altLang="en-US" sz="1100" dirty="0" err="1"/>
              <a:t>up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to</a:t>
            </a:r>
            <a:r>
              <a:rPr lang="ko-KR" altLang="en-US" sz="1100" dirty="0"/>
              <a:t> </a:t>
            </a:r>
            <a:r>
              <a:rPr lang="ko-KR" altLang="en-US" sz="1100" dirty="0" err="1"/>
              <a:t>date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with</a:t>
            </a:r>
            <a:r>
              <a:rPr lang="ko-KR" altLang="en-US" sz="1100" dirty="0"/>
              <a:t> '</a:t>
            </a:r>
            <a:r>
              <a:rPr lang="ko-KR" altLang="en-US" sz="1100" dirty="0" err="1"/>
              <a:t>origin</a:t>
            </a:r>
            <a:r>
              <a:rPr lang="ko-KR" altLang="en-US" sz="1100" dirty="0"/>
              <a:t>/</a:t>
            </a:r>
            <a:r>
              <a:rPr lang="ko-KR" altLang="en-US" sz="1100" dirty="0" err="1"/>
              <a:t>main</a:t>
            </a:r>
            <a:r>
              <a:rPr lang="ko-KR" altLang="en-US" sz="1100" dirty="0"/>
              <a:t>'.</a:t>
            </a:r>
          </a:p>
          <a:p>
            <a:r>
              <a:rPr lang="ko-KR" altLang="en-US" sz="1100" dirty="0" err="1"/>
              <a:t>error</a:t>
            </a:r>
            <a:r>
              <a:rPr lang="ko-KR" altLang="en-US" sz="1100" dirty="0"/>
              <a:t>: </a:t>
            </a:r>
            <a:r>
              <a:rPr lang="ko-KR" altLang="en-US" sz="1100" dirty="0" err="1"/>
              <a:t>could</a:t>
            </a:r>
            <a:r>
              <a:rPr lang="ko-KR" altLang="en-US" sz="1100" dirty="0"/>
              <a:t> </a:t>
            </a:r>
            <a:r>
              <a:rPr lang="ko-KR" altLang="en-US" sz="1100" dirty="0" err="1"/>
              <a:t>not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delete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references</a:t>
            </a:r>
            <a:r>
              <a:rPr lang="ko-KR" altLang="en-US" sz="1100" dirty="0"/>
              <a:t>: </a:t>
            </a:r>
            <a:r>
              <a:rPr lang="ko-KR" altLang="en-US" sz="1100" dirty="0" err="1"/>
              <a:t>cannot</a:t>
            </a:r>
            <a:r>
              <a:rPr lang="ko-KR" altLang="en-US" sz="1100" dirty="0"/>
              <a:t> </a:t>
            </a:r>
            <a:r>
              <a:rPr lang="ko-KR" altLang="en-US" sz="1100" dirty="0" err="1"/>
              <a:t>lock</a:t>
            </a:r>
            <a:r>
              <a:rPr lang="ko-KR" altLang="en-US" sz="1100" dirty="0"/>
              <a:t> </a:t>
            </a:r>
            <a:r>
              <a:rPr lang="ko-KR" altLang="en-US" sz="1100" dirty="0" err="1"/>
              <a:t>ref</a:t>
            </a:r>
            <a:r>
              <a:rPr lang="ko-KR" altLang="en-US" sz="1100" dirty="0"/>
              <a:t> '</a:t>
            </a:r>
            <a:r>
              <a:rPr lang="ko-KR" altLang="en-US" sz="1100" dirty="0" err="1"/>
              <a:t>refs</a:t>
            </a:r>
            <a:r>
              <a:rPr lang="ko-KR" altLang="en-US" sz="1100" dirty="0"/>
              <a:t>/</a:t>
            </a:r>
            <a:r>
              <a:rPr lang="ko-KR" altLang="en-US" sz="1100" dirty="0" err="1"/>
              <a:t>bisect</a:t>
            </a:r>
            <a:r>
              <a:rPr lang="ko-KR" altLang="en-US" sz="1100" dirty="0"/>
              <a:t>/</a:t>
            </a:r>
            <a:r>
              <a:rPr lang="ko-KR" altLang="en-US" sz="1100" dirty="0" err="1"/>
              <a:t>desktop.ini</a:t>
            </a:r>
            <a:r>
              <a:rPr lang="ko-KR" altLang="en-US" sz="1100" dirty="0"/>
              <a:t>': </a:t>
            </a:r>
            <a:r>
              <a:rPr lang="ko-KR" altLang="en-US" sz="1100" dirty="0" err="1"/>
              <a:t>unable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to</a:t>
            </a:r>
            <a:r>
              <a:rPr lang="ko-KR" altLang="en-US" sz="1100" dirty="0"/>
              <a:t> </a:t>
            </a:r>
            <a:r>
              <a:rPr lang="ko-KR" altLang="en-US" sz="1100" dirty="0" err="1"/>
              <a:t>resolve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reference</a:t>
            </a:r>
            <a:r>
              <a:rPr lang="ko-KR" altLang="en-US" sz="1100" dirty="0"/>
              <a:t> '</a:t>
            </a:r>
            <a:r>
              <a:rPr lang="ko-KR" altLang="en-US" sz="1100" dirty="0" err="1"/>
              <a:t>refs</a:t>
            </a:r>
            <a:r>
              <a:rPr lang="ko-KR" altLang="en-US" sz="1100" dirty="0"/>
              <a:t>/</a:t>
            </a:r>
            <a:r>
              <a:rPr lang="ko-KR" altLang="en-US" sz="1100" dirty="0" err="1"/>
              <a:t>bisect</a:t>
            </a:r>
            <a:r>
              <a:rPr lang="ko-KR" altLang="en-US" sz="1100" dirty="0"/>
              <a:t>/</a:t>
            </a:r>
            <a:r>
              <a:rPr lang="ko-KR" altLang="en-US" sz="1100" dirty="0" err="1"/>
              <a:t>desktop.ini</a:t>
            </a:r>
            <a:r>
              <a:rPr lang="ko-KR" altLang="en-US" sz="1100" dirty="0"/>
              <a:t>': </a:t>
            </a:r>
            <a:r>
              <a:rPr lang="ko-KR" altLang="en-US" sz="1100" dirty="0" err="1"/>
              <a:t>reference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broken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en-US" altLang="ko-KR" sz="1100" dirty="0">
                <a:sym typeface="Wingdings" panose="05000000000000000000" pitchFamily="2" charset="2"/>
              </a:rPr>
              <a:t> Git</a:t>
            </a:r>
            <a:r>
              <a:rPr lang="ko-KR" altLang="en-US" sz="1100" dirty="0">
                <a:sym typeface="Wingdings" panose="05000000000000000000" pitchFamily="2" charset="2"/>
              </a:rPr>
              <a:t>이 </a:t>
            </a:r>
            <a:r>
              <a:rPr lang="en-US" altLang="ko-KR" sz="1100" dirty="0">
                <a:sym typeface="Wingdings" panose="05000000000000000000" pitchFamily="2" charset="2"/>
              </a:rPr>
              <a:t>refs/bisect/desktop.ini</a:t>
            </a:r>
            <a:r>
              <a:rPr lang="ko-KR" altLang="en-US" sz="1100" dirty="0">
                <a:sym typeface="Wingdings" panose="05000000000000000000" pitchFamily="2" charset="2"/>
              </a:rPr>
              <a:t>를 </a:t>
            </a:r>
            <a:r>
              <a:rPr lang="en-US" altLang="ko-KR" sz="1100" dirty="0">
                <a:sym typeface="Wingdings" panose="05000000000000000000" pitchFamily="2" charset="2"/>
              </a:rPr>
              <a:t>bisect</a:t>
            </a:r>
            <a:r>
              <a:rPr lang="ko-KR" altLang="en-US" sz="1100" dirty="0">
                <a:sym typeface="Wingdings" panose="05000000000000000000" pitchFamily="2" charset="2"/>
              </a:rPr>
              <a:t>용 </a:t>
            </a:r>
            <a:r>
              <a:rPr lang="en-US" altLang="ko-KR" sz="1100" dirty="0">
                <a:sym typeface="Wingdings" panose="05000000000000000000" pitchFamily="2" charset="2"/>
              </a:rPr>
              <a:t>reference</a:t>
            </a:r>
            <a:r>
              <a:rPr lang="ko-KR" altLang="en-US" sz="1100" dirty="0">
                <a:sym typeface="Wingdings" panose="05000000000000000000" pitchFamily="2" charset="2"/>
              </a:rPr>
              <a:t>처럼 읽으려 했는데</a:t>
            </a:r>
            <a:r>
              <a:rPr lang="en-US" altLang="ko-KR" sz="1100" dirty="0">
                <a:sym typeface="Wingdings" panose="05000000000000000000" pitchFamily="2" charset="2"/>
              </a:rPr>
              <a:t>, </a:t>
            </a:r>
            <a:r>
              <a:rPr lang="ko-KR" altLang="en-US" sz="1100" dirty="0">
                <a:sym typeface="Wingdings" panose="05000000000000000000" pitchFamily="2" charset="2"/>
              </a:rPr>
              <a:t>실제로는 </a:t>
            </a:r>
            <a:r>
              <a:rPr lang="en-US" altLang="ko-KR" sz="1100" dirty="0">
                <a:sym typeface="Wingdings" panose="05000000000000000000" pitchFamily="2" charset="2"/>
              </a:rPr>
              <a:t>Windows</a:t>
            </a:r>
          </a:p>
          <a:p>
            <a:r>
              <a:rPr lang="en-US" altLang="ko-KR" sz="1100" dirty="0">
                <a:sym typeface="Wingdings" panose="05000000000000000000" pitchFamily="2" charset="2"/>
              </a:rPr>
              <a:t>  metadata</a:t>
            </a:r>
            <a:r>
              <a:rPr lang="ko-KR" altLang="en-US" sz="1100" dirty="0">
                <a:sym typeface="Wingdings" panose="05000000000000000000" pitchFamily="2" charset="2"/>
              </a:rPr>
              <a:t>라서 깨진 </a:t>
            </a:r>
            <a:r>
              <a:rPr lang="en-US" altLang="ko-KR" sz="1100" dirty="0">
                <a:sym typeface="Wingdings" panose="05000000000000000000" pitchFamily="2" charset="2"/>
              </a:rPr>
              <a:t>ref</a:t>
            </a:r>
            <a:r>
              <a:rPr lang="ko-KR" altLang="en-US" sz="1100" dirty="0">
                <a:sym typeface="Wingdings" panose="05000000000000000000" pitchFamily="2" charset="2"/>
              </a:rPr>
              <a:t>로 봄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sz="1100" dirty="0">
                <a:sym typeface="Wingdings" panose="05000000000000000000" pitchFamily="2" charset="2"/>
              </a:rPr>
              <a:t>.git </a:t>
            </a:r>
            <a:r>
              <a:rPr lang="ko-KR" altLang="en-US" sz="1100" dirty="0">
                <a:sym typeface="Wingdings" panose="05000000000000000000" pitchFamily="2" charset="2"/>
              </a:rPr>
              <a:t>내부의 </a:t>
            </a:r>
            <a:r>
              <a:rPr lang="en-US" altLang="ko-KR" sz="1100" dirty="0">
                <a:sym typeface="Wingdings" panose="05000000000000000000" pitchFamily="2" charset="2"/>
              </a:rPr>
              <a:t>desktop.ini</a:t>
            </a:r>
            <a:r>
              <a:rPr lang="ko-KR" altLang="en-US" sz="1100" dirty="0">
                <a:sym typeface="Wingdings" panose="05000000000000000000" pitchFamily="2" charset="2"/>
              </a:rPr>
              <a:t>를 다시 제거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è"/>
            </a:pPr>
            <a:endParaRPr lang="en-US" altLang="ko-KR" sz="1100" dirty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sz="1100" dirty="0"/>
              <a:t>$</a:t>
            </a:r>
            <a:r>
              <a:rPr lang="en-US" altLang="ko-KR" sz="1100" dirty="0" err="1"/>
              <a:t>gitDir</a:t>
            </a:r>
            <a:r>
              <a:rPr lang="en-US" altLang="ko-KR" sz="1100" dirty="0"/>
              <a:t> = (Resolve-Path '.git').Path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sz="1100" dirty="0"/>
              <a:t>$items = Get-</a:t>
            </a:r>
            <a:r>
              <a:rPr lang="en-US" altLang="ko-KR" sz="1100" dirty="0" err="1"/>
              <a:t>ChildItem</a:t>
            </a:r>
            <a:r>
              <a:rPr lang="en-US" altLang="ko-KR" sz="1100" dirty="0"/>
              <a:t> -</a:t>
            </a:r>
            <a:r>
              <a:rPr lang="en-US" altLang="ko-KR" sz="1100" dirty="0" err="1"/>
              <a:t>LiteralPath</a:t>
            </a:r>
            <a:r>
              <a:rPr lang="en-US" altLang="ko-KR" sz="1100" dirty="0"/>
              <a:t> $</a:t>
            </a:r>
            <a:r>
              <a:rPr lang="en-US" altLang="ko-KR" sz="1100" dirty="0" err="1"/>
              <a:t>gitDir</a:t>
            </a:r>
            <a:r>
              <a:rPr lang="en-US" altLang="ko-KR" sz="1100" dirty="0"/>
              <a:t> -Recurse -Force -Filter desktop.ini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US" altLang="ko-KR" sz="1100" dirty="0"/>
              <a:t>$items | </a:t>
            </a:r>
            <a:r>
              <a:rPr lang="en-US" altLang="ko-KR" sz="1100" dirty="0" err="1"/>
              <a:t>ForEach</a:t>
            </a:r>
            <a:r>
              <a:rPr lang="en-US" altLang="ko-KR" sz="1100" dirty="0"/>
              <a:t>-Object { Remove-Item -</a:t>
            </a:r>
            <a:r>
              <a:rPr lang="en-US" altLang="ko-KR" sz="1100" dirty="0" err="1"/>
              <a:t>LiteralPath</a:t>
            </a:r>
            <a:r>
              <a:rPr lang="en-US" altLang="ko-KR" sz="1100" dirty="0"/>
              <a:t> $_.</a:t>
            </a:r>
            <a:r>
              <a:rPr lang="en-US" altLang="ko-KR" sz="1100" dirty="0" err="1"/>
              <a:t>FullName</a:t>
            </a:r>
            <a:r>
              <a:rPr lang="en-US" altLang="ko-KR" sz="1100" dirty="0"/>
              <a:t> -Force }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27737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F46585-8F2F-2D8A-2A30-1E12B00AA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CH03 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A6FB03-8CF2-5262-CB61-1B7603AE6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오늘 한 것</a:t>
            </a:r>
            <a:r>
              <a:rPr lang="en-US" altLang="ko-KR" dirty="0"/>
              <a:t>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- git log</a:t>
            </a:r>
            <a:r>
              <a:rPr lang="ko-KR" altLang="en-US" dirty="0"/>
              <a:t>로 </a:t>
            </a:r>
            <a:r>
              <a:rPr lang="en-US" altLang="ko-KR" dirty="0"/>
              <a:t>history </a:t>
            </a:r>
            <a:r>
              <a:rPr lang="ko-KR" altLang="en-US" dirty="0"/>
              <a:t>흐름 읽기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 git show --stat, git show HEAD</a:t>
            </a:r>
            <a:r>
              <a:rPr lang="ko-KR" altLang="en-US" dirty="0"/>
              <a:t>로 </a:t>
            </a:r>
            <a:r>
              <a:rPr lang="en-US" altLang="ko-KR" dirty="0"/>
              <a:t>commit </a:t>
            </a:r>
            <a:r>
              <a:rPr lang="ko-KR" altLang="en-US" dirty="0"/>
              <a:t>내용 확인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 v0.1.0 tag </a:t>
            </a:r>
            <a:r>
              <a:rPr lang="ko-KR" altLang="en-US" dirty="0"/>
              <a:t>생성 및 </a:t>
            </a:r>
            <a:r>
              <a:rPr lang="en-US" altLang="ko-KR" dirty="0"/>
              <a:t>push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- stash push, stash show, stash pop </a:t>
            </a:r>
            <a:r>
              <a:rPr lang="ko-KR" altLang="en-US" dirty="0"/>
              <a:t>실습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의도적 </a:t>
            </a:r>
            <a:r>
              <a:rPr lang="en-US" altLang="ko-KR" dirty="0"/>
              <a:t>bad commit </a:t>
            </a:r>
            <a:r>
              <a:rPr lang="ko-KR" altLang="en-US" dirty="0"/>
              <a:t>생성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 git revert</a:t>
            </a:r>
            <a:r>
              <a:rPr lang="ko-KR" altLang="en-US" dirty="0"/>
              <a:t>로 안전한 복구 </a:t>
            </a:r>
            <a:r>
              <a:rPr lang="en-US" altLang="ko-KR" dirty="0"/>
              <a:t>commit </a:t>
            </a:r>
            <a:r>
              <a:rPr lang="ko-KR" altLang="en-US" dirty="0"/>
              <a:t>생성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 git bisect</a:t>
            </a:r>
            <a:r>
              <a:rPr lang="ko-KR" altLang="en-US" dirty="0"/>
              <a:t>로 </a:t>
            </a:r>
            <a:r>
              <a:rPr lang="en-US" altLang="ko-KR" dirty="0"/>
              <a:t>first bad commit </a:t>
            </a:r>
            <a:r>
              <a:rPr lang="ko-KR" altLang="en-US" dirty="0"/>
              <a:t>찾기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  </a:t>
            </a:r>
            <a:r>
              <a:rPr lang="en-US" altLang="ko-KR" dirty="0"/>
              <a:t>- desktop.ini</a:t>
            </a:r>
            <a:r>
              <a:rPr lang="ko-KR" altLang="en-US" dirty="0"/>
              <a:t>로 인한 </a:t>
            </a:r>
            <a:r>
              <a:rPr lang="en-US" altLang="ko-KR" dirty="0"/>
              <a:t>.git/refs </a:t>
            </a:r>
            <a:r>
              <a:rPr lang="ko-KR" altLang="en-US" dirty="0"/>
              <a:t>오염도 진단하고 정리</a:t>
            </a: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1. git log</a:t>
            </a:r>
            <a:r>
              <a:rPr lang="ko-KR" altLang="en-US" dirty="0"/>
              <a:t>와 </a:t>
            </a:r>
            <a:r>
              <a:rPr lang="en-US" altLang="ko-KR" dirty="0"/>
              <a:t>git show</a:t>
            </a:r>
            <a:r>
              <a:rPr lang="ko-KR" altLang="en-US" dirty="0"/>
              <a:t>의 차이는 무엇인가요</a:t>
            </a:r>
            <a:r>
              <a:rPr lang="en-US" altLang="ko-KR" dirty="0"/>
              <a:t>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`git log`</a:t>
            </a:r>
            <a:r>
              <a:rPr lang="ko-KR" altLang="en-US" dirty="0"/>
              <a:t>는 </a:t>
            </a:r>
            <a:r>
              <a:rPr lang="en-US" altLang="ko-KR" dirty="0"/>
              <a:t>commit history</a:t>
            </a:r>
            <a:r>
              <a:rPr lang="ko-KR" altLang="en-US" dirty="0"/>
              <a:t>의 흐름을 보여준다</a:t>
            </a:r>
            <a:r>
              <a:rPr lang="en-US" altLang="ko-KR" dirty="0"/>
              <a:t>. </a:t>
            </a:r>
            <a:r>
              <a:rPr lang="ko-KR" altLang="en-US" dirty="0"/>
              <a:t>누가 어떤 </a:t>
            </a:r>
            <a:r>
              <a:rPr lang="en-US" altLang="ko-KR" dirty="0"/>
              <a:t>commit</a:t>
            </a:r>
            <a:r>
              <a:rPr lang="ko-KR" altLang="en-US" dirty="0"/>
              <a:t>을 어떤 순서로 쌓았는지 읽을 때 사용</a:t>
            </a:r>
            <a:r>
              <a:rPr lang="en-US" altLang="ko-KR" dirty="0"/>
              <a:t>; `git show`</a:t>
            </a:r>
            <a:r>
              <a:rPr lang="ko-KR" altLang="en-US" dirty="0"/>
              <a:t>는 특정 </a:t>
            </a:r>
            <a:r>
              <a:rPr lang="en-US" altLang="ko-KR" dirty="0"/>
              <a:t>commit</a:t>
            </a:r>
            <a:r>
              <a:rPr lang="ko-KR" altLang="en-US" dirty="0"/>
              <a:t>의 내용을 확인한다</a:t>
            </a:r>
            <a:r>
              <a:rPr lang="en-US" altLang="ko-KR" dirty="0"/>
              <a:t>. </a:t>
            </a:r>
            <a:r>
              <a:rPr lang="ko-KR" altLang="en-US" dirty="0"/>
              <a:t>어떤 파일이 얼마나 바뀌었는지</a:t>
            </a:r>
            <a:r>
              <a:rPr lang="en-US" altLang="ko-KR" dirty="0"/>
              <a:t>, </a:t>
            </a:r>
            <a:r>
              <a:rPr lang="ko-KR" altLang="en-US" dirty="0"/>
              <a:t>실제 </a:t>
            </a:r>
            <a:r>
              <a:rPr lang="en-US" altLang="ko-KR" dirty="0"/>
              <a:t>patch</a:t>
            </a:r>
            <a:r>
              <a:rPr lang="ko-KR" altLang="en-US" dirty="0"/>
              <a:t>가 무엇인지 볼 수 있다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2. tag</a:t>
            </a:r>
            <a:r>
              <a:rPr lang="ko-KR" altLang="en-US" dirty="0"/>
              <a:t>는 </a:t>
            </a:r>
            <a:r>
              <a:rPr lang="en-US" altLang="ko-KR" dirty="0"/>
              <a:t>branch</a:t>
            </a:r>
            <a:r>
              <a:rPr lang="ko-KR" altLang="en-US" dirty="0"/>
              <a:t>와 무엇이 </a:t>
            </a:r>
            <a:r>
              <a:rPr lang="ko-KR" altLang="en-US" dirty="0" err="1"/>
              <a:t>다른가요</a:t>
            </a:r>
            <a:r>
              <a:rPr lang="en-US" altLang="ko-KR" dirty="0"/>
              <a:t>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`tag`</a:t>
            </a:r>
            <a:r>
              <a:rPr lang="ko-KR" altLang="en-US" dirty="0"/>
              <a:t>는 </a:t>
            </a:r>
            <a:r>
              <a:rPr lang="en-US" altLang="ko-KR" dirty="0"/>
              <a:t>release point</a:t>
            </a:r>
            <a:r>
              <a:rPr lang="ko-KR" altLang="en-US" dirty="0"/>
              <a:t>나 기준 </a:t>
            </a:r>
            <a:r>
              <a:rPr lang="en-US" altLang="ko-KR" dirty="0"/>
              <a:t>commit</a:t>
            </a:r>
            <a:r>
              <a:rPr lang="ko-KR" altLang="en-US" dirty="0"/>
              <a:t>을 고정하는 </a:t>
            </a:r>
            <a:r>
              <a:rPr lang="en-US" altLang="ko-KR" dirty="0"/>
              <a:t>ref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3. stash</a:t>
            </a:r>
            <a:r>
              <a:rPr lang="ko-KR" altLang="en-US" dirty="0"/>
              <a:t>는 어떤 상황에서 쓰나요</a:t>
            </a:r>
            <a:r>
              <a:rPr lang="en-US" altLang="ko-KR" dirty="0"/>
              <a:t>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`stash`</a:t>
            </a:r>
            <a:r>
              <a:rPr lang="ko-KR" altLang="en-US" dirty="0"/>
              <a:t>는 아직 </a:t>
            </a:r>
            <a:r>
              <a:rPr lang="en-US" altLang="ko-KR" dirty="0"/>
              <a:t>commit</a:t>
            </a:r>
            <a:r>
              <a:rPr lang="ko-KR" altLang="en-US" dirty="0"/>
              <a:t>하기에는 완성되지 않았지만</a:t>
            </a:r>
            <a:r>
              <a:rPr lang="en-US" altLang="ko-KR" dirty="0"/>
              <a:t>, </a:t>
            </a:r>
            <a:r>
              <a:rPr lang="ko-KR" altLang="en-US" dirty="0"/>
              <a:t>잠시 </a:t>
            </a:r>
            <a:r>
              <a:rPr lang="en-US" altLang="ko-KR" dirty="0"/>
              <a:t>working tree</a:t>
            </a:r>
            <a:r>
              <a:rPr lang="ko-KR" altLang="en-US" dirty="0"/>
              <a:t>를 </a:t>
            </a:r>
            <a:r>
              <a:rPr lang="en-US" altLang="ko-KR" dirty="0"/>
              <a:t>clean</a:t>
            </a:r>
            <a:r>
              <a:rPr lang="ko-KR" altLang="en-US" dirty="0"/>
              <a:t>하게 만들고 싶을 때 쓰는 임시 저장소</a:t>
            </a:r>
            <a:endParaRPr lang="en-US" altLang="ko-KR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4. </a:t>
            </a:r>
            <a:r>
              <a:rPr lang="ko-KR" altLang="en-US" dirty="0"/>
              <a:t>공유된 </a:t>
            </a:r>
            <a:r>
              <a:rPr lang="en-US" altLang="ko-KR" dirty="0"/>
              <a:t>branch</a:t>
            </a:r>
            <a:r>
              <a:rPr lang="ko-KR" altLang="en-US" dirty="0"/>
              <a:t>에서는 왜 </a:t>
            </a:r>
            <a:r>
              <a:rPr lang="en-US" altLang="ko-KR" dirty="0"/>
              <a:t>reset --hard</a:t>
            </a:r>
            <a:r>
              <a:rPr lang="ko-KR" altLang="en-US" dirty="0"/>
              <a:t>보다 </a:t>
            </a:r>
            <a:r>
              <a:rPr lang="en-US" altLang="ko-KR" dirty="0"/>
              <a:t>revert</a:t>
            </a:r>
            <a:r>
              <a:rPr lang="ko-KR" altLang="en-US" dirty="0"/>
              <a:t>가 안전한가요</a:t>
            </a:r>
            <a:r>
              <a:rPr lang="en-US" altLang="ko-KR" dirty="0"/>
              <a:t>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공유된 </a:t>
            </a:r>
            <a:r>
              <a:rPr lang="en-US" altLang="ko-KR" dirty="0"/>
              <a:t>branch</a:t>
            </a:r>
            <a:r>
              <a:rPr lang="ko-KR" altLang="en-US" dirty="0"/>
              <a:t>에서는 </a:t>
            </a:r>
            <a:r>
              <a:rPr lang="en-US" altLang="ko-KR" dirty="0"/>
              <a:t>`reset --hard`</a:t>
            </a:r>
            <a:r>
              <a:rPr lang="ko-KR" altLang="en-US" dirty="0"/>
              <a:t>보다 </a:t>
            </a:r>
            <a:r>
              <a:rPr lang="en-US" altLang="ko-KR" dirty="0"/>
              <a:t>`revert`</a:t>
            </a:r>
            <a:r>
              <a:rPr lang="ko-KR" altLang="en-US" dirty="0"/>
              <a:t>가 안전</a:t>
            </a:r>
            <a:r>
              <a:rPr lang="en-US" altLang="ko-KR" dirty="0"/>
              <a:t>. </a:t>
            </a:r>
            <a:r>
              <a:rPr lang="ko-KR" altLang="en-US" dirty="0"/>
              <a:t>잘못된 변경 이력과 되돌린 이력이 모두 공유되어 추적성과 감사 가능성이 남기 때문이다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  5. bisect</a:t>
            </a:r>
            <a:r>
              <a:rPr lang="ko-KR" altLang="en-US" dirty="0"/>
              <a:t>는 어떤 문제를 풀기 위한 도구인가요</a:t>
            </a:r>
            <a:r>
              <a:rPr lang="en-US" altLang="ko-KR" dirty="0"/>
              <a:t>?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ko-KR" dirty="0"/>
              <a:t>`bisect`</a:t>
            </a:r>
            <a:r>
              <a:rPr lang="ko-KR" altLang="en-US" dirty="0"/>
              <a:t>는 어느 </a:t>
            </a:r>
            <a:r>
              <a:rPr lang="en-US" altLang="ko-KR" dirty="0"/>
              <a:t>commit</a:t>
            </a:r>
            <a:r>
              <a:rPr lang="ko-KR" altLang="en-US" dirty="0"/>
              <a:t>부터 문제가 생겼는지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first bad commit</a:t>
            </a:r>
            <a:r>
              <a:rPr lang="ko-KR" altLang="en-US" dirty="0"/>
              <a:t>을 찾기 위한 도구다</a:t>
            </a:r>
          </a:p>
        </p:txBody>
      </p:sp>
    </p:spTree>
    <p:extLst>
      <p:ext uri="{BB962C8B-B14F-4D97-AF65-F5344CB8AC3E}">
        <p14:creationId xmlns:p14="http://schemas.microsoft.com/office/powerpoint/2010/main" val="2997567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5277</Words>
  <Application>Microsoft Office PowerPoint</Application>
  <PresentationFormat>와이드스크린</PresentationFormat>
  <Paragraphs>885</Paragraphs>
  <Slides>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Office 테마</vt:lpstr>
      <vt:lpstr>Ch03 History Inspection and Recovery</vt:lpstr>
      <vt:lpstr>Contents</vt:lpstr>
      <vt:lpstr>Step 1. history 눈으로 읽기</vt:lpstr>
      <vt:lpstr>Step 2. release notes 추가 후 tag 찍기</vt:lpstr>
      <vt:lpstr>Step 3. stash</vt:lpstr>
      <vt:lpstr>Step 4. revert / reset 비교</vt:lpstr>
      <vt:lpstr>Step 4. revert / reset 비교</vt:lpstr>
      <vt:lpstr>Step 5. bisect : </vt:lpstr>
      <vt:lpstr>CH03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Hyun-Jung Kim</dc:creator>
  <cp:lastModifiedBy>Hyun-Jung Kim</cp:lastModifiedBy>
  <cp:revision>1</cp:revision>
  <dcterms:created xsi:type="dcterms:W3CDTF">2026-04-26T15:48:09Z</dcterms:created>
  <dcterms:modified xsi:type="dcterms:W3CDTF">2026-04-26T18:42:15Z</dcterms:modified>
</cp:coreProperties>
</file>