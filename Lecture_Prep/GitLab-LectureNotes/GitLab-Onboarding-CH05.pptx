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3" autoAdjust="0"/>
    <p:restoredTop sz="73818" autoAdjust="0"/>
  </p:normalViewPr>
  <p:slideViewPr>
    <p:cSldViewPr snapToGrid="0" showGuides="1">
      <p:cViewPr>
        <p:scale>
          <a:sx n="125" d="100"/>
          <a:sy n="125" d="100"/>
        </p:scale>
        <p:origin x="-264" y="-948"/>
      </p:cViewPr>
      <p:guideLst>
        <p:guide orient="horz" pos="25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D58B7-91AB-43C2-8C0E-B932D18C5733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386215-EFCE-44F2-AED8-34445DA96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600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이제 </a:t>
            </a:r>
            <a:r>
              <a:rPr lang="en-US" altLang="ko-KR" dirty="0"/>
              <a:t>CH05</a:t>
            </a:r>
            <a:r>
              <a:rPr lang="ko-KR" altLang="en-US" dirty="0"/>
              <a:t>의 첫 산출물을 만들겠습니다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개념</a:t>
            </a:r>
          </a:p>
          <a:p>
            <a:endParaRPr lang="ko-KR" altLang="en-US" dirty="0"/>
          </a:p>
          <a:p>
            <a:r>
              <a:rPr lang="ko-KR" altLang="en-US" dirty="0"/>
              <a:t>  이번에 추가할 세 파일은 “코드 </a:t>
            </a:r>
            <a:r>
              <a:rPr lang="ko-KR" altLang="en-US" dirty="0" err="1"/>
              <a:t>기능”이</a:t>
            </a:r>
            <a:r>
              <a:rPr lang="ko-KR" altLang="en-US" dirty="0"/>
              <a:t> 아니라 “협업 운영 </a:t>
            </a:r>
            <a:r>
              <a:rPr lang="ko-KR" altLang="en-US" dirty="0" err="1"/>
              <a:t>표준”입니다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.</a:t>
            </a:r>
            <a:r>
              <a:rPr lang="en-US" altLang="ko-KR" dirty="0" err="1"/>
              <a:t>gitlab</a:t>
            </a:r>
            <a:r>
              <a:rPr lang="en-US" altLang="ko-KR" dirty="0"/>
              <a:t>/merge_request_templates/standard.md</a:t>
            </a:r>
          </a:p>
          <a:p>
            <a:r>
              <a:rPr lang="en-US" altLang="ko-KR" dirty="0"/>
              <a:t>      - MR</a:t>
            </a:r>
            <a:r>
              <a:rPr lang="ko-KR" altLang="en-US" dirty="0"/>
              <a:t>을 만들 때 </a:t>
            </a:r>
            <a:r>
              <a:rPr lang="en-US" altLang="ko-KR" dirty="0"/>
              <a:t>description</a:t>
            </a:r>
            <a:r>
              <a:rPr lang="ko-KR" altLang="en-US" dirty="0"/>
              <a:t>에 빠지면 안 되는 항목을 </a:t>
            </a:r>
            <a:r>
              <a:rPr lang="ko-KR" altLang="en-US" dirty="0" err="1"/>
              <a:t>표준화합니다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CODEOWNERS</a:t>
            </a:r>
          </a:p>
          <a:p>
            <a:r>
              <a:rPr lang="en-US" altLang="ko-KR" dirty="0"/>
              <a:t>      - </a:t>
            </a:r>
            <a:r>
              <a:rPr lang="ko-KR" altLang="en-US" dirty="0"/>
              <a:t>어떤 경로나 파일을 누가 </a:t>
            </a:r>
            <a:r>
              <a:rPr lang="en-US" altLang="ko-KR" dirty="0"/>
              <a:t>review</a:t>
            </a:r>
            <a:r>
              <a:rPr lang="ko-KR" altLang="en-US" dirty="0"/>
              <a:t>해야 하는지 저장소 안에 기록합니다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docs/review-checklist.md</a:t>
            </a:r>
          </a:p>
          <a:p>
            <a:r>
              <a:rPr lang="en-US" altLang="ko-KR" dirty="0"/>
              <a:t>      - reviewer</a:t>
            </a:r>
            <a:r>
              <a:rPr lang="ko-KR" altLang="en-US" dirty="0"/>
              <a:t>와 </a:t>
            </a:r>
            <a:r>
              <a:rPr lang="en-US" altLang="ko-KR" dirty="0"/>
              <a:t>maintainer</a:t>
            </a:r>
            <a:r>
              <a:rPr lang="ko-KR" altLang="en-US" dirty="0"/>
              <a:t>가 </a:t>
            </a:r>
            <a:r>
              <a:rPr lang="en-US" altLang="ko-KR" dirty="0"/>
              <a:t>MR</a:t>
            </a:r>
            <a:r>
              <a:rPr lang="ko-KR" altLang="en-US" dirty="0"/>
              <a:t>을 볼 때 확인할 기준입니다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Step 2. CH05 </a:t>
            </a:r>
            <a:r>
              <a:rPr lang="ko-KR" altLang="en-US" dirty="0"/>
              <a:t>파일 복사</a:t>
            </a:r>
          </a:p>
          <a:p>
            <a:endParaRPr lang="ko-KR" altLang="en-US" dirty="0"/>
          </a:p>
          <a:p>
            <a:r>
              <a:rPr lang="ko-KR" altLang="en-US" dirty="0"/>
              <a:t>  아래를 그대로 입력하세요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New-Item -ItemType Directory -Force .\.</a:t>
            </a:r>
            <a:r>
              <a:rPr lang="en-US" altLang="ko-KR" dirty="0" err="1"/>
              <a:t>gitlab</a:t>
            </a:r>
            <a:r>
              <a:rPr lang="en-US" altLang="ko-KR" dirty="0"/>
              <a:t>\</a:t>
            </a:r>
            <a:r>
              <a:rPr lang="en-US" altLang="ko-KR" dirty="0" err="1"/>
              <a:t>merge_request_templates</a:t>
            </a:r>
            <a:r>
              <a:rPr lang="en-US" altLang="ko-KR" dirty="0"/>
              <a:t> | Out-Null</a:t>
            </a:r>
          </a:p>
          <a:p>
            <a:endParaRPr lang="en-US" altLang="ko-KR" dirty="0"/>
          </a:p>
          <a:p>
            <a:r>
              <a:rPr lang="en-US" altLang="ko-KR" dirty="0"/>
              <a:t>  Copy-Item "C:\Users\angpa\myProjects\Daily_Work\GitLab-Manual\GitLab-Onboarding-</a:t>
            </a:r>
          </a:p>
          <a:p>
            <a:r>
              <a:rPr lang="en-US" altLang="ko-KR" dirty="0"/>
              <a:t>  Lectures\tutorials\CH05-GitLab-Project-Structure-Permissions-and-</a:t>
            </a:r>
          </a:p>
          <a:p>
            <a:r>
              <a:rPr lang="en-US" altLang="ko-KR" dirty="0"/>
              <a:t>  MR\assets\.</a:t>
            </a:r>
            <a:r>
              <a:rPr lang="en-US" altLang="ko-KR" dirty="0" err="1"/>
              <a:t>gitlab</a:t>
            </a:r>
            <a:r>
              <a:rPr lang="en-US" altLang="ko-KR" dirty="0"/>
              <a:t>\</a:t>
            </a:r>
            <a:r>
              <a:rPr lang="en-US" altLang="ko-KR" dirty="0" err="1"/>
              <a:t>merge_request_templates</a:t>
            </a:r>
            <a:r>
              <a:rPr lang="en-US" altLang="ko-KR" dirty="0"/>
              <a:t>\standard.md" .</a:t>
            </a:r>
          </a:p>
          <a:p>
            <a:r>
              <a:rPr lang="en-US" altLang="ko-KR" dirty="0"/>
              <a:t>  \.</a:t>
            </a:r>
            <a:r>
              <a:rPr lang="en-US" altLang="ko-KR" dirty="0" err="1"/>
              <a:t>gitlab</a:t>
            </a:r>
            <a:r>
              <a:rPr lang="en-US" altLang="ko-KR" dirty="0"/>
              <a:t>\merge_request_templates\standard.md</a:t>
            </a:r>
          </a:p>
          <a:p>
            <a:endParaRPr lang="en-US" altLang="ko-KR" dirty="0"/>
          </a:p>
          <a:p>
            <a:r>
              <a:rPr lang="en-US" altLang="ko-KR" dirty="0"/>
              <a:t>  Copy-Item "C:\Users\angpa\myProjects\Daily_Work\GitLab-Manual\GitLab-Onboarding-</a:t>
            </a:r>
          </a:p>
          <a:p>
            <a:r>
              <a:rPr lang="en-US" altLang="ko-KR" dirty="0"/>
              <a:t>  Lectures\tutorials\CH05-GitLab-Project-Structure-Permissions-and-MR\assets\CODEOWNERS" .</a:t>
            </a:r>
          </a:p>
          <a:p>
            <a:r>
              <a:rPr lang="en-US" altLang="ko-KR" dirty="0"/>
              <a:t>  \CODEOWNERS</a:t>
            </a:r>
          </a:p>
          <a:p>
            <a:endParaRPr lang="en-US" altLang="ko-KR" dirty="0"/>
          </a:p>
          <a:p>
            <a:r>
              <a:rPr lang="en-US" altLang="ko-KR" dirty="0"/>
              <a:t>  Copy-Item "C:\Users\angpa\myProjects\Daily_Work\GitLab-Manual\GitLab-Onboarding-</a:t>
            </a:r>
          </a:p>
          <a:p>
            <a:r>
              <a:rPr lang="en-US" altLang="ko-KR" dirty="0"/>
              <a:t>  Lectures\tutorials\CH05-GitLab-Project-Structure-Permissions-and-MR\assets\docs\review-</a:t>
            </a:r>
          </a:p>
          <a:p>
            <a:r>
              <a:rPr lang="en-US" altLang="ko-KR" dirty="0"/>
              <a:t>  checklist.md" .\docs\review-checklist.md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Get-Content .\.</a:t>
            </a:r>
            <a:r>
              <a:rPr lang="en-US" altLang="ko-KR" dirty="0" err="1"/>
              <a:t>gitlab</a:t>
            </a:r>
            <a:r>
              <a:rPr lang="en-US" altLang="ko-KR" dirty="0"/>
              <a:t>\merge_request_templates\standard.md</a:t>
            </a:r>
          </a:p>
          <a:p>
            <a:r>
              <a:rPr lang="en-US" altLang="ko-KR" dirty="0"/>
              <a:t>  Get-Content .\CODEOWNERS</a:t>
            </a:r>
          </a:p>
          <a:p>
            <a:r>
              <a:rPr lang="en-US" altLang="ko-KR" dirty="0"/>
              <a:t>  Get-Content .\docs\review-checklist.md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기대 상태는 </a:t>
            </a:r>
            <a:r>
              <a:rPr lang="en-US" altLang="ko-KR" dirty="0"/>
              <a:t>git status</a:t>
            </a:r>
            <a:r>
              <a:rPr lang="ko-KR" altLang="en-US" dirty="0"/>
              <a:t>에 아래 세 파일이 </a:t>
            </a:r>
            <a:r>
              <a:rPr lang="en-US" altLang="ko-KR" dirty="0"/>
              <a:t>Untracked files</a:t>
            </a:r>
            <a:r>
              <a:rPr lang="ko-KR" altLang="en-US" dirty="0"/>
              <a:t>로 보이는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.</a:t>
            </a:r>
            <a:r>
              <a:rPr lang="en-US" altLang="ko-KR" dirty="0" err="1"/>
              <a:t>gitlab</a:t>
            </a:r>
            <a:r>
              <a:rPr lang="en-US" altLang="ko-KR" dirty="0"/>
              <a:t>/</a:t>
            </a:r>
          </a:p>
          <a:p>
            <a:r>
              <a:rPr lang="en-US" altLang="ko-KR" dirty="0"/>
              <a:t>  CODEOWNERS</a:t>
            </a:r>
          </a:p>
          <a:p>
            <a:r>
              <a:rPr lang="en-US" altLang="ko-KR" dirty="0"/>
              <a:t>  docs/review-checklist.md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결과를 붙여 주세요</a:t>
            </a:r>
            <a:r>
              <a:rPr lang="en-US" altLang="ko-KR" dirty="0"/>
              <a:t>. </a:t>
            </a:r>
            <a:r>
              <a:rPr lang="ko-KR" altLang="en-US" dirty="0"/>
              <a:t>그 다음 </a:t>
            </a:r>
            <a:r>
              <a:rPr lang="en-US" altLang="ko-KR" dirty="0"/>
              <a:t>git add, diff --staged, commit</a:t>
            </a:r>
            <a:r>
              <a:rPr lang="ko-KR" altLang="en-US" dirty="0"/>
              <a:t>으로 넘어가겠습니다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86215-EFCE-44F2-AED8-34445DA968E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360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CODEOWNERS </a:t>
            </a:r>
            <a:r>
              <a:rPr lang="ko-KR" altLang="en-US" dirty="0"/>
              <a:t>설명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CODEOWNERS</a:t>
            </a:r>
            <a:r>
              <a:rPr lang="ko-KR" altLang="en-US" dirty="0"/>
              <a:t>는 저장소 안에서 “이 파일이나 폴더는 누가 책임지고 </a:t>
            </a:r>
            <a:r>
              <a:rPr lang="en-US" altLang="ko-KR" dirty="0"/>
              <a:t>review</a:t>
            </a:r>
            <a:r>
              <a:rPr lang="ko-KR" altLang="en-US" dirty="0"/>
              <a:t>해야 </a:t>
            </a:r>
            <a:r>
              <a:rPr lang="ko-KR" altLang="en-US" dirty="0" err="1"/>
              <a:t>하는가”를</a:t>
            </a:r>
            <a:r>
              <a:rPr lang="ko-KR" altLang="en-US" dirty="0"/>
              <a:t> 선언하는</a:t>
            </a:r>
          </a:p>
          <a:p>
            <a:r>
              <a:rPr lang="ko-KR" altLang="en-US" dirty="0"/>
              <a:t>  파일입니다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예를 들어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/docs/ @maintainers</a:t>
            </a:r>
          </a:p>
          <a:p>
            <a:r>
              <a:rPr lang="en-US" altLang="ko-KR" dirty="0"/>
              <a:t>  /</a:t>
            </a:r>
            <a:r>
              <a:rPr lang="en-US" altLang="ko-KR" dirty="0" err="1"/>
              <a:t>src</a:t>
            </a:r>
            <a:r>
              <a:rPr lang="en-US" altLang="ko-KR" dirty="0"/>
              <a:t>/permissions.js @owners @maintainers</a:t>
            </a:r>
          </a:p>
          <a:p>
            <a:r>
              <a:rPr lang="en-US" altLang="ko-KR" dirty="0"/>
              <a:t>  /tests/ @developers @maintainers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의미는 다음과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docs/ </a:t>
            </a:r>
            <a:r>
              <a:rPr lang="ko-KR" altLang="en-US" dirty="0"/>
              <a:t>아래 문서가 바뀌면 </a:t>
            </a:r>
            <a:r>
              <a:rPr lang="en-US" altLang="ko-KR" dirty="0"/>
              <a:t>@maintainers</a:t>
            </a:r>
            <a:r>
              <a:rPr lang="ko-KR" altLang="en-US" dirty="0"/>
              <a:t>가 봐야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</a:t>
            </a:r>
            <a:r>
              <a:rPr lang="en-US" altLang="ko-KR" dirty="0" err="1"/>
              <a:t>src</a:t>
            </a:r>
            <a:r>
              <a:rPr lang="en-US" altLang="ko-KR" dirty="0"/>
              <a:t>/permissions.js</a:t>
            </a:r>
            <a:r>
              <a:rPr lang="ko-KR" altLang="en-US" dirty="0"/>
              <a:t>처럼 권한 로직이 바뀌면 </a:t>
            </a:r>
            <a:r>
              <a:rPr lang="en-US" altLang="ko-KR" dirty="0"/>
              <a:t>@owners, @maintainers</a:t>
            </a:r>
            <a:r>
              <a:rPr lang="ko-KR" altLang="en-US" dirty="0"/>
              <a:t>가 봐야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tests/ </a:t>
            </a:r>
            <a:r>
              <a:rPr lang="ko-KR" altLang="en-US" dirty="0"/>
              <a:t>아래 테스트가 바뀌면 </a:t>
            </a:r>
            <a:r>
              <a:rPr lang="en-US" altLang="ko-KR" dirty="0"/>
              <a:t>@developers, @maintainers</a:t>
            </a:r>
            <a:r>
              <a:rPr lang="ko-KR" altLang="en-US" dirty="0"/>
              <a:t>가 봐야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중요한 점은 </a:t>
            </a:r>
            <a:r>
              <a:rPr lang="en-US" altLang="ko-KR" dirty="0"/>
              <a:t>CODEOWNERS</a:t>
            </a:r>
            <a:r>
              <a:rPr lang="ko-KR" altLang="en-US" dirty="0"/>
              <a:t>가 단순한 메모가 아니라</a:t>
            </a:r>
            <a:r>
              <a:rPr lang="en-US" altLang="ko-KR" dirty="0"/>
              <a:t>, GitLab MR review </a:t>
            </a:r>
            <a:r>
              <a:rPr lang="ko-KR" altLang="en-US" dirty="0"/>
              <a:t>흐름과 연결될 수 있는 운영</a:t>
            </a:r>
          </a:p>
          <a:p>
            <a:r>
              <a:rPr lang="ko-KR" altLang="en-US" dirty="0"/>
              <a:t>  규칙이라는 것입니다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MR</a:t>
            </a:r>
            <a:r>
              <a:rPr lang="ko-KR" altLang="en-US" dirty="0"/>
              <a:t>에서 어떤 파일이 바뀌었는지에 따라 “누가 이 변경을 봐야 하는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가”를</a:t>
            </a:r>
            <a:r>
              <a:rPr lang="ko-KR" altLang="en-US" dirty="0"/>
              <a:t> 자동으로 드러낼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다만 주의할 점이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@maintainers</a:t>
            </a:r>
          </a:p>
          <a:p>
            <a:r>
              <a:rPr lang="en-US" altLang="ko-KR" dirty="0"/>
              <a:t>  @owners</a:t>
            </a:r>
          </a:p>
          <a:p>
            <a:r>
              <a:rPr lang="en-US" altLang="ko-KR" dirty="0"/>
              <a:t>  @developers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 이름들이 실제 </a:t>
            </a:r>
            <a:r>
              <a:rPr lang="en-US" altLang="ko-KR" dirty="0"/>
              <a:t>GitLab user</a:t>
            </a:r>
            <a:r>
              <a:rPr lang="ko-KR" altLang="en-US" dirty="0"/>
              <a:t>나 </a:t>
            </a:r>
            <a:r>
              <a:rPr lang="en-US" altLang="ko-KR" dirty="0"/>
              <a:t>group</a:t>
            </a:r>
            <a:r>
              <a:rPr lang="ko-KR" altLang="en-US" dirty="0"/>
              <a:t>이 아니면 자동 지정이 제대로 작동하지 않을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교육 자료에서는 역할을 설명하기 위한 </a:t>
            </a:r>
            <a:r>
              <a:rPr lang="en-US" altLang="ko-KR" dirty="0"/>
              <a:t>placeholder</a:t>
            </a:r>
            <a:r>
              <a:rPr lang="ko-KR" altLang="en-US" dirty="0"/>
              <a:t>로 볼 수 있습니다</a:t>
            </a:r>
            <a:r>
              <a:rPr lang="en-US" altLang="ko-KR" dirty="0"/>
              <a:t>. </a:t>
            </a:r>
            <a:r>
              <a:rPr lang="ko-KR" altLang="en-US" dirty="0"/>
              <a:t>실제 프로젝트에서는 예를</a:t>
            </a:r>
          </a:p>
          <a:p>
            <a:r>
              <a:rPr lang="ko-KR" altLang="en-US" dirty="0"/>
              <a:t>  들어 다음처럼 실제 계정이나 </a:t>
            </a:r>
            <a:r>
              <a:rPr lang="en-US" altLang="ko-KR" dirty="0"/>
              <a:t>group</a:t>
            </a:r>
            <a:r>
              <a:rPr lang="ko-KR" altLang="en-US" dirty="0"/>
              <a:t>을 써야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* @Infant83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또는 </a:t>
            </a:r>
            <a:r>
              <a:rPr lang="en-US" altLang="ko-KR" dirty="0"/>
              <a:t>group project</a:t>
            </a:r>
            <a:r>
              <a:rPr lang="ko-KR" altLang="en-US" dirty="0"/>
              <a:t>라면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* @my-group/maintainers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모든 파일에 기본 </a:t>
            </a:r>
            <a:r>
              <a:rPr lang="en-US" altLang="ko-KR" dirty="0"/>
              <a:t>owner</a:t>
            </a:r>
            <a:r>
              <a:rPr lang="ko-KR" altLang="en-US" dirty="0"/>
              <a:t>를 주고 싶으면 맨 위에 이렇게 둘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* @maintainers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그러면 특별한 규칙이 없는 모든 파일은 기본적으로 </a:t>
            </a:r>
            <a:r>
              <a:rPr lang="en-US" altLang="ko-KR" dirty="0"/>
              <a:t>@maintainers</a:t>
            </a:r>
            <a:r>
              <a:rPr lang="ko-KR" altLang="en-US" dirty="0"/>
              <a:t>가 책임집니다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핵심 문장으로 정리하면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CODEOWNERS</a:t>
            </a:r>
            <a:r>
              <a:rPr lang="ko-KR" altLang="en-US" dirty="0"/>
              <a:t>는 파일별 책임자를 저장소 안에 선언해서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MR review</a:t>
            </a:r>
            <a:r>
              <a:rPr lang="ko-KR" altLang="en-US" dirty="0"/>
              <a:t>와 </a:t>
            </a:r>
            <a:r>
              <a:rPr lang="en-US" altLang="ko-KR" dirty="0"/>
              <a:t>approval </a:t>
            </a:r>
            <a:r>
              <a:rPr lang="ko-KR" altLang="en-US" dirty="0"/>
              <a:t>흐름을 더 명확하게 만드는 장치다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하지만 </a:t>
            </a:r>
            <a:r>
              <a:rPr lang="en-US" altLang="ko-KR" dirty="0"/>
              <a:t>CODEOWNERS</a:t>
            </a:r>
            <a:r>
              <a:rPr lang="ko-KR" altLang="en-US" dirty="0"/>
              <a:t>만 있다고 </a:t>
            </a:r>
            <a:r>
              <a:rPr lang="en-US" altLang="ko-KR" dirty="0"/>
              <a:t>merge</a:t>
            </a:r>
            <a:r>
              <a:rPr lang="ko-KR" altLang="en-US" dirty="0"/>
              <a:t>가 항상 막히는 것은 아닙니다</a:t>
            </a:r>
            <a:r>
              <a:rPr lang="en-US" altLang="ko-KR" dirty="0"/>
              <a:t>. </a:t>
            </a:r>
            <a:r>
              <a:rPr lang="ko-KR" altLang="en-US" dirty="0"/>
              <a:t>실제로 </a:t>
            </a:r>
            <a:r>
              <a:rPr lang="en-US" altLang="ko-KR" dirty="0"/>
              <a:t>merge</a:t>
            </a:r>
            <a:r>
              <a:rPr lang="ko-KR" altLang="en-US" dirty="0"/>
              <a:t>를 막으려면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GitLab</a:t>
            </a:r>
            <a:r>
              <a:rPr lang="ko-KR" altLang="en-US" dirty="0"/>
              <a:t>의 </a:t>
            </a:r>
            <a:r>
              <a:rPr lang="en-US" altLang="ko-KR" dirty="0"/>
              <a:t>approval rule, protected branch </a:t>
            </a:r>
            <a:r>
              <a:rPr lang="ko-KR" altLang="en-US" dirty="0"/>
              <a:t>설정과 함께 연결되어야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86215-EFCE-44F2-AED8-34445DA968E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800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local </a:t>
            </a:r>
            <a:r>
              <a:rPr lang="ko-KR" altLang="en-US" dirty="0"/>
              <a:t>준비는 완료입니다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개념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MR</a:t>
            </a:r>
            <a:r>
              <a:rPr lang="ko-KR" altLang="en-US" dirty="0"/>
              <a:t>은 “내 </a:t>
            </a:r>
            <a:r>
              <a:rPr lang="en-US" altLang="ko-KR" dirty="0"/>
              <a:t>branch</a:t>
            </a:r>
            <a:r>
              <a:rPr lang="ko-KR" altLang="en-US" dirty="0"/>
              <a:t>를 </a:t>
            </a:r>
            <a:r>
              <a:rPr lang="en-US" altLang="ko-KR" dirty="0"/>
              <a:t>main</a:t>
            </a:r>
            <a:r>
              <a:rPr lang="ko-KR" altLang="en-US" dirty="0"/>
              <a:t>에 합쳐 </a:t>
            </a:r>
            <a:r>
              <a:rPr lang="ko-KR" altLang="en-US" dirty="0" err="1"/>
              <a:t>주세요”라는</a:t>
            </a:r>
            <a:r>
              <a:rPr lang="ko-KR" altLang="en-US" dirty="0"/>
              <a:t> 요청입니다</a:t>
            </a:r>
            <a:r>
              <a:rPr lang="en-US" altLang="ko-KR" dirty="0"/>
              <a:t>. </a:t>
            </a:r>
            <a:r>
              <a:rPr lang="ko-KR" altLang="en-US" dirty="0"/>
              <a:t>여기서 중요한 구분은 두 가지입니다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Source branch: feature/</a:t>
            </a:r>
            <a:r>
              <a:rPr lang="en-US" altLang="ko-KR" dirty="0" err="1"/>
              <a:t>mr</a:t>
            </a:r>
            <a:r>
              <a:rPr lang="en-US" altLang="ko-KR" dirty="0"/>
              <a:t>-standards</a:t>
            </a:r>
          </a:p>
          <a:p>
            <a:r>
              <a:rPr lang="en-US" altLang="ko-KR" dirty="0"/>
              <a:t>  - Target branch: main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즉 이번 </a:t>
            </a:r>
            <a:r>
              <a:rPr lang="en-US" altLang="ko-KR" dirty="0"/>
              <a:t>MR</a:t>
            </a:r>
            <a:r>
              <a:rPr lang="ko-KR" altLang="en-US" dirty="0"/>
              <a:t>은 </a:t>
            </a:r>
            <a:r>
              <a:rPr lang="en-US" altLang="ko-KR" dirty="0"/>
              <a:t>feature/</a:t>
            </a:r>
            <a:r>
              <a:rPr lang="en-US" altLang="ko-KR" dirty="0" err="1"/>
              <a:t>mr</a:t>
            </a:r>
            <a:r>
              <a:rPr lang="en-US" altLang="ko-KR" dirty="0"/>
              <a:t>-standards</a:t>
            </a:r>
            <a:r>
              <a:rPr lang="ko-KR" altLang="en-US" dirty="0"/>
              <a:t>의 세 파일을 </a:t>
            </a:r>
            <a:r>
              <a:rPr lang="en-US" altLang="ko-KR" dirty="0"/>
              <a:t>main</a:t>
            </a:r>
            <a:r>
              <a:rPr lang="ko-KR" altLang="en-US" dirty="0"/>
              <a:t>으로 반영해 달라는 요청입니다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</a:t>
            </a:r>
            <a:r>
              <a:rPr lang="en-US" altLang="ko-KR" dirty="0"/>
              <a:t>GitLab</a:t>
            </a:r>
            <a:r>
              <a:rPr lang="ko-KR" altLang="en-US" dirty="0"/>
              <a:t>에서 </a:t>
            </a:r>
            <a:r>
              <a:rPr lang="en-US" altLang="ko-KR" dirty="0"/>
              <a:t>MR</a:t>
            </a:r>
            <a:r>
              <a:rPr lang="ko-KR" altLang="en-US" dirty="0"/>
              <a:t>을 만드세요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1. </a:t>
            </a:r>
            <a:r>
              <a:rPr lang="ko-KR" altLang="en-US" dirty="0"/>
              <a:t>브라우저에서 아래 </a:t>
            </a:r>
            <a:r>
              <a:rPr lang="en-US" altLang="ko-KR" dirty="0"/>
              <a:t>URL</a:t>
            </a:r>
            <a:r>
              <a:rPr lang="ko-KR" altLang="en-US" dirty="0"/>
              <a:t>을 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https://gitlab.com/Infant83/tutorial-collaboration-lab/-/merge_requests/new?merge_request%5Bsource_branch%5D=feature%2Fmr-standards</a:t>
            </a:r>
          </a:p>
          <a:p>
            <a:endParaRPr lang="en-US" altLang="ko-KR" dirty="0"/>
          </a:p>
          <a:p>
            <a:r>
              <a:rPr lang="en-US" altLang="ko-KR" dirty="0"/>
              <a:t>  2. MR </a:t>
            </a:r>
            <a:r>
              <a:rPr lang="ko-KR" altLang="en-US" dirty="0"/>
              <a:t>화면에서 확인하세요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Source branch: feature/</a:t>
            </a:r>
            <a:r>
              <a:rPr lang="en-US" altLang="ko-KR" dirty="0" err="1"/>
              <a:t>mr</a:t>
            </a:r>
            <a:r>
              <a:rPr lang="en-US" altLang="ko-KR" dirty="0"/>
              <a:t>-standards</a:t>
            </a:r>
          </a:p>
          <a:p>
            <a:r>
              <a:rPr lang="en-US" altLang="ko-KR" dirty="0"/>
              <a:t>  Target branch: main</a:t>
            </a:r>
          </a:p>
          <a:p>
            <a:endParaRPr lang="en-US" altLang="ko-KR" dirty="0"/>
          </a:p>
          <a:p>
            <a:r>
              <a:rPr lang="en-US" altLang="ko-KR" dirty="0"/>
              <a:t>  3. Title</a:t>
            </a:r>
            <a:r>
              <a:rPr lang="ko-KR" altLang="en-US" dirty="0"/>
              <a:t>은 이렇게 둡니다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docs: add MR standards and review checklist</a:t>
            </a:r>
          </a:p>
          <a:p>
            <a:endParaRPr lang="en-US" altLang="ko-KR" dirty="0"/>
          </a:p>
          <a:p>
            <a:r>
              <a:rPr lang="en-US" altLang="ko-KR" dirty="0"/>
              <a:t>  4. Description</a:t>
            </a:r>
            <a:r>
              <a:rPr lang="ko-KR" altLang="en-US" dirty="0"/>
              <a:t>에서 </a:t>
            </a:r>
            <a:r>
              <a:rPr lang="en-US" altLang="ko-KR" dirty="0"/>
              <a:t>template</a:t>
            </a:r>
            <a:r>
              <a:rPr lang="ko-KR" altLang="en-US" dirty="0"/>
              <a:t>을 선택할 수 있으면 </a:t>
            </a:r>
            <a:r>
              <a:rPr lang="en-US" altLang="ko-KR" dirty="0"/>
              <a:t>standard</a:t>
            </a:r>
            <a:r>
              <a:rPr lang="ko-KR" altLang="en-US" dirty="0"/>
              <a:t>를 선택하세요</a:t>
            </a:r>
            <a:r>
              <a:rPr lang="en-US" altLang="ko-KR" dirty="0"/>
              <a:t>. </a:t>
            </a:r>
            <a:r>
              <a:rPr lang="ko-KR" altLang="en-US" dirty="0"/>
              <a:t>자동으로 안 나오면 아</a:t>
            </a:r>
          </a:p>
          <a:p>
            <a:r>
              <a:rPr lang="ko-KR" altLang="en-US" dirty="0"/>
              <a:t>     </a:t>
            </a:r>
            <a:r>
              <a:rPr lang="ko-KR" altLang="en-US" dirty="0" err="1"/>
              <a:t>래</a:t>
            </a:r>
            <a:r>
              <a:rPr lang="ko-KR" altLang="en-US" dirty="0"/>
              <a:t> 내용을 채우면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## </a:t>
            </a:r>
            <a:r>
              <a:rPr lang="ko-KR" altLang="en-US" dirty="0"/>
              <a:t>목적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MR </a:t>
            </a:r>
            <a:r>
              <a:rPr lang="ko-KR" altLang="en-US" dirty="0"/>
              <a:t>작성</a:t>
            </a:r>
            <a:r>
              <a:rPr lang="en-US" altLang="ko-KR" dirty="0"/>
              <a:t>, review, approval </a:t>
            </a:r>
            <a:r>
              <a:rPr lang="ko-KR" altLang="en-US" dirty="0"/>
              <a:t>기준을 저장소 표준으로 추가한다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## </a:t>
            </a:r>
            <a:r>
              <a:rPr lang="ko-KR" altLang="en-US" dirty="0"/>
              <a:t>변경 범위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UI:</a:t>
            </a:r>
          </a:p>
          <a:p>
            <a:r>
              <a:rPr lang="en-US" altLang="ko-KR" dirty="0"/>
              <a:t>  - Docs: MR template, CODEOWNERS, review checklist </a:t>
            </a:r>
            <a:r>
              <a:rPr lang="ko-KR" altLang="en-US" dirty="0"/>
              <a:t>추가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Tests:</a:t>
            </a:r>
          </a:p>
          <a:p>
            <a:r>
              <a:rPr lang="en-US" altLang="ko-KR" dirty="0"/>
              <a:t>  - Config: CODEOWNERS </a:t>
            </a:r>
            <a:r>
              <a:rPr lang="ko-KR" altLang="en-US" dirty="0"/>
              <a:t>추가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## </a:t>
            </a:r>
            <a:r>
              <a:rPr lang="ko-KR" altLang="en-US" dirty="0"/>
              <a:t>제외 범위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application code </a:t>
            </a:r>
            <a:r>
              <a:rPr lang="ko-KR" altLang="en-US" dirty="0"/>
              <a:t>변경은 포함하지 않는다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permission logic </a:t>
            </a:r>
            <a:r>
              <a:rPr lang="ko-KR" altLang="en-US" dirty="0"/>
              <a:t>변경은 포함하지 않는다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## </a:t>
            </a:r>
            <a:r>
              <a:rPr lang="ko-KR" altLang="en-US" dirty="0"/>
              <a:t>테스트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[x] </a:t>
            </a:r>
            <a:r>
              <a:rPr lang="ko-KR" altLang="en-US" dirty="0"/>
              <a:t>로컬에서 </a:t>
            </a:r>
            <a:r>
              <a:rPr lang="en-US" altLang="ko-KR" dirty="0"/>
              <a:t>staged diff </a:t>
            </a:r>
            <a:r>
              <a:rPr lang="ko-KR" altLang="en-US" dirty="0"/>
              <a:t>확인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[x] </a:t>
            </a:r>
            <a:r>
              <a:rPr lang="ko-KR" altLang="en-US" dirty="0"/>
              <a:t>변경 파일 범위 확인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[ ] GitLab MR </a:t>
            </a:r>
            <a:r>
              <a:rPr lang="ko-KR" altLang="en-US" dirty="0"/>
              <a:t>화면에서 </a:t>
            </a:r>
            <a:r>
              <a:rPr lang="en-US" altLang="ko-KR" dirty="0"/>
              <a:t>template / diff </a:t>
            </a:r>
            <a:r>
              <a:rPr lang="ko-KR" altLang="en-US" dirty="0"/>
              <a:t>확인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## </a:t>
            </a:r>
            <a:r>
              <a:rPr lang="ko-KR" altLang="en-US" dirty="0"/>
              <a:t>리뷰 포인트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MR template </a:t>
            </a:r>
            <a:r>
              <a:rPr lang="ko-KR" altLang="en-US" dirty="0"/>
              <a:t>항목이 실제 </a:t>
            </a:r>
            <a:r>
              <a:rPr lang="en-US" altLang="ko-KR" dirty="0"/>
              <a:t>review</a:t>
            </a:r>
            <a:r>
              <a:rPr lang="ko-KR" altLang="en-US" dirty="0"/>
              <a:t>에 충분한가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CODEOWNERS </a:t>
            </a:r>
            <a:r>
              <a:rPr lang="ko-KR" altLang="en-US" dirty="0"/>
              <a:t>경로 규칙이 의도와 맞는가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review checklist</a:t>
            </a:r>
            <a:r>
              <a:rPr lang="ko-KR" altLang="en-US" dirty="0"/>
              <a:t>가 </a:t>
            </a:r>
            <a:r>
              <a:rPr lang="en-US" altLang="ko-KR" dirty="0"/>
              <a:t>CH05 </a:t>
            </a:r>
            <a:r>
              <a:rPr lang="ko-KR" altLang="en-US" dirty="0"/>
              <a:t>운영 기준과 맞는가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## </a:t>
            </a:r>
            <a:r>
              <a:rPr lang="ko-KR" altLang="en-US" dirty="0"/>
              <a:t>배포 영향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사용자 영향</a:t>
            </a:r>
            <a:r>
              <a:rPr lang="en-US" altLang="ko-KR" dirty="0"/>
              <a:t>: </a:t>
            </a:r>
            <a:r>
              <a:rPr lang="ko-KR" altLang="en-US" dirty="0"/>
              <a:t>없음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롤백 기준</a:t>
            </a:r>
            <a:r>
              <a:rPr lang="en-US" altLang="ko-KR" dirty="0"/>
              <a:t>: MR </a:t>
            </a:r>
            <a:r>
              <a:rPr lang="ko-KR" altLang="en-US" dirty="0"/>
              <a:t>표준 파일이 잘못 적용되면 </a:t>
            </a:r>
            <a:r>
              <a:rPr lang="en-US" altLang="ko-KR" dirty="0"/>
              <a:t>revert </a:t>
            </a:r>
            <a:r>
              <a:rPr lang="ko-KR" altLang="en-US" dirty="0"/>
              <a:t>가능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feature flag </a:t>
            </a:r>
            <a:r>
              <a:rPr lang="ko-KR" altLang="en-US" dirty="0"/>
              <a:t>필요 여부</a:t>
            </a:r>
            <a:r>
              <a:rPr lang="en-US" altLang="ko-KR" dirty="0"/>
              <a:t>: </a:t>
            </a:r>
            <a:r>
              <a:rPr lang="ko-KR" altLang="en-US" dirty="0"/>
              <a:t>없음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5. </a:t>
            </a:r>
            <a:r>
              <a:rPr lang="ko-KR" altLang="en-US" dirty="0"/>
              <a:t>아직 </a:t>
            </a:r>
            <a:r>
              <a:rPr lang="en-US" altLang="ko-KR" dirty="0"/>
              <a:t>merge</a:t>
            </a:r>
            <a:r>
              <a:rPr lang="ko-KR" altLang="en-US" dirty="0"/>
              <a:t>하지 말고 </a:t>
            </a:r>
            <a:r>
              <a:rPr lang="en-US" altLang="ko-KR" dirty="0"/>
              <a:t>Create merge request</a:t>
            </a:r>
            <a:r>
              <a:rPr lang="ko-KR" altLang="en-US" dirty="0"/>
              <a:t>만 누르세요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주의할 점</a:t>
            </a:r>
            <a:r>
              <a:rPr lang="en-US" altLang="ko-KR" dirty="0"/>
              <a:t>: CODEOWNERS </a:t>
            </a:r>
            <a:r>
              <a:rPr lang="ko-KR" altLang="en-US" dirty="0"/>
              <a:t>안의 </a:t>
            </a:r>
            <a:r>
              <a:rPr lang="en-US" altLang="ko-KR" dirty="0"/>
              <a:t>@maintainers, @owners, @developers</a:t>
            </a:r>
            <a:r>
              <a:rPr lang="ko-KR" altLang="en-US" dirty="0"/>
              <a:t>는 교육용 </a:t>
            </a:r>
            <a:r>
              <a:rPr lang="en-US" altLang="ko-KR" dirty="0"/>
              <a:t>placeholder</a:t>
            </a:r>
            <a:r>
              <a:rPr lang="ko-KR" altLang="en-US" dirty="0"/>
              <a:t>일 수 있</a:t>
            </a:r>
          </a:p>
          <a:p>
            <a:r>
              <a:rPr lang="ko-KR" altLang="en-US" dirty="0"/>
              <a:t>  습니다</a:t>
            </a:r>
            <a:r>
              <a:rPr lang="en-US" altLang="ko-KR" dirty="0"/>
              <a:t>. GitLab UI</a:t>
            </a:r>
            <a:r>
              <a:rPr lang="ko-KR" altLang="en-US" dirty="0"/>
              <a:t>에서 “사용자를 찾을 수 </a:t>
            </a:r>
            <a:r>
              <a:rPr lang="ko-KR" altLang="en-US" dirty="0" err="1"/>
              <a:t>없다”거나</a:t>
            </a:r>
            <a:r>
              <a:rPr lang="ko-KR" altLang="en-US" dirty="0"/>
              <a:t> </a:t>
            </a:r>
            <a:r>
              <a:rPr lang="en-US" altLang="ko-KR" dirty="0"/>
              <a:t>reviewer</a:t>
            </a:r>
            <a:r>
              <a:rPr lang="ko-KR" altLang="en-US" dirty="0"/>
              <a:t>가 자동 지정되지 않아도 지금은 괜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찮습니다</a:t>
            </a:r>
            <a:r>
              <a:rPr lang="en-US" altLang="ko-KR" dirty="0"/>
              <a:t>. </a:t>
            </a:r>
            <a:r>
              <a:rPr lang="ko-KR" altLang="en-US" dirty="0"/>
              <a:t>그 현상 자체가 “</a:t>
            </a:r>
            <a:r>
              <a:rPr lang="en-US" altLang="ko-KR" dirty="0"/>
              <a:t>CODEOWNERS</a:t>
            </a:r>
            <a:r>
              <a:rPr lang="ko-KR" altLang="en-US" dirty="0"/>
              <a:t>는 실제 </a:t>
            </a:r>
            <a:r>
              <a:rPr lang="en-US" altLang="ko-KR" dirty="0"/>
              <a:t>GitLab user/group</a:t>
            </a:r>
            <a:r>
              <a:rPr lang="ko-KR" altLang="en-US" dirty="0"/>
              <a:t>과 연결되어야 </a:t>
            </a:r>
            <a:r>
              <a:rPr lang="ko-KR" altLang="en-US" dirty="0" err="1"/>
              <a:t>한다”는</a:t>
            </a:r>
            <a:r>
              <a:rPr lang="ko-KR" altLang="en-US" dirty="0"/>
              <a:t> 학습 포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인트입니다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MR</a:t>
            </a:r>
            <a:r>
              <a:rPr lang="ko-KR" altLang="en-US" dirty="0"/>
              <a:t>을 만든 뒤 아래 세 가지를 알려 주세요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MR URL:</a:t>
            </a:r>
          </a:p>
          <a:p>
            <a:r>
              <a:rPr lang="en-US" altLang="ko-KR" dirty="0"/>
              <a:t>  MR </a:t>
            </a:r>
            <a:r>
              <a:rPr lang="ko-KR" altLang="en-US" dirty="0"/>
              <a:t>상태</a:t>
            </a:r>
            <a:r>
              <a:rPr lang="en-US" altLang="ko-KR" dirty="0"/>
              <a:t>: Open / Draft </a:t>
            </a:r>
            <a:r>
              <a:rPr lang="ko-KR" altLang="en-US" dirty="0"/>
              <a:t>여부</a:t>
            </a:r>
          </a:p>
          <a:p>
            <a:r>
              <a:rPr lang="ko-KR" altLang="en-US" dirty="0"/>
              <a:t>  화면에서 보이는 </a:t>
            </a:r>
            <a:r>
              <a:rPr lang="en-US" altLang="ko-KR" dirty="0"/>
              <a:t>warning </a:t>
            </a:r>
            <a:r>
              <a:rPr lang="ko-KR" altLang="en-US" dirty="0"/>
              <a:t>또는 </a:t>
            </a:r>
            <a:r>
              <a:rPr lang="en-US" altLang="ko-KR" dirty="0"/>
              <a:t>approval </a:t>
            </a:r>
            <a:r>
              <a:rPr lang="ko-KR" altLang="en-US" dirty="0"/>
              <a:t>관련 메시지</a:t>
            </a:r>
            <a:r>
              <a:rPr lang="en-US" altLang="ko-KR" dirty="0"/>
              <a:t>: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86215-EFCE-44F2-AED8-34445DA968E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801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MR </a:t>
            </a:r>
            <a:r>
              <a:rPr lang="ko-KR" altLang="en-US" dirty="0"/>
              <a:t>생성까지 성공입니다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Looks like there's no pipeline here.</a:t>
            </a:r>
            <a:r>
              <a:rPr lang="ko-KR" altLang="en-US" dirty="0"/>
              <a:t>는 지금 정상입니다</a:t>
            </a:r>
            <a:r>
              <a:rPr lang="en-US" altLang="ko-KR" dirty="0"/>
              <a:t>. </a:t>
            </a:r>
            <a:r>
              <a:rPr lang="ko-KR" altLang="en-US" dirty="0"/>
              <a:t>아직 </a:t>
            </a:r>
            <a:r>
              <a:rPr lang="en-US" altLang="ko-KR" dirty="0"/>
              <a:t>.</a:t>
            </a:r>
            <a:r>
              <a:rPr lang="en-US" altLang="ko-KR" dirty="0" err="1"/>
              <a:t>gitlab-ci.yml</a:t>
            </a:r>
            <a:r>
              <a:rPr lang="ko-KR" altLang="en-US" dirty="0"/>
              <a:t>이 없기 때문에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GitLab</a:t>
            </a:r>
            <a:r>
              <a:rPr lang="ko-KR" altLang="en-US" dirty="0"/>
              <a:t>이 실행할 </a:t>
            </a:r>
            <a:r>
              <a:rPr lang="en-US" altLang="ko-KR" dirty="0"/>
              <a:t>pipeline</a:t>
            </a:r>
            <a:r>
              <a:rPr lang="ko-KR" altLang="en-US" dirty="0"/>
              <a:t>을 만들 수 없습니다</a:t>
            </a:r>
            <a:r>
              <a:rPr lang="en-US" altLang="ko-KR" dirty="0"/>
              <a:t>. </a:t>
            </a:r>
            <a:r>
              <a:rPr lang="ko-KR" altLang="en-US" dirty="0"/>
              <a:t>이건 </a:t>
            </a:r>
            <a:r>
              <a:rPr lang="en-US" altLang="ko-KR" dirty="0"/>
              <a:t>CH07</a:t>
            </a:r>
            <a:r>
              <a:rPr lang="ko-KR" altLang="en-US" dirty="0"/>
              <a:t>에서 다룹니다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Ready to merge</a:t>
            </a:r>
            <a:r>
              <a:rPr lang="ko-KR" altLang="en-US" dirty="0"/>
              <a:t>도 중요한 관찰입니다</a:t>
            </a:r>
            <a:r>
              <a:rPr lang="en-US" altLang="ko-KR" dirty="0"/>
              <a:t>. </a:t>
            </a:r>
            <a:r>
              <a:rPr lang="ko-KR" altLang="en-US" dirty="0"/>
              <a:t>뜻은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</a:t>
            </a:r>
            <a:r>
              <a:rPr lang="en-US" altLang="ko-KR" dirty="0"/>
              <a:t>GitLab </a:t>
            </a:r>
            <a:r>
              <a:rPr lang="ko-KR" altLang="en-US" dirty="0"/>
              <a:t>정책상 </a:t>
            </a:r>
            <a:r>
              <a:rPr lang="en-US" altLang="ko-KR" dirty="0"/>
              <a:t>merge</a:t>
            </a:r>
            <a:r>
              <a:rPr lang="ko-KR" altLang="en-US" dirty="0"/>
              <a:t>를 막는 조건이 없다</a:t>
            </a:r>
          </a:p>
          <a:p>
            <a:endParaRPr lang="ko-KR" altLang="en-US" dirty="0"/>
          </a:p>
          <a:p>
            <a:r>
              <a:rPr lang="ko-KR" altLang="en-US" dirty="0"/>
              <a:t>  이지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리뷰가 충분히 끝났다</a:t>
            </a:r>
          </a:p>
          <a:p>
            <a:endParaRPr lang="ko-KR" altLang="en-US" dirty="0"/>
          </a:p>
          <a:p>
            <a:r>
              <a:rPr lang="ko-KR" altLang="en-US" dirty="0"/>
              <a:t>  는 아닙니다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Step 5. MR </a:t>
            </a:r>
            <a:r>
              <a:rPr lang="ko-KR" altLang="en-US" dirty="0"/>
              <a:t>리뷰 화면 점검</a:t>
            </a:r>
          </a:p>
          <a:p>
            <a:endParaRPr lang="ko-KR" altLang="en-US" dirty="0"/>
          </a:p>
          <a:p>
            <a:r>
              <a:rPr lang="ko-KR" altLang="en-US" dirty="0"/>
              <a:t>  아직 </a:t>
            </a:r>
            <a:r>
              <a:rPr lang="en-US" altLang="ko-KR" dirty="0"/>
              <a:t>merge</a:t>
            </a:r>
            <a:r>
              <a:rPr lang="ko-KR" altLang="en-US" dirty="0"/>
              <a:t>하지 말고</a:t>
            </a:r>
            <a:r>
              <a:rPr lang="en-US" altLang="ko-KR" dirty="0"/>
              <a:t>, MR</a:t>
            </a:r>
            <a:r>
              <a:rPr lang="ko-KR" altLang="en-US" dirty="0"/>
              <a:t>에서 아래를 확인해 주세요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1. Commits tab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 err="1"/>
              <a:t>기대값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956fb92 docs: add MR standards and review checklist</a:t>
            </a:r>
          </a:p>
          <a:p>
            <a:endParaRPr lang="en-US" altLang="ko-KR" dirty="0"/>
          </a:p>
          <a:p>
            <a:r>
              <a:rPr lang="en-US" altLang="ko-KR" dirty="0"/>
              <a:t>  2. Changes tab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기대 파일은 정확히 </a:t>
            </a:r>
            <a:r>
              <a:rPr lang="en-US" altLang="ko-KR" dirty="0"/>
              <a:t>3</a:t>
            </a:r>
            <a:r>
              <a:rPr lang="ko-KR" altLang="en-US" dirty="0"/>
              <a:t>개입니다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.</a:t>
            </a:r>
            <a:r>
              <a:rPr lang="en-US" altLang="ko-KR" dirty="0" err="1"/>
              <a:t>gitlab</a:t>
            </a:r>
            <a:r>
              <a:rPr lang="en-US" altLang="ko-KR" dirty="0"/>
              <a:t>/merge_request_templates/standard.md</a:t>
            </a:r>
          </a:p>
          <a:p>
            <a:r>
              <a:rPr lang="en-US" altLang="ko-KR" dirty="0"/>
              <a:t>  CODEOWNERS</a:t>
            </a:r>
          </a:p>
          <a:p>
            <a:r>
              <a:rPr lang="en-US" altLang="ko-KR" dirty="0"/>
              <a:t>  docs/review-checklist.md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여기에 </a:t>
            </a:r>
            <a:r>
              <a:rPr lang="en-US" altLang="ko-KR" dirty="0"/>
              <a:t>.</a:t>
            </a:r>
            <a:r>
              <a:rPr lang="en-US" altLang="ko-KR" dirty="0" err="1"/>
              <a:t>gitignore</a:t>
            </a:r>
            <a:r>
              <a:rPr lang="en-US" altLang="ko-KR" dirty="0"/>
              <a:t>, GitLab-</a:t>
            </a:r>
            <a:r>
              <a:rPr lang="en-US" altLang="ko-KR" dirty="0" err="1"/>
              <a:t>LectureNotes</a:t>
            </a:r>
            <a:r>
              <a:rPr lang="en-US" altLang="ko-KR" dirty="0"/>
              <a:t>, </a:t>
            </a:r>
            <a:r>
              <a:rPr lang="ko-KR" altLang="en-US" dirty="0"/>
              <a:t>다른 파일이 보이면 안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3. MR </a:t>
            </a:r>
            <a:r>
              <a:rPr lang="ko-KR" altLang="en-US" dirty="0"/>
              <a:t>오른쪽 </a:t>
            </a:r>
            <a:r>
              <a:rPr lang="en-US" altLang="ko-KR" dirty="0"/>
              <a:t>sidebar </a:t>
            </a:r>
            <a:r>
              <a:rPr lang="ko-KR" altLang="en-US" dirty="0"/>
              <a:t>또는 </a:t>
            </a:r>
            <a:r>
              <a:rPr lang="en-US" altLang="ko-KR" dirty="0"/>
              <a:t>Overview</a:t>
            </a:r>
            <a:r>
              <a:rPr lang="ko-KR" altLang="en-US" dirty="0"/>
              <a:t>에서 확인</a:t>
            </a:r>
          </a:p>
          <a:p>
            <a:endParaRPr lang="ko-KR" altLang="en-US" dirty="0"/>
          </a:p>
          <a:p>
            <a:r>
              <a:rPr lang="ko-KR" altLang="en-US" dirty="0"/>
              <a:t>  가능하면 아래를 봐 주세요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Reviewer:</a:t>
            </a:r>
          </a:p>
          <a:p>
            <a:r>
              <a:rPr lang="en-US" altLang="ko-KR" dirty="0"/>
              <a:t>  Approval:</a:t>
            </a:r>
          </a:p>
          <a:p>
            <a:r>
              <a:rPr lang="en-US" altLang="ko-KR" dirty="0"/>
              <a:t>  Merge status:</a:t>
            </a:r>
          </a:p>
          <a:p>
            <a:r>
              <a:rPr lang="en-US" altLang="ko-KR" dirty="0"/>
              <a:t>  Pipeline: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예상은 이렇습니다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Pipeline: none</a:t>
            </a:r>
          </a:p>
          <a:p>
            <a:r>
              <a:rPr lang="en-US" altLang="ko-KR" dirty="0"/>
              <a:t>  Approval: </a:t>
            </a:r>
            <a:r>
              <a:rPr lang="ko-KR" altLang="en-US" dirty="0"/>
              <a:t>특별한 </a:t>
            </a:r>
            <a:r>
              <a:rPr lang="en-US" altLang="ko-KR" dirty="0"/>
              <a:t>required approval </a:t>
            </a:r>
            <a:r>
              <a:rPr lang="ko-KR" altLang="en-US" dirty="0"/>
              <a:t>없음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Merge status: Ready to merge</a:t>
            </a:r>
          </a:p>
          <a:p>
            <a:endParaRPr lang="en-US" altLang="ko-KR" dirty="0"/>
          </a:p>
          <a:p>
            <a:r>
              <a:rPr lang="en-US" altLang="ko-KR" dirty="0"/>
              <a:t>  4. MR comment</a:t>
            </a:r>
            <a:r>
              <a:rPr lang="ko-KR" altLang="en-US" dirty="0"/>
              <a:t>에 리뷰 메모 하나를 남겨 보세요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GitLab MR </a:t>
            </a:r>
            <a:r>
              <a:rPr lang="ko-KR" altLang="en-US" dirty="0"/>
              <a:t>아래 </a:t>
            </a:r>
            <a:r>
              <a:rPr lang="en-US" altLang="ko-KR" dirty="0"/>
              <a:t>comment </a:t>
            </a:r>
            <a:r>
              <a:rPr lang="ko-KR" altLang="en-US" dirty="0"/>
              <a:t>입력창에 아래처럼 남기면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Review check:</a:t>
            </a:r>
          </a:p>
          <a:p>
            <a:r>
              <a:rPr lang="en-US" altLang="ko-KR" dirty="0"/>
              <a:t>  - MR scope contains only the CH05 standard files.</a:t>
            </a:r>
          </a:p>
          <a:p>
            <a:r>
              <a:rPr lang="en-US" altLang="ko-KR" dirty="0"/>
              <a:t>  - No application logic change is included.</a:t>
            </a:r>
          </a:p>
          <a:p>
            <a:r>
              <a:rPr lang="en-US" altLang="ko-KR" dirty="0"/>
              <a:t>  - Pipeline is not present yet because CI is introduced in CH07.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 </a:t>
            </a:r>
            <a:r>
              <a:rPr lang="en-US" altLang="ko-KR" dirty="0"/>
              <a:t>comment</a:t>
            </a:r>
            <a:r>
              <a:rPr lang="ko-KR" altLang="en-US" dirty="0"/>
              <a:t>는 “</a:t>
            </a:r>
            <a:r>
              <a:rPr lang="en-US" altLang="ko-KR" dirty="0"/>
              <a:t>review evidence”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실제 팀에서는 이런 기록이 나중에 왜 </a:t>
            </a:r>
            <a:r>
              <a:rPr lang="en-US" altLang="ko-KR" dirty="0"/>
              <a:t>merge</a:t>
            </a:r>
            <a:r>
              <a:rPr lang="ko-KR" altLang="en-US" dirty="0"/>
              <a:t>했는지 추적</a:t>
            </a:r>
          </a:p>
          <a:p>
            <a:r>
              <a:rPr lang="ko-KR" altLang="en-US" dirty="0"/>
              <a:t>  하는 근거가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확인 후 아래 형식으로 알려 주세요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Commits tab:</a:t>
            </a:r>
          </a:p>
          <a:p>
            <a:r>
              <a:rPr lang="en-US" altLang="ko-KR" dirty="0"/>
              <a:t>  Changes tab files:</a:t>
            </a:r>
          </a:p>
          <a:p>
            <a:r>
              <a:rPr lang="en-US" altLang="ko-KR" dirty="0"/>
              <a:t>  Reviewer / Approval:</a:t>
            </a:r>
          </a:p>
          <a:p>
            <a:r>
              <a:rPr lang="en-US" altLang="ko-KR" dirty="0"/>
              <a:t>  Pipeline:</a:t>
            </a:r>
          </a:p>
          <a:p>
            <a:r>
              <a:rPr lang="en-US" altLang="ko-KR" dirty="0"/>
              <a:t>  Comment added: yes/no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현재 </a:t>
            </a:r>
            <a:r>
              <a:rPr lang="en-US" altLang="ko-KR" dirty="0"/>
              <a:t>MR </a:t>
            </a:r>
            <a:r>
              <a:rPr lang="ko-KR" altLang="en-US" dirty="0"/>
              <a:t>상태 해석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Commit: 956fb92 </a:t>
            </a:r>
            <a:r>
              <a:rPr lang="ko-KR" altLang="en-US" dirty="0"/>
              <a:t>하나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Files: 3</a:t>
            </a:r>
            <a:r>
              <a:rPr lang="ko-KR" altLang="en-US" dirty="0"/>
              <a:t>개만 변경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Reviewer: </a:t>
            </a:r>
            <a:r>
              <a:rPr lang="ko-KR" altLang="en-US" dirty="0"/>
              <a:t>없음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Approval: required approval </a:t>
            </a:r>
            <a:r>
              <a:rPr lang="ko-KR" altLang="en-US" dirty="0"/>
              <a:t>없음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Pipeline: </a:t>
            </a:r>
            <a:r>
              <a:rPr lang="ko-KR" altLang="en-US" dirty="0"/>
              <a:t>없음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Comment: added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이건 </a:t>
            </a:r>
            <a:r>
              <a:rPr lang="en-US" altLang="ko-KR" dirty="0"/>
              <a:t>CH05</a:t>
            </a:r>
            <a:r>
              <a:rPr lang="ko-KR" altLang="en-US" dirty="0"/>
              <a:t>에서 아주 중요한 장면입니다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Ready to merge</a:t>
            </a:r>
            <a:r>
              <a:rPr lang="ko-KR" altLang="en-US" dirty="0"/>
              <a:t>가 떠 있지만</a:t>
            </a:r>
            <a:r>
              <a:rPr lang="en-US" altLang="ko-KR" dirty="0"/>
              <a:t>, </a:t>
            </a:r>
            <a:r>
              <a:rPr lang="ko-KR" altLang="en-US" dirty="0"/>
              <a:t>실제 팀 운영 관점에서는 아직 질문해야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누가 리뷰했는가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approval rule</a:t>
            </a:r>
            <a:r>
              <a:rPr lang="ko-KR" altLang="en-US" dirty="0"/>
              <a:t>이 필요한가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pipeline </a:t>
            </a:r>
            <a:r>
              <a:rPr lang="ko-KR" altLang="en-US" dirty="0"/>
              <a:t>없이 </a:t>
            </a:r>
            <a:r>
              <a:rPr lang="en-US" altLang="ko-KR" dirty="0"/>
              <a:t>merge</a:t>
            </a:r>
            <a:r>
              <a:rPr lang="ko-KR" altLang="en-US" dirty="0"/>
              <a:t>해도 되는 종류의 변경인가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CODEOWNERS</a:t>
            </a:r>
            <a:r>
              <a:rPr lang="ko-KR" altLang="en-US" dirty="0"/>
              <a:t>가 실제 </a:t>
            </a:r>
            <a:r>
              <a:rPr lang="en-US" altLang="ko-KR" dirty="0"/>
              <a:t>GitLab user/group</a:t>
            </a:r>
            <a:r>
              <a:rPr lang="ko-KR" altLang="en-US" dirty="0"/>
              <a:t>과 연결되어 있는가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이번 </a:t>
            </a:r>
            <a:r>
              <a:rPr lang="en-US" altLang="ko-KR" dirty="0"/>
              <a:t>MR</a:t>
            </a:r>
            <a:r>
              <a:rPr lang="ko-KR" altLang="en-US" dirty="0"/>
              <a:t>은 </a:t>
            </a:r>
            <a:r>
              <a:rPr lang="en-US" altLang="ko-KR" dirty="0"/>
              <a:t>application code</a:t>
            </a:r>
            <a:r>
              <a:rPr lang="ko-KR" altLang="en-US" dirty="0"/>
              <a:t>가 아니라 문서</a:t>
            </a:r>
            <a:r>
              <a:rPr lang="en-US" altLang="ko-KR" dirty="0"/>
              <a:t>/</a:t>
            </a:r>
            <a:r>
              <a:rPr lang="ko-KR" altLang="en-US" dirty="0"/>
              <a:t>운영 표준 추가라서 </a:t>
            </a:r>
            <a:r>
              <a:rPr lang="en-US" altLang="ko-KR" dirty="0"/>
              <a:t>pipeline</a:t>
            </a:r>
            <a:r>
              <a:rPr lang="ko-KR" altLang="en-US" dirty="0"/>
              <a:t>이 없어도 큰 문제는 아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닙니다</a:t>
            </a:r>
            <a:r>
              <a:rPr lang="en-US" altLang="ko-KR" dirty="0"/>
              <a:t>. </a:t>
            </a:r>
            <a:r>
              <a:rPr lang="ko-KR" altLang="en-US" dirty="0"/>
              <a:t>하지만 실무에서는 적어도 </a:t>
            </a:r>
            <a:r>
              <a:rPr lang="en-US" altLang="ko-KR" dirty="0"/>
              <a:t>reviewer </a:t>
            </a:r>
            <a:r>
              <a:rPr lang="ko-KR" altLang="en-US" dirty="0"/>
              <a:t>한 명 또는 </a:t>
            </a:r>
            <a:r>
              <a:rPr lang="en-US" altLang="ko-KR" dirty="0"/>
              <a:t>Maintainer </a:t>
            </a:r>
            <a:r>
              <a:rPr lang="ko-KR" altLang="en-US" dirty="0"/>
              <a:t>확인이 있는 편이 좋습니다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다음 단계로 넘어갑시다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Step 6. Reviewer </a:t>
            </a:r>
            <a:r>
              <a:rPr lang="ko-KR" altLang="en-US" dirty="0"/>
              <a:t>지정 관찰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GitLab MR </a:t>
            </a:r>
            <a:r>
              <a:rPr lang="ko-KR" altLang="en-US" dirty="0"/>
              <a:t>오른쪽 </a:t>
            </a:r>
            <a:r>
              <a:rPr lang="en-US" altLang="ko-KR" dirty="0"/>
              <a:t>sidebar</a:t>
            </a:r>
            <a:r>
              <a:rPr lang="ko-KR" altLang="en-US" dirty="0"/>
              <a:t>에서 </a:t>
            </a:r>
            <a:r>
              <a:rPr lang="en-US" altLang="ko-KR" dirty="0"/>
              <a:t>Reviewers</a:t>
            </a:r>
            <a:r>
              <a:rPr lang="ko-KR" altLang="en-US" dirty="0"/>
              <a:t>의 </a:t>
            </a:r>
            <a:r>
              <a:rPr lang="en-US" altLang="ko-KR" dirty="0"/>
              <a:t>Edit</a:t>
            </a:r>
            <a:r>
              <a:rPr lang="ko-KR" altLang="en-US" dirty="0"/>
              <a:t>을 눌러 보세요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가능하면 본인 </a:t>
            </a:r>
            <a:r>
              <a:rPr lang="en-US" altLang="ko-KR" dirty="0"/>
              <a:t>Hyun-Jung Kim </a:t>
            </a:r>
            <a:r>
              <a:rPr lang="ko-KR" altLang="en-US" dirty="0"/>
              <a:t>또는 </a:t>
            </a:r>
            <a:r>
              <a:rPr lang="en-US" altLang="ko-KR" dirty="0"/>
              <a:t>Infant83</a:t>
            </a:r>
            <a:r>
              <a:rPr lang="ko-KR" altLang="en-US" dirty="0"/>
              <a:t>를 </a:t>
            </a:r>
            <a:r>
              <a:rPr lang="en-US" altLang="ko-KR" dirty="0"/>
              <a:t>reviewer</a:t>
            </a:r>
            <a:r>
              <a:rPr lang="ko-KR" altLang="en-US" dirty="0"/>
              <a:t>로 지정해 보세요</a:t>
            </a:r>
            <a:r>
              <a:rPr lang="en-US" altLang="ko-KR" dirty="0"/>
              <a:t>. </a:t>
            </a:r>
            <a:r>
              <a:rPr lang="ko-KR" altLang="en-US" dirty="0"/>
              <a:t>혼자 실습이라 </a:t>
            </a:r>
            <a:r>
              <a:rPr lang="en-US" altLang="ko-KR" dirty="0"/>
              <a:t>self-</a:t>
            </a:r>
          </a:p>
          <a:p>
            <a:r>
              <a:rPr lang="en-US" altLang="ko-KR" dirty="0"/>
              <a:t>  review</a:t>
            </a:r>
            <a:r>
              <a:rPr lang="ko-KR" altLang="en-US" dirty="0"/>
              <a:t>가 되더라도 괜찮습니다</a:t>
            </a:r>
            <a:r>
              <a:rPr lang="en-US" altLang="ko-KR" dirty="0"/>
              <a:t>. </a:t>
            </a:r>
            <a:r>
              <a:rPr lang="ko-KR" altLang="en-US" dirty="0"/>
              <a:t>목적은 </a:t>
            </a:r>
            <a:r>
              <a:rPr lang="en-US" altLang="ko-KR" dirty="0"/>
              <a:t>reviewer field</a:t>
            </a:r>
            <a:r>
              <a:rPr lang="ko-KR" altLang="en-US" dirty="0"/>
              <a:t>가 </a:t>
            </a:r>
            <a:r>
              <a:rPr lang="en-US" altLang="ko-KR" dirty="0"/>
              <a:t>MR</a:t>
            </a:r>
            <a:r>
              <a:rPr lang="ko-KR" altLang="en-US" dirty="0"/>
              <a:t>에 어떻게 남는지 보는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알려 주세요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Reviewer </a:t>
            </a:r>
            <a:r>
              <a:rPr lang="ko-KR" altLang="en-US" dirty="0"/>
              <a:t>지정 가능 여부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지정된 </a:t>
            </a:r>
            <a:r>
              <a:rPr lang="en-US" altLang="ko-KR" dirty="0"/>
              <a:t>reviewer:</a:t>
            </a:r>
          </a:p>
          <a:p>
            <a:r>
              <a:rPr lang="en-US" altLang="ko-KR" dirty="0"/>
              <a:t>  approval </a:t>
            </a:r>
            <a:r>
              <a:rPr lang="ko-KR" altLang="en-US" dirty="0"/>
              <a:t>관련 메시지 변화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만약 본인을 </a:t>
            </a:r>
            <a:r>
              <a:rPr lang="en-US" altLang="ko-KR" dirty="0"/>
              <a:t>reviewer</a:t>
            </a:r>
            <a:r>
              <a:rPr lang="ko-KR" altLang="en-US" dirty="0"/>
              <a:t>로 지정할 수 없거나</a:t>
            </a:r>
            <a:r>
              <a:rPr lang="en-US" altLang="ko-KR" dirty="0"/>
              <a:t>, “eligible reviewer</a:t>
            </a:r>
            <a:r>
              <a:rPr lang="ko-KR" altLang="en-US" dirty="0"/>
              <a:t>가 </a:t>
            </a:r>
            <a:r>
              <a:rPr lang="ko-KR" altLang="en-US" dirty="0" err="1"/>
              <a:t>없다”는</a:t>
            </a:r>
            <a:r>
              <a:rPr lang="ko-KR" altLang="en-US" dirty="0"/>
              <a:t> 식의 메시지가 나오면</a:t>
            </a:r>
          </a:p>
          <a:p>
            <a:r>
              <a:rPr lang="ko-KR" altLang="en-US" dirty="0"/>
              <a:t>  그것도 그대로 알려 주세요</a:t>
            </a:r>
            <a:r>
              <a:rPr lang="en-US" altLang="ko-KR" dirty="0"/>
              <a:t>. </a:t>
            </a:r>
            <a:r>
              <a:rPr lang="ko-KR" altLang="en-US" dirty="0"/>
              <a:t>그 자체가 권한</a:t>
            </a:r>
            <a:r>
              <a:rPr lang="en-US" altLang="ko-KR" dirty="0"/>
              <a:t>/</a:t>
            </a:r>
            <a:r>
              <a:rPr lang="ko-KR" altLang="en-US" dirty="0"/>
              <a:t>역할 학습 포인트입니다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86215-EFCE-44F2-AED8-34445DA968E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73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가능하면 본인 </a:t>
            </a:r>
            <a:r>
              <a:rPr lang="en-US" altLang="ko-KR" dirty="0"/>
              <a:t>Hyun-Jung Kim </a:t>
            </a:r>
            <a:r>
              <a:rPr lang="ko-KR" altLang="en-US" dirty="0"/>
              <a:t>또는 </a:t>
            </a:r>
            <a:r>
              <a:rPr lang="en-US" altLang="ko-KR" dirty="0"/>
              <a:t>Infant83</a:t>
            </a:r>
            <a:r>
              <a:rPr lang="ko-KR" altLang="en-US" dirty="0"/>
              <a:t>를 </a:t>
            </a:r>
            <a:r>
              <a:rPr lang="en-US" altLang="ko-KR" dirty="0"/>
              <a:t>reviewer</a:t>
            </a:r>
            <a:r>
              <a:rPr lang="ko-KR" altLang="en-US" dirty="0"/>
              <a:t>로 지정해 보세요</a:t>
            </a:r>
            <a:r>
              <a:rPr lang="en-US" altLang="ko-KR" dirty="0"/>
              <a:t>. </a:t>
            </a:r>
            <a:r>
              <a:rPr lang="ko-KR" altLang="en-US" dirty="0"/>
              <a:t>혼자 실습이라 </a:t>
            </a:r>
            <a:r>
              <a:rPr lang="en-US" altLang="ko-KR" dirty="0"/>
              <a:t>self-</a:t>
            </a:r>
          </a:p>
          <a:p>
            <a:r>
              <a:rPr lang="en-US" altLang="ko-KR" dirty="0"/>
              <a:t>  review</a:t>
            </a:r>
            <a:r>
              <a:rPr lang="ko-KR" altLang="en-US" dirty="0"/>
              <a:t>가 되더라도 괜찮습니다</a:t>
            </a:r>
            <a:r>
              <a:rPr lang="en-US" altLang="ko-KR" dirty="0"/>
              <a:t>. </a:t>
            </a:r>
            <a:r>
              <a:rPr lang="ko-KR" altLang="en-US" dirty="0"/>
              <a:t>목적은 </a:t>
            </a:r>
            <a:r>
              <a:rPr lang="en-US" altLang="ko-KR" dirty="0"/>
              <a:t>reviewer field</a:t>
            </a:r>
            <a:r>
              <a:rPr lang="ko-KR" altLang="en-US" dirty="0"/>
              <a:t>가 </a:t>
            </a:r>
            <a:r>
              <a:rPr lang="en-US" altLang="ko-KR" dirty="0"/>
              <a:t>MR</a:t>
            </a:r>
            <a:r>
              <a:rPr lang="ko-KR" altLang="en-US" dirty="0"/>
              <a:t>에 어떻게 남는지 보는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알려 주세요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Reviewer </a:t>
            </a:r>
            <a:r>
              <a:rPr lang="ko-KR" altLang="en-US" dirty="0"/>
              <a:t>지정 가능 여부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지정된 </a:t>
            </a:r>
            <a:r>
              <a:rPr lang="en-US" altLang="ko-KR" dirty="0"/>
              <a:t>reviewer:</a:t>
            </a:r>
          </a:p>
          <a:p>
            <a:r>
              <a:rPr lang="en-US" altLang="ko-KR" dirty="0"/>
              <a:t>  approval </a:t>
            </a:r>
            <a:r>
              <a:rPr lang="ko-KR" altLang="en-US" dirty="0"/>
              <a:t>관련 메시지 변화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만약 본인을 </a:t>
            </a:r>
            <a:r>
              <a:rPr lang="en-US" altLang="ko-KR" dirty="0"/>
              <a:t>reviewer</a:t>
            </a:r>
            <a:r>
              <a:rPr lang="ko-KR" altLang="en-US" dirty="0"/>
              <a:t>로 지정할 수 없거나</a:t>
            </a:r>
            <a:r>
              <a:rPr lang="en-US" altLang="ko-KR" dirty="0"/>
              <a:t>, “eligible reviewer</a:t>
            </a:r>
            <a:r>
              <a:rPr lang="ko-KR" altLang="en-US" dirty="0"/>
              <a:t>가 </a:t>
            </a:r>
            <a:r>
              <a:rPr lang="ko-KR" altLang="en-US" dirty="0" err="1"/>
              <a:t>없다”는</a:t>
            </a:r>
            <a:r>
              <a:rPr lang="ko-KR" altLang="en-US" dirty="0"/>
              <a:t> 식의 메시지가 나오면</a:t>
            </a:r>
          </a:p>
          <a:p>
            <a:r>
              <a:rPr lang="ko-KR" altLang="en-US" dirty="0"/>
              <a:t>  그것도 그대로 알려 주세요</a:t>
            </a:r>
            <a:r>
              <a:rPr lang="en-US" altLang="ko-KR" dirty="0"/>
              <a:t>. </a:t>
            </a:r>
            <a:r>
              <a:rPr lang="ko-KR" altLang="en-US" dirty="0"/>
              <a:t>그 자체가 권한</a:t>
            </a:r>
            <a:r>
              <a:rPr lang="en-US" altLang="ko-KR" dirty="0"/>
              <a:t>/</a:t>
            </a:r>
            <a:r>
              <a:rPr lang="ko-KR" altLang="en-US" dirty="0"/>
              <a:t>역할 학습 포인트입니다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86215-EFCE-44F2-AED8-34445DA968E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358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reviewer </a:t>
            </a:r>
            <a:r>
              <a:rPr lang="ko-KR" altLang="en-US" dirty="0"/>
              <a:t>지정까지 완료입니다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정리하면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Reviewer: Hyun-Jung Kim</a:t>
            </a:r>
          </a:p>
          <a:p>
            <a:r>
              <a:rPr lang="en-US" altLang="ko-KR" dirty="0"/>
              <a:t>  Approval rule: </a:t>
            </a:r>
            <a:r>
              <a:rPr lang="ko-KR" altLang="en-US" dirty="0"/>
              <a:t>아직 없음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Pipeline: </a:t>
            </a:r>
            <a:r>
              <a:rPr lang="ko-KR" altLang="en-US" dirty="0"/>
              <a:t>없음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Merge </a:t>
            </a:r>
            <a:r>
              <a:rPr lang="ko-KR" altLang="en-US" dirty="0"/>
              <a:t>가능 상태</a:t>
            </a:r>
            <a:r>
              <a:rPr lang="en-US" altLang="ko-KR" dirty="0"/>
              <a:t>: probably yes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여기서 핵심은 이것입니다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Reviewer</a:t>
            </a:r>
            <a:r>
              <a:rPr lang="ko-KR" altLang="en-US" dirty="0"/>
              <a:t>는 “이 사람이 봐 </a:t>
            </a:r>
            <a:r>
              <a:rPr lang="ko-KR" altLang="en-US" dirty="0" err="1"/>
              <a:t>주세요”라는</a:t>
            </a:r>
            <a:r>
              <a:rPr lang="ko-KR" altLang="en-US" dirty="0"/>
              <a:t> </a:t>
            </a:r>
            <a:r>
              <a:rPr lang="en-US" altLang="ko-KR" dirty="0"/>
              <a:t>review assignment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Approver </a:t>
            </a:r>
            <a:r>
              <a:rPr lang="ko-KR" altLang="en-US" dirty="0"/>
              <a:t>또는 </a:t>
            </a:r>
            <a:r>
              <a:rPr lang="en-US" altLang="ko-KR" dirty="0"/>
              <a:t>Approval rule</a:t>
            </a:r>
            <a:r>
              <a:rPr lang="ko-KR" altLang="en-US" dirty="0"/>
              <a:t>은 “이 조건을 만족해야 </a:t>
            </a:r>
            <a:r>
              <a:rPr lang="en-US" altLang="ko-KR" dirty="0"/>
              <a:t>merge </a:t>
            </a:r>
            <a:r>
              <a:rPr lang="ko-KR" altLang="en-US" dirty="0" err="1"/>
              <a:t>가능”이라는</a:t>
            </a:r>
            <a:r>
              <a:rPr lang="ko-KR" altLang="en-US" dirty="0"/>
              <a:t> </a:t>
            </a:r>
            <a:r>
              <a:rPr lang="en-US" altLang="ko-KR" dirty="0"/>
              <a:t>merge gate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작은 개인 </a:t>
            </a:r>
            <a:r>
              <a:rPr lang="en-US" altLang="ko-KR" dirty="0"/>
              <a:t>project</a:t>
            </a:r>
            <a:r>
              <a:rPr lang="ko-KR" altLang="en-US" dirty="0"/>
              <a:t>에서는 </a:t>
            </a:r>
            <a:r>
              <a:rPr lang="en-US" altLang="ko-KR" dirty="0"/>
              <a:t>reviewer</a:t>
            </a:r>
            <a:r>
              <a:rPr lang="ko-KR" altLang="en-US" dirty="0"/>
              <a:t>만 있어도 </a:t>
            </a:r>
            <a:r>
              <a:rPr lang="en-US" altLang="ko-KR" dirty="0"/>
              <a:t>merge </a:t>
            </a:r>
            <a:r>
              <a:rPr lang="ko-KR" altLang="en-US" dirty="0"/>
              <a:t>버튼이 살아 있을 수 있습니다</a:t>
            </a:r>
            <a:r>
              <a:rPr lang="en-US" altLang="ko-KR" dirty="0"/>
              <a:t>. </a:t>
            </a:r>
            <a:r>
              <a:rPr lang="ko-KR" altLang="en-US" dirty="0"/>
              <a:t>팀 </a:t>
            </a:r>
            <a:r>
              <a:rPr lang="en-US" altLang="ko-KR" dirty="0"/>
              <a:t>project</a:t>
            </a:r>
            <a:r>
              <a:rPr lang="ko-KR" altLang="en-US" dirty="0"/>
              <a:t>에</a:t>
            </a:r>
          </a:p>
          <a:p>
            <a:r>
              <a:rPr lang="ko-KR" altLang="en-US" dirty="0"/>
              <a:t>  서는 보통 </a:t>
            </a:r>
            <a:r>
              <a:rPr lang="en-US" altLang="ko-KR" dirty="0"/>
              <a:t>main </a:t>
            </a:r>
            <a:r>
              <a:rPr lang="ko-KR" altLang="en-US" dirty="0"/>
              <a:t>보호</a:t>
            </a:r>
            <a:r>
              <a:rPr lang="en-US" altLang="ko-KR" dirty="0"/>
              <a:t>, required approval, pipeline success </a:t>
            </a:r>
            <a:r>
              <a:rPr lang="ko-KR" altLang="en-US" dirty="0"/>
              <a:t>같은 조건을 함께 둡니다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Step 7. Merge </a:t>
            </a:r>
            <a:r>
              <a:rPr lang="ko-KR" altLang="en-US" dirty="0"/>
              <a:t>전 최종 판단</a:t>
            </a:r>
          </a:p>
          <a:p>
            <a:endParaRPr lang="ko-KR" altLang="en-US" dirty="0"/>
          </a:p>
          <a:p>
            <a:r>
              <a:rPr lang="ko-KR" altLang="en-US" dirty="0"/>
              <a:t>  이번 </a:t>
            </a:r>
            <a:r>
              <a:rPr lang="en-US" altLang="ko-KR" dirty="0"/>
              <a:t>MR</a:t>
            </a:r>
            <a:r>
              <a:rPr lang="ko-KR" altLang="en-US" dirty="0"/>
              <a:t>은 다음 조건을 만족합니다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변경 범위</a:t>
            </a:r>
            <a:r>
              <a:rPr lang="en-US" altLang="ko-KR" dirty="0"/>
              <a:t>: CH05 </a:t>
            </a:r>
            <a:r>
              <a:rPr lang="ko-KR" altLang="en-US" dirty="0"/>
              <a:t>표준 파일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application logic </a:t>
            </a:r>
            <a:r>
              <a:rPr lang="ko-KR" altLang="en-US" dirty="0"/>
              <a:t>변경</a:t>
            </a:r>
            <a:r>
              <a:rPr lang="en-US" altLang="ko-KR" dirty="0"/>
              <a:t>: </a:t>
            </a:r>
            <a:r>
              <a:rPr lang="ko-KR" altLang="en-US" dirty="0"/>
              <a:t>없음</a:t>
            </a:r>
          </a:p>
          <a:p>
            <a:r>
              <a:rPr lang="ko-KR" altLang="en-US" dirty="0"/>
              <a:t>  테스트 영향</a:t>
            </a:r>
            <a:r>
              <a:rPr lang="en-US" altLang="ko-KR" dirty="0"/>
              <a:t>: </a:t>
            </a:r>
            <a:r>
              <a:rPr lang="ko-KR" altLang="en-US" dirty="0"/>
              <a:t>없음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review comment: </a:t>
            </a:r>
            <a:r>
              <a:rPr lang="ko-KR" altLang="en-US" dirty="0"/>
              <a:t>있음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reviewer: </a:t>
            </a:r>
            <a:r>
              <a:rPr lang="ko-KR" altLang="en-US" dirty="0"/>
              <a:t>지정됨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pipeline: </a:t>
            </a:r>
            <a:r>
              <a:rPr lang="ko-KR" altLang="en-US" dirty="0"/>
              <a:t>없음</a:t>
            </a:r>
            <a:r>
              <a:rPr lang="en-US" altLang="ko-KR" dirty="0"/>
              <a:t>, </a:t>
            </a:r>
            <a:r>
              <a:rPr lang="ko-KR" altLang="en-US" dirty="0"/>
              <a:t>하지만 </a:t>
            </a:r>
            <a:r>
              <a:rPr lang="en-US" altLang="ko-KR" dirty="0"/>
              <a:t>CH07 </a:t>
            </a:r>
            <a:r>
              <a:rPr lang="ko-KR" altLang="en-US" dirty="0"/>
              <a:t>이전이므로 허용 가능</a:t>
            </a:r>
          </a:p>
          <a:p>
            <a:endParaRPr lang="ko-KR" altLang="en-US" dirty="0"/>
          </a:p>
          <a:p>
            <a:r>
              <a:rPr lang="ko-KR" altLang="en-US" dirty="0"/>
              <a:t>  이제 </a:t>
            </a:r>
            <a:r>
              <a:rPr lang="en-US" altLang="ko-KR" dirty="0"/>
              <a:t>GitLab UI</a:t>
            </a:r>
            <a:r>
              <a:rPr lang="ko-KR" altLang="en-US" dirty="0"/>
              <a:t>에서 </a:t>
            </a:r>
            <a:r>
              <a:rPr lang="en-US" altLang="ko-KR" dirty="0"/>
              <a:t>Merge</a:t>
            </a:r>
            <a:r>
              <a:rPr lang="ko-KR" altLang="en-US" dirty="0"/>
              <a:t>를 눌러도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가능하면 </a:t>
            </a:r>
            <a:r>
              <a:rPr lang="en-US" altLang="ko-KR" dirty="0"/>
              <a:t>merge </a:t>
            </a:r>
            <a:r>
              <a:rPr lang="ko-KR" altLang="en-US" dirty="0"/>
              <a:t>옵션에서 아래가 보이는지 확인하세요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Delete source branch</a:t>
            </a:r>
          </a:p>
          <a:p>
            <a:r>
              <a:rPr lang="en-US" altLang="ko-KR" dirty="0"/>
              <a:t>  Squash commits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이번에는 </a:t>
            </a:r>
            <a:r>
              <a:rPr lang="en-US" altLang="ko-KR" dirty="0"/>
              <a:t>commit</a:t>
            </a:r>
            <a:r>
              <a:rPr lang="ko-KR" altLang="en-US" dirty="0"/>
              <a:t>이 </a:t>
            </a:r>
            <a:r>
              <a:rPr lang="ko-KR" altLang="en-US" dirty="0" err="1"/>
              <a:t>하나뿐이라</a:t>
            </a:r>
            <a:r>
              <a:rPr lang="ko-KR" altLang="en-US" dirty="0"/>
              <a:t> </a:t>
            </a:r>
            <a:r>
              <a:rPr lang="en-US" altLang="ko-KR" dirty="0"/>
              <a:t>Squash commits</a:t>
            </a:r>
            <a:r>
              <a:rPr lang="ko-KR" altLang="en-US" dirty="0"/>
              <a:t>는 크게 중요하지 않습니다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Delete source branch</a:t>
            </a:r>
            <a:r>
              <a:rPr lang="ko-KR" altLang="en-US" dirty="0"/>
              <a:t>는 켜도 됩니다</a:t>
            </a:r>
            <a:r>
              <a:rPr lang="en-US" altLang="ko-KR" dirty="0"/>
              <a:t>. </a:t>
            </a:r>
            <a:r>
              <a:rPr lang="ko-KR" altLang="en-US" dirty="0"/>
              <a:t>실습 </a:t>
            </a:r>
            <a:r>
              <a:rPr lang="en-US" altLang="ko-KR" dirty="0"/>
              <a:t>branch</a:t>
            </a:r>
            <a:r>
              <a:rPr lang="ko-KR" altLang="en-US" dirty="0"/>
              <a:t>는 </a:t>
            </a:r>
            <a:r>
              <a:rPr lang="en-US" altLang="ko-KR" dirty="0"/>
              <a:t>merge </a:t>
            </a:r>
            <a:r>
              <a:rPr lang="ko-KR" altLang="en-US" dirty="0"/>
              <a:t>후 보통 삭제해도 괜찮습니다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Merge </a:t>
            </a:r>
            <a:r>
              <a:rPr lang="ko-KR" altLang="en-US" dirty="0"/>
              <a:t>후 아래를 알려 주세요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MR status: merged?</a:t>
            </a:r>
          </a:p>
          <a:p>
            <a:r>
              <a:rPr lang="en-US" altLang="ko-KR" dirty="0"/>
              <a:t>  source branch deleted: yes/no/unknown</a:t>
            </a:r>
          </a:p>
          <a:p>
            <a:r>
              <a:rPr lang="en-US" altLang="ko-KR" dirty="0"/>
              <a:t>  main latest commit:</a:t>
            </a:r>
          </a:p>
          <a:p>
            <a:r>
              <a:rPr lang="en-US" altLang="ko-KR" dirty="0"/>
              <a:t>  message shown after merge: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</a:t>
            </a:r>
            <a:r>
              <a:rPr lang="en-US" altLang="ko-KR" dirty="0"/>
              <a:t>local</a:t>
            </a:r>
            <a:r>
              <a:rPr lang="ko-KR" altLang="en-US" dirty="0"/>
              <a:t>에서 </a:t>
            </a:r>
            <a:r>
              <a:rPr lang="en-US" altLang="ko-KR" dirty="0"/>
              <a:t>main</a:t>
            </a:r>
            <a:r>
              <a:rPr lang="ko-KR" altLang="en-US" dirty="0"/>
              <a:t>을 </a:t>
            </a:r>
            <a:r>
              <a:rPr lang="en-US" altLang="ko-KR" dirty="0"/>
              <a:t>pull</a:t>
            </a:r>
            <a:r>
              <a:rPr lang="ko-KR" altLang="en-US" dirty="0"/>
              <a:t>해서 </a:t>
            </a:r>
            <a:r>
              <a:rPr lang="en-US" altLang="ko-KR" dirty="0"/>
              <a:t>MR </a:t>
            </a:r>
            <a:r>
              <a:rPr lang="ko-KR" altLang="en-US" dirty="0"/>
              <a:t>결과를 반영하겠습니다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86215-EFCE-44F2-AED8-34445DA968E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802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</a:t>
            </a:r>
            <a:r>
              <a:rPr lang="ko-KR" altLang="en-US" dirty="0"/>
              <a:t>현재 상태는 정확히 기대한 상태입니다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HEAD -&gt; main</a:t>
            </a:r>
          </a:p>
          <a:p>
            <a:r>
              <a:rPr lang="en-US" altLang="ko-KR" dirty="0"/>
              <a:t>  origin/main -&gt; e1a14ea</a:t>
            </a:r>
          </a:p>
          <a:p>
            <a:r>
              <a:rPr lang="en-US" altLang="ko-KR" dirty="0"/>
              <a:t>  working tree clean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그리고 </a:t>
            </a:r>
            <a:r>
              <a:rPr lang="en-US" altLang="ko-KR" dirty="0"/>
              <a:t>CH05 </a:t>
            </a:r>
            <a:r>
              <a:rPr lang="ko-KR" altLang="en-US" dirty="0"/>
              <a:t>파일 세 개가 </a:t>
            </a:r>
            <a:r>
              <a:rPr lang="en-US" altLang="ko-KR" dirty="0"/>
              <a:t>main</a:t>
            </a:r>
            <a:r>
              <a:rPr lang="ko-KR" altLang="en-US" dirty="0"/>
              <a:t>에 들어왔습니다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.</a:t>
            </a:r>
            <a:r>
              <a:rPr lang="en-US" altLang="ko-KR" dirty="0" err="1"/>
              <a:t>gitlab</a:t>
            </a:r>
            <a:r>
              <a:rPr lang="en-US" altLang="ko-KR" dirty="0"/>
              <a:t>/merge_request_templates/standard.md</a:t>
            </a:r>
          </a:p>
          <a:p>
            <a:r>
              <a:rPr lang="en-US" altLang="ko-KR" dirty="0"/>
              <a:t>  CODEOWNERS</a:t>
            </a:r>
          </a:p>
          <a:p>
            <a:r>
              <a:rPr lang="en-US" altLang="ko-KR" dirty="0"/>
              <a:t>  docs/review-checklist.md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중요한 해석 하나만 짚고 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GitLab</a:t>
            </a:r>
            <a:r>
              <a:rPr lang="ko-KR" altLang="en-US" dirty="0"/>
              <a:t>에서 </a:t>
            </a:r>
            <a:r>
              <a:rPr lang="en-US" altLang="ko-KR" dirty="0"/>
              <a:t>MR merge</a:t>
            </a:r>
            <a:r>
              <a:rPr lang="ko-KR" altLang="en-US" dirty="0"/>
              <a:t>할 때는 </a:t>
            </a:r>
            <a:r>
              <a:rPr lang="en-US" altLang="ko-KR" dirty="0"/>
              <a:t>e1a14ea</a:t>
            </a:r>
            <a:r>
              <a:rPr lang="ko-KR" altLang="en-US" dirty="0"/>
              <a:t>라는 </a:t>
            </a:r>
            <a:r>
              <a:rPr lang="en-US" altLang="ko-KR" dirty="0"/>
              <a:t>merge commit</a:t>
            </a:r>
            <a:r>
              <a:rPr lang="ko-KR" altLang="en-US" dirty="0"/>
              <a:t>이 만들어졌습니다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그 뒤 </a:t>
            </a:r>
            <a:r>
              <a:rPr lang="en-US" altLang="ko-KR" dirty="0"/>
              <a:t>local</a:t>
            </a:r>
            <a:r>
              <a:rPr lang="ko-KR" altLang="en-US" dirty="0"/>
              <a:t>에서 한 </a:t>
            </a:r>
            <a:r>
              <a:rPr lang="en-US" altLang="ko-KR" dirty="0"/>
              <a:t>git pull --ff-only</a:t>
            </a:r>
            <a:r>
              <a:rPr lang="ko-KR" altLang="en-US" dirty="0"/>
              <a:t>는 </a:t>
            </a:r>
            <a:r>
              <a:rPr lang="en-US" altLang="ko-KR" dirty="0"/>
              <a:t>merge commit</a:t>
            </a:r>
            <a:r>
              <a:rPr lang="ko-KR" altLang="en-US" dirty="0"/>
              <a:t>을 새로 만든 것이 아니라</a:t>
            </a:r>
            <a:r>
              <a:rPr lang="en-US" altLang="ko-KR" dirty="0"/>
              <a:t>, local main</a:t>
            </a:r>
            <a:r>
              <a:rPr lang="ko-KR" altLang="en-US" dirty="0"/>
              <a:t>을</a:t>
            </a:r>
          </a:p>
          <a:p>
            <a:r>
              <a:rPr lang="ko-KR" altLang="en-US" dirty="0"/>
              <a:t>  이미 </a:t>
            </a:r>
            <a:r>
              <a:rPr lang="en-US" altLang="ko-KR" dirty="0"/>
              <a:t>remote</a:t>
            </a:r>
            <a:r>
              <a:rPr lang="ko-KR" altLang="en-US" dirty="0"/>
              <a:t>에 있는 </a:t>
            </a:r>
            <a:r>
              <a:rPr lang="en-US" altLang="ko-KR" dirty="0"/>
              <a:t>e1a14ea</a:t>
            </a:r>
            <a:r>
              <a:rPr lang="ko-KR" altLang="en-US" dirty="0"/>
              <a:t>까지 앞으로 이동시킨 것입니다</a:t>
            </a:r>
            <a:r>
              <a:rPr lang="en-US" altLang="ko-KR" dirty="0"/>
              <a:t>. (HEAD </a:t>
            </a:r>
            <a:r>
              <a:rPr lang="ko-KR" altLang="en-US" dirty="0"/>
              <a:t>위치 확인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86215-EFCE-44F2-AED8-34445DA968E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449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86215-EFCE-44F2-AED8-34445DA968E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384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</a:t>
            </a:r>
            <a:r>
              <a:rPr lang="ko-KR" altLang="en-US" dirty="0"/>
              <a:t>정리 완료 상태 확인했습니다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On branch main</a:t>
            </a:r>
          </a:p>
          <a:p>
            <a:r>
              <a:rPr lang="en-US" altLang="ko-KR" dirty="0"/>
              <a:t>  Your branch is up to date with 'origin/main'.</a:t>
            </a:r>
          </a:p>
          <a:p>
            <a:r>
              <a:rPr lang="en-US" altLang="ko-KR" dirty="0"/>
              <a:t>  nothing to commit, working tree clean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남은 </a:t>
            </a:r>
            <a:r>
              <a:rPr lang="en-US" altLang="ko-KR" dirty="0"/>
              <a:t>branch:</a:t>
            </a:r>
          </a:p>
          <a:p>
            <a:endParaRPr lang="en-US" altLang="ko-KR" dirty="0"/>
          </a:p>
          <a:p>
            <a:r>
              <a:rPr lang="en-US" altLang="ko-KR" dirty="0"/>
              <a:t>  feature/branch-playbook</a:t>
            </a:r>
          </a:p>
          <a:p>
            <a:r>
              <a:rPr lang="en-US" altLang="ko-KR" dirty="0"/>
              <a:t>  feature/feature-flags</a:t>
            </a:r>
          </a:p>
          <a:p>
            <a:r>
              <a:rPr lang="en-US" altLang="ko-KR" dirty="0"/>
              <a:t>  main</a:t>
            </a:r>
          </a:p>
          <a:p>
            <a:endParaRPr lang="en-US" altLang="ko-KR" dirty="0"/>
          </a:p>
          <a:p>
            <a:r>
              <a:rPr lang="en-US" altLang="ko-KR" dirty="0"/>
              <a:t>  feature/</a:t>
            </a:r>
            <a:r>
              <a:rPr lang="en-US" altLang="ko-KR" dirty="0" err="1"/>
              <a:t>mr</a:t>
            </a:r>
            <a:r>
              <a:rPr lang="en-US" altLang="ko-KR" dirty="0"/>
              <a:t>-standards</a:t>
            </a:r>
            <a:r>
              <a:rPr lang="ko-KR" altLang="en-US" dirty="0"/>
              <a:t>는 정상 삭제됐습니다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CH05 </a:t>
            </a:r>
            <a:r>
              <a:rPr lang="ko-KR" altLang="en-US" dirty="0"/>
              <a:t>핵심 정리</a:t>
            </a:r>
          </a:p>
          <a:p>
            <a:endParaRPr lang="ko-KR" altLang="en-US" dirty="0"/>
          </a:p>
          <a:p>
            <a:r>
              <a:rPr lang="ko-KR" altLang="en-US" dirty="0"/>
              <a:t>  이번 실습에서 본 흐름은 </a:t>
            </a:r>
            <a:r>
              <a:rPr lang="ko-KR" altLang="en-US" dirty="0" err="1"/>
              <a:t>이겁니다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feature branch </a:t>
            </a:r>
            <a:r>
              <a:rPr lang="ko-KR" altLang="en-US" dirty="0"/>
              <a:t>생성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-&gt; CH05 </a:t>
            </a:r>
            <a:r>
              <a:rPr lang="ko-KR" altLang="en-US" dirty="0"/>
              <a:t>표준 파일 </a:t>
            </a:r>
            <a:r>
              <a:rPr lang="en-US" altLang="ko-KR" dirty="0"/>
              <a:t>3</a:t>
            </a:r>
            <a:r>
              <a:rPr lang="ko-KR" altLang="en-US" dirty="0"/>
              <a:t>개 추가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-&gt; push -u</a:t>
            </a:r>
          </a:p>
          <a:p>
            <a:r>
              <a:rPr lang="en-US" altLang="ko-KR" dirty="0"/>
              <a:t>  -&gt; GitLab MR </a:t>
            </a:r>
            <a:r>
              <a:rPr lang="ko-KR" altLang="en-US" dirty="0"/>
              <a:t>생성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-&gt; reviewer </a:t>
            </a:r>
            <a:r>
              <a:rPr lang="ko-KR" altLang="en-US" dirty="0"/>
              <a:t>지정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-&gt; review comment </a:t>
            </a:r>
            <a:r>
              <a:rPr lang="ko-KR" altLang="en-US" dirty="0"/>
              <a:t>작성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-&gt; merge</a:t>
            </a:r>
          </a:p>
          <a:p>
            <a:r>
              <a:rPr lang="en-US" altLang="ko-KR" dirty="0"/>
              <a:t>  -&gt; local main pull</a:t>
            </a:r>
          </a:p>
          <a:p>
            <a:r>
              <a:rPr lang="en-US" altLang="ko-KR" dirty="0"/>
              <a:t>  -&gt; local feature branch </a:t>
            </a:r>
            <a:r>
              <a:rPr lang="ko-KR" altLang="en-US" dirty="0"/>
              <a:t>정리</a:t>
            </a:r>
          </a:p>
          <a:p>
            <a:endParaRPr lang="ko-KR" altLang="en-US" dirty="0"/>
          </a:p>
          <a:p>
            <a:r>
              <a:rPr lang="ko-KR" altLang="en-US" dirty="0"/>
              <a:t>  중요한 관찰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Ready to merge</a:t>
            </a:r>
            <a:r>
              <a:rPr lang="ko-KR" altLang="en-US" dirty="0"/>
              <a:t>는 “정책상 막는 조건이 </a:t>
            </a:r>
            <a:r>
              <a:rPr lang="ko-KR" altLang="en-US" dirty="0" err="1"/>
              <a:t>없다”는</a:t>
            </a:r>
            <a:r>
              <a:rPr lang="ko-KR" altLang="en-US" dirty="0"/>
              <a:t> 뜻입니다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reviewer </a:t>
            </a:r>
            <a:r>
              <a:rPr lang="ko-KR" altLang="en-US" dirty="0"/>
              <a:t>지정은 </a:t>
            </a:r>
            <a:r>
              <a:rPr lang="en-US" altLang="ko-KR" dirty="0"/>
              <a:t>approval rule</a:t>
            </a:r>
            <a:r>
              <a:rPr lang="ko-KR" altLang="en-US" dirty="0"/>
              <a:t>과 다릅니다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pipeline</a:t>
            </a:r>
            <a:r>
              <a:rPr lang="ko-KR" altLang="en-US" dirty="0"/>
              <a:t>이 없다는 메시지는 현재 정상입니다</a:t>
            </a:r>
            <a:r>
              <a:rPr lang="en-US" altLang="ko-KR" dirty="0"/>
              <a:t>. CI</a:t>
            </a:r>
            <a:r>
              <a:rPr lang="ko-KR" altLang="en-US" dirty="0"/>
              <a:t>는 </a:t>
            </a:r>
            <a:r>
              <a:rPr lang="en-US" altLang="ko-KR" dirty="0"/>
              <a:t>CH07</a:t>
            </a:r>
            <a:r>
              <a:rPr lang="ko-KR" altLang="en-US" dirty="0"/>
              <a:t>에서 추가합니다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GitLab merge</a:t>
            </a:r>
            <a:r>
              <a:rPr lang="ko-KR" altLang="en-US" dirty="0"/>
              <a:t>는 </a:t>
            </a:r>
            <a:r>
              <a:rPr lang="en-US" altLang="ko-KR" dirty="0"/>
              <a:t>e1a14ea merge commit</a:t>
            </a:r>
            <a:r>
              <a:rPr lang="ko-KR" altLang="en-US" dirty="0"/>
              <a:t>을 만들었습니다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source branch </a:t>
            </a:r>
            <a:r>
              <a:rPr lang="ko-KR" altLang="en-US" dirty="0"/>
              <a:t>삭제는 </a:t>
            </a:r>
            <a:r>
              <a:rPr lang="en-US" altLang="ko-KR" dirty="0"/>
              <a:t>remote</a:t>
            </a:r>
            <a:r>
              <a:rPr lang="ko-KR" altLang="en-US" dirty="0"/>
              <a:t>만 삭제하고</a:t>
            </a:r>
            <a:r>
              <a:rPr lang="en-US" altLang="ko-KR" dirty="0"/>
              <a:t>, local branch</a:t>
            </a:r>
            <a:r>
              <a:rPr lang="ko-KR" altLang="en-US" dirty="0"/>
              <a:t>는 직접 정리해야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다음은 </a:t>
            </a:r>
            <a:r>
              <a:rPr lang="en-US" altLang="ko-KR" dirty="0"/>
              <a:t>CH05</a:t>
            </a:r>
            <a:r>
              <a:rPr lang="ko-KR" altLang="en-US" dirty="0"/>
              <a:t>의 개념 점검입니다</a:t>
            </a:r>
            <a:r>
              <a:rPr lang="en-US" altLang="ko-KR" dirty="0"/>
              <a:t>. </a:t>
            </a:r>
            <a:r>
              <a:rPr lang="ko-KR" altLang="en-US" dirty="0"/>
              <a:t>짧게 답해 보세요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1. Reviewer</a:t>
            </a:r>
            <a:r>
              <a:rPr lang="ko-KR" altLang="en-US" dirty="0"/>
              <a:t>와 </a:t>
            </a:r>
            <a:r>
              <a:rPr lang="en-US" altLang="ko-KR" dirty="0"/>
              <a:t>Approver</a:t>
            </a:r>
            <a:r>
              <a:rPr lang="ko-KR" altLang="en-US" dirty="0"/>
              <a:t>의 차이는 무엇인가요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2. Ready to merge</a:t>
            </a:r>
            <a:r>
              <a:rPr lang="ko-KR" altLang="en-US" dirty="0"/>
              <a:t>가 보여도 바로 </a:t>
            </a:r>
            <a:r>
              <a:rPr lang="en-US" altLang="ko-KR" dirty="0"/>
              <a:t>merge</a:t>
            </a:r>
            <a:r>
              <a:rPr lang="ko-KR" altLang="en-US" dirty="0"/>
              <a:t>하면 안 될 수 있는 이유는 무엇인가요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3. CODEOWNERS </a:t>
            </a:r>
            <a:r>
              <a:rPr lang="ko-KR" altLang="en-US" dirty="0"/>
              <a:t>파일은 무엇을 위해 두나요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4. Pipeline: none</a:t>
            </a:r>
            <a:r>
              <a:rPr lang="ko-KR" altLang="en-US" dirty="0"/>
              <a:t>은 이번 </a:t>
            </a:r>
            <a:r>
              <a:rPr lang="en-US" altLang="ko-KR" dirty="0"/>
              <a:t>CH05</a:t>
            </a:r>
            <a:r>
              <a:rPr lang="ko-KR" altLang="en-US" dirty="0"/>
              <a:t>에서 왜 문제가 아니었나요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5. MR merge </a:t>
            </a:r>
            <a:r>
              <a:rPr lang="ko-KR" altLang="en-US" dirty="0"/>
              <a:t>후 </a:t>
            </a:r>
            <a:r>
              <a:rPr lang="en-US" altLang="ko-KR" dirty="0"/>
              <a:t>local</a:t>
            </a:r>
            <a:r>
              <a:rPr lang="ko-KR" altLang="en-US" dirty="0"/>
              <a:t>에서 </a:t>
            </a:r>
            <a:r>
              <a:rPr lang="en-US" altLang="ko-KR" dirty="0"/>
              <a:t>git pull --ff-only</a:t>
            </a:r>
            <a:r>
              <a:rPr lang="ko-KR" altLang="en-US" dirty="0"/>
              <a:t>를 한 이유는 무엇인가요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86215-EFCE-44F2-AED8-34445DA968E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86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463CEA-0E13-9084-DDE1-E5A5FD115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F8664F-620E-9EB3-3F90-091B6670C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EC7DBC-00B0-DF25-A83E-96A93878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44DA-9DAB-49FB-8DA7-3D59E4354519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997CE2-552A-8AC3-91C4-36781F233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F93947-D47D-CF79-57BA-B420E9D86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7E16-8D24-42F9-B46C-B8FDFCAE4B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1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5F452-5AA9-0C26-6ADB-FDEE9583C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EB00EE-70A3-F1B4-001C-64A1760FB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7C5069-087B-65E5-2B3A-858A7CB7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44DA-9DAB-49FB-8DA7-3D59E4354519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353C43-AD50-437A-CF1D-4293DB7E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DB5951-958A-F501-0EA1-F1DB8668A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7E16-8D24-42F9-B46C-B8FDFCAE4B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612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FF73FB-928E-462D-6D64-9F4FD43F9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E8C440-EC02-98E6-3387-CA311D6F8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0CAEED-773F-9FD4-C2DF-62340024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44DA-9DAB-49FB-8DA7-3D59E4354519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62C92E-DA97-C75A-DEE1-911EF7AEE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A6D032-3BF7-15FE-0062-9205706F8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7E16-8D24-42F9-B46C-B8FDFCAE4B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379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B8C625-6658-9C14-87A3-408095385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B0CDAA-DFA8-78D0-DA22-89B979095B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23DCA3-6535-8C6C-C8DD-DCCFDB24B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546D85-CA44-4089-03A3-5CEB50811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44DA-9DAB-49FB-8DA7-3D59E4354519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2F851C-6ED9-9058-19F9-B8A907D4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C99219-8C0A-E370-9DA3-C2FD1BE6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7E16-8D24-42F9-B46C-B8FDFCAE4B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000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CF7443-B559-EE60-B2FB-5427A4F37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124F8B-7DCC-C31E-E974-5B53DEE72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05F341-71B5-7F1C-0EAE-B7394074F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A71BC21-9857-766E-0C05-F9DE200F3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1F18D1-0900-1C22-EBB4-31120B6CD4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A60160-225D-E904-21E6-136DADDDC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44DA-9DAB-49FB-8DA7-3D59E4354519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A36382-7BFE-0D03-CBD3-BD17F60D8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816A4D-3BD5-7CA7-ABE3-96E3F7C81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7E16-8D24-42F9-B46C-B8FDFCAE4B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730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74302-F95A-E225-4421-AE6A352CB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8EB2E3-1198-B254-4635-6CA5013A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44DA-9DAB-49FB-8DA7-3D59E4354519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496BDB-9653-029F-FA71-93AFE2F8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67C087-E160-3DD5-FE95-0FFE616A4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7E16-8D24-42F9-B46C-B8FDFCAE4B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97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15120E-B4D1-A1E0-27F4-B3DDCEDD1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44DA-9DAB-49FB-8DA7-3D59E4354519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8FD9784-10F4-70F5-1CA6-EC3FEDA7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7A0EA9-267E-2BC4-694D-08649759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7E16-8D24-42F9-B46C-B8FDFCAE4B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777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AE5816-8159-1A4C-A6AC-85988FDF5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17F6D3-919F-ABE8-4293-1BEE2D963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047C09-4715-BF2E-2881-D5CB26144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9965D1-D4B8-22EB-00D9-4F7E1AC63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44DA-9DAB-49FB-8DA7-3D59E4354519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246926-ECF7-E8D1-86D1-999D83FF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85A721-BE00-9DB2-18AD-9C16EED85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7E16-8D24-42F9-B46C-B8FDFCAE4B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77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499D5-3EF3-3A91-0D5C-3ADF128F3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BAF9D6-43C3-E187-5DA9-D570360B18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7ADF8E-5913-D04A-E647-3093EA337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21BEA9-F2FE-E96E-B995-E149459F8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44DA-9DAB-49FB-8DA7-3D59E4354519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7A6717-E08D-2C77-9852-CA95AF09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9EE280-0B9B-3F37-1243-E17C51095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7E16-8D24-42F9-B46C-B8FDFCAE4B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572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AE0DA-4D34-3702-5923-9767947F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3C46AF-B767-E5AD-3E7E-4BA9465B0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183C94-E49B-8726-FC9D-9044FD62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44DA-9DAB-49FB-8DA7-3D59E4354519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F9D08C-3056-F081-3D09-91EFCAA6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A28ABA-FBAF-CB72-B8A3-0987FEA0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7E16-8D24-42F9-B46C-B8FDFCAE4B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842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C38D36-B684-A9E3-9947-7A154EC1DF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3DFB58-1E16-A78D-1B1F-8E97F39BB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B6EA0D-94E4-D582-2F55-891F3309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44DA-9DAB-49FB-8DA7-3D59E4354519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F11EDB-B390-01C6-D479-CCC77168D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9E478-CF37-35C8-7F63-93D901EB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7E16-8D24-42F9-B46C-B8FDFCAE4B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893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963739-5AFB-2CD0-79BB-293B8983B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E0EBA6-4F18-D2D5-E7A6-5BC946394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FC2E05-6493-AD75-C8BC-726A6BF72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C44DA-9DAB-49FB-8DA7-3D59E4354519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FF41F-1CD0-4E8D-E112-A93CB6F8B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81C3D1-17E4-867D-557D-9F34FE8FD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BA7E16-8D24-42F9-B46C-B8FDFCAE4B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925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B2DAC-D0EF-2DD0-502A-EDAC7B65A4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Ch05 GitLab Project Structure, Permissions, and MR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97F28F-A939-F83A-DFED-5625BEA25B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/>
              <a:t> GitLab</a:t>
            </a:r>
            <a:r>
              <a:rPr lang="ko-KR" altLang="en-US" dirty="0"/>
              <a:t>에서 </a:t>
            </a:r>
            <a:r>
              <a:rPr lang="en-US" altLang="ko-KR" dirty="0"/>
              <a:t>`Owner`, `Maintainer`, `Developer`, `Guest`</a:t>
            </a:r>
            <a:r>
              <a:rPr lang="ko-KR" altLang="en-US" dirty="0"/>
              <a:t>는 무엇이 </a:t>
            </a:r>
            <a:r>
              <a:rPr lang="ko-KR" altLang="en-US" dirty="0" err="1"/>
              <a:t>다른가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protected branch</a:t>
            </a:r>
            <a:r>
              <a:rPr lang="ko-KR" altLang="en-US" dirty="0"/>
              <a:t>는 왜 </a:t>
            </a:r>
            <a:r>
              <a:rPr lang="en-US" altLang="ko-KR" dirty="0"/>
              <a:t>direct push</a:t>
            </a:r>
            <a:r>
              <a:rPr lang="ko-KR" altLang="en-US" dirty="0"/>
              <a:t>를 막는가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reviewer</a:t>
            </a:r>
            <a:r>
              <a:rPr lang="ko-KR" altLang="en-US" dirty="0"/>
              <a:t>와 </a:t>
            </a:r>
            <a:r>
              <a:rPr lang="en-US" altLang="ko-KR" dirty="0"/>
              <a:t>approver</a:t>
            </a:r>
            <a:r>
              <a:rPr lang="ko-KR" altLang="en-US" dirty="0"/>
              <a:t>는 같은 개념인가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`CODEOWNERS`</a:t>
            </a:r>
            <a:r>
              <a:rPr lang="ko-KR" altLang="en-US" dirty="0"/>
              <a:t>는 </a:t>
            </a:r>
            <a:r>
              <a:rPr lang="en-US" altLang="ko-KR" dirty="0"/>
              <a:t>review </a:t>
            </a:r>
            <a:r>
              <a:rPr lang="ko-KR" altLang="en-US" dirty="0"/>
              <a:t>흐름에 어떤 영향을 주는가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Wiki </a:t>
            </a:r>
            <a:r>
              <a:rPr lang="ko-KR" altLang="en-US" dirty="0"/>
              <a:t>문서와 </a:t>
            </a:r>
            <a:r>
              <a:rPr lang="en-US" altLang="ko-KR" dirty="0"/>
              <a:t>repository </a:t>
            </a:r>
            <a:r>
              <a:rPr lang="ko-KR" altLang="en-US" dirty="0"/>
              <a:t>안의 </a:t>
            </a:r>
            <a:r>
              <a:rPr lang="en-US" altLang="ko-KR" dirty="0"/>
              <a:t>`docs/` </a:t>
            </a:r>
            <a:r>
              <a:rPr lang="ko-KR" altLang="en-US" dirty="0"/>
              <a:t>문서는 어떻게 나누는가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8527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728D5-458C-E4A4-C273-3F75274F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CH05 GitLab:</a:t>
            </a:r>
            <a:r>
              <a:rPr lang="ko-KR" altLang="en-US" dirty="0"/>
              <a:t>협업 운영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F57470-3931-043E-6030-1D4506E04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`protected branch`</a:t>
            </a:r>
            <a:r>
              <a:rPr lang="ko-KR" altLang="en-US" dirty="0"/>
              <a:t>는 중요한 </a:t>
            </a:r>
            <a:r>
              <a:rPr lang="en-US" altLang="ko-KR" dirty="0"/>
              <a:t>branch</a:t>
            </a:r>
            <a:r>
              <a:rPr lang="ko-KR" altLang="en-US" dirty="0"/>
              <a:t>를 우발적 </a:t>
            </a:r>
            <a:r>
              <a:rPr lang="en-US" altLang="ko-KR" dirty="0"/>
              <a:t>push</a:t>
            </a:r>
            <a:r>
              <a:rPr lang="ko-KR" altLang="en-US" dirty="0"/>
              <a:t>와 </a:t>
            </a:r>
            <a:r>
              <a:rPr lang="ko-KR" altLang="en-US" dirty="0" err="1"/>
              <a:t>무검토</a:t>
            </a:r>
            <a:r>
              <a:rPr lang="ko-KR" altLang="en-US" dirty="0"/>
              <a:t> </a:t>
            </a:r>
            <a:r>
              <a:rPr lang="en-US" altLang="ko-KR" dirty="0"/>
              <a:t>merge</a:t>
            </a:r>
            <a:r>
              <a:rPr lang="ko-KR" altLang="en-US" dirty="0"/>
              <a:t>에서 보호한다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`MR`</a:t>
            </a:r>
            <a:r>
              <a:rPr lang="ko-KR" altLang="en-US" dirty="0"/>
              <a:t>은 코드 반영 요청이면서 변경 의도</a:t>
            </a:r>
            <a:r>
              <a:rPr lang="en-US" altLang="ko-KR" dirty="0"/>
              <a:t>, </a:t>
            </a:r>
            <a:r>
              <a:rPr lang="ko-KR" altLang="en-US" dirty="0"/>
              <a:t>테스트 근거</a:t>
            </a:r>
            <a:r>
              <a:rPr lang="en-US" altLang="ko-KR" dirty="0"/>
              <a:t>, </a:t>
            </a:r>
            <a:r>
              <a:rPr lang="ko-KR" altLang="en-US" dirty="0"/>
              <a:t>배포 영향을 남기는 기록이다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`reviewer`</a:t>
            </a:r>
            <a:r>
              <a:rPr lang="ko-KR" altLang="en-US" dirty="0"/>
              <a:t>는 변경 내용을 검토하는 사람이고</a:t>
            </a:r>
            <a:r>
              <a:rPr lang="en-US" altLang="ko-KR" dirty="0"/>
              <a:t>, `approver`</a:t>
            </a:r>
            <a:r>
              <a:rPr lang="ko-KR" altLang="en-US" dirty="0"/>
              <a:t>는 조직 규칙상 </a:t>
            </a:r>
            <a:r>
              <a:rPr lang="en-US" altLang="ko-KR" dirty="0"/>
              <a:t>merge </a:t>
            </a:r>
            <a:r>
              <a:rPr lang="ko-KR" altLang="en-US" dirty="0"/>
              <a:t>허용 여부를 승인하는 사람이다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`CODEOWNERS`</a:t>
            </a:r>
            <a:r>
              <a:rPr lang="ko-KR" altLang="en-US" dirty="0"/>
              <a:t>는 특정 경로나 파일에 대해 누가 리뷰 책임을 가져야 하는지 저장소 안에 남기는 표준이다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 </a:t>
            </a:r>
            <a:r>
              <a:rPr lang="en-US" altLang="ko-KR" dirty="0"/>
              <a:t>Wiki</a:t>
            </a:r>
            <a:r>
              <a:rPr lang="ko-KR" altLang="en-US" dirty="0"/>
              <a:t>는 운영 </a:t>
            </a:r>
            <a:r>
              <a:rPr lang="en-US" altLang="ko-KR" dirty="0"/>
              <a:t>runbook, FAQ, </a:t>
            </a:r>
            <a:r>
              <a:rPr lang="ko-KR" altLang="en-US" dirty="0"/>
              <a:t>팀 가이드처럼 코드와 느슨하게 연결된 문서에 적합하다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repository</a:t>
            </a:r>
            <a:r>
              <a:rPr lang="ko-KR" altLang="en-US" dirty="0"/>
              <a:t>의 </a:t>
            </a:r>
            <a:r>
              <a:rPr lang="en-US" altLang="ko-KR" dirty="0"/>
              <a:t>`docs/`</a:t>
            </a:r>
            <a:r>
              <a:rPr lang="ko-KR" altLang="en-US" dirty="0"/>
              <a:t>는 코드 변경과 함께 </a:t>
            </a:r>
            <a:r>
              <a:rPr lang="en-US" altLang="ko-KR" dirty="0"/>
              <a:t>review</a:t>
            </a:r>
            <a:r>
              <a:rPr lang="ko-KR" altLang="en-US" dirty="0"/>
              <a:t>되어야 하는 문서에 적합하다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6519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168F4-1720-0850-21D6-DA0154C33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GitLab:</a:t>
            </a:r>
            <a:r>
              <a:rPr lang="ko-KR" altLang="en-US" dirty="0"/>
              <a:t>협업 운영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98F439-EDED-331D-3322-2BEBF4068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CH04</a:t>
            </a:r>
            <a:r>
              <a:rPr lang="ko-KR" altLang="en-US" dirty="0"/>
              <a:t>에서 </a:t>
            </a:r>
            <a:r>
              <a:rPr lang="en-US" altLang="ko-KR" dirty="0"/>
              <a:t>branch</a:t>
            </a:r>
            <a:r>
              <a:rPr lang="ko-KR" altLang="en-US" dirty="0"/>
              <a:t>를 배웠다면 </a:t>
            </a:r>
            <a:r>
              <a:rPr lang="en-US" altLang="ko-KR" dirty="0"/>
              <a:t>CH05</a:t>
            </a:r>
            <a:r>
              <a:rPr lang="ko-KR" altLang="en-US" dirty="0"/>
              <a:t>에서는 “그 </a:t>
            </a:r>
            <a:r>
              <a:rPr lang="en-US" altLang="ko-KR" dirty="0"/>
              <a:t>branch</a:t>
            </a:r>
            <a:r>
              <a:rPr lang="ko-KR" altLang="en-US" dirty="0"/>
              <a:t>를 누가</a:t>
            </a:r>
            <a:r>
              <a:rPr lang="en-US" altLang="ko-KR" dirty="0"/>
              <a:t>, </a:t>
            </a:r>
            <a:r>
              <a:rPr lang="ko-KR" altLang="en-US" dirty="0"/>
              <a:t>어떤 기준으로</a:t>
            </a:r>
            <a:r>
              <a:rPr lang="en-US" altLang="ko-KR" dirty="0"/>
              <a:t>, </a:t>
            </a:r>
            <a:r>
              <a:rPr lang="ko-KR" altLang="en-US" dirty="0"/>
              <a:t>어떻게 </a:t>
            </a:r>
            <a:r>
              <a:rPr lang="en-US" altLang="ko-KR" dirty="0"/>
              <a:t>main</a:t>
            </a:r>
            <a:r>
              <a:rPr lang="ko-KR" altLang="en-US" dirty="0"/>
              <a:t>에 반영할 </a:t>
            </a:r>
            <a:r>
              <a:rPr lang="ko-KR" altLang="en-US" dirty="0" err="1"/>
              <a:t>것인가”를</a:t>
            </a:r>
            <a:r>
              <a:rPr lang="ko-KR" altLang="en-US" dirty="0"/>
              <a:t> 배웁니다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238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C44585-0DB9-1BFA-1B8A-0D21898DD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1. New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ACCF-F6BA-8289-E7A2-0E9170FE8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이제 </a:t>
            </a:r>
            <a:r>
              <a:rPr lang="en-US" altLang="ko-KR" dirty="0"/>
              <a:t>CH05 </a:t>
            </a:r>
            <a:r>
              <a:rPr lang="ko-KR" altLang="en-US" dirty="0"/>
              <a:t>실습 </a:t>
            </a:r>
            <a:r>
              <a:rPr lang="en-US" altLang="ko-KR" dirty="0"/>
              <a:t>branch</a:t>
            </a:r>
            <a:r>
              <a:rPr lang="ko-KR" altLang="en-US" dirty="0"/>
              <a:t>를 만듭시다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git switch -c feature/</a:t>
            </a:r>
            <a:r>
              <a:rPr lang="en-US" altLang="ko-KR" dirty="0" err="1"/>
              <a:t>mr</a:t>
            </a:r>
            <a:r>
              <a:rPr lang="en-US" altLang="ko-KR" dirty="0"/>
              <a:t>-standards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git status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git branch –</a:t>
            </a:r>
            <a:r>
              <a:rPr lang="en-US" altLang="ko-KR" dirty="0" err="1"/>
              <a:t>vv</a:t>
            </a: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이번에 추가할 세 파일은 “코드 </a:t>
            </a:r>
            <a:r>
              <a:rPr lang="ko-KR" altLang="en-US" dirty="0" err="1"/>
              <a:t>기능”이</a:t>
            </a:r>
            <a:r>
              <a:rPr lang="ko-KR" altLang="en-US" dirty="0"/>
              <a:t> 아니라 “협업 운영 </a:t>
            </a:r>
            <a:r>
              <a:rPr lang="ko-KR" altLang="en-US" dirty="0" err="1"/>
              <a:t>표준”입니다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- .</a:t>
            </a:r>
            <a:r>
              <a:rPr lang="en-US" altLang="ko-KR" dirty="0" err="1"/>
              <a:t>gitlab</a:t>
            </a:r>
            <a:r>
              <a:rPr lang="en-US" altLang="ko-KR" dirty="0"/>
              <a:t>/merge_request_templates/standard.md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    - MR</a:t>
            </a:r>
            <a:r>
              <a:rPr lang="ko-KR" altLang="en-US" dirty="0"/>
              <a:t>을 만들 때 </a:t>
            </a:r>
            <a:r>
              <a:rPr lang="en-US" altLang="ko-KR" dirty="0"/>
              <a:t>description</a:t>
            </a:r>
            <a:r>
              <a:rPr lang="ko-KR" altLang="en-US" dirty="0"/>
              <a:t>에 빠지면 안 되는 항목을 </a:t>
            </a:r>
            <a:r>
              <a:rPr lang="ko-KR" altLang="en-US" dirty="0" err="1"/>
              <a:t>표준화합니다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- CODEOWNERS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    - </a:t>
            </a:r>
            <a:r>
              <a:rPr lang="ko-KR" altLang="en-US" dirty="0"/>
              <a:t>어떤 경로나 파일을 누가 </a:t>
            </a:r>
            <a:r>
              <a:rPr lang="en-US" altLang="ko-KR" dirty="0"/>
              <a:t>review</a:t>
            </a:r>
            <a:r>
              <a:rPr lang="ko-KR" altLang="en-US" dirty="0"/>
              <a:t>해야 하는지 저장소 안에 기록합니다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- docs/review-checklist.md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    - reviewer</a:t>
            </a:r>
            <a:r>
              <a:rPr lang="ko-KR" altLang="en-US" dirty="0"/>
              <a:t>와 </a:t>
            </a:r>
            <a:r>
              <a:rPr lang="en-US" altLang="ko-KR" dirty="0"/>
              <a:t>maintainer</a:t>
            </a:r>
            <a:r>
              <a:rPr lang="ko-KR" altLang="en-US" dirty="0"/>
              <a:t>가 </a:t>
            </a:r>
            <a:r>
              <a:rPr lang="en-US" altLang="ko-KR" dirty="0"/>
              <a:t>MR</a:t>
            </a:r>
            <a:r>
              <a:rPr lang="ko-KR" altLang="en-US" dirty="0"/>
              <a:t>을 </a:t>
            </a: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61309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2B7C0-DE34-8826-0AA0-97EEBC674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2,3. Ch05 </a:t>
            </a:r>
            <a:r>
              <a:rPr lang="ko-KR" altLang="en-US" dirty="0"/>
              <a:t>파일 복사 </a:t>
            </a:r>
            <a:r>
              <a:rPr lang="en-US" altLang="ko-KR" dirty="0"/>
              <a:t>+ push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A8108C-CFA7-A2E1-FFBC-12A3A4EDA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아래를 그대로 입력하세요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New-Item -ItemType Directory -Force .\.</a:t>
            </a:r>
            <a:r>
              <a:rPr lang="en-US" altLang="ko-KR" dirty="0" err="1"/>
              <a:t>gitlab</a:t>
            </a:r>
            <a:r>
              <a:rPr lang="en-US" altLang="ko-KR" dirty="0"/>
              <a:t>\</a:t>
            </a:r>
            <a:r>
              <a:rPr lang="en-US" altLang="ko-KR" dirty="0" err="1"/>
              <a:t>merge_request_templates</a:t>
            </a:r>
            <a:r>
              <a:rPr lang="en-US" altLang="ko-KR" dirty="0"/>
              <a:t> | Out-Null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Copy-Item "C:\Users\angpa\myProjects\Daily_Work\GitLab-Manual\GitLab-Onboarding-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Lectures\tutorials\CH05-GitLab-Project-Structure-Permissions-and-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MR\assets\.</a:t>
            </a:r>
            <a:r>
              <a:rPr lang="en-US" altLang="ko-KR" dirty="0" err="1"/>
              <a:t>gitlab</a:t>
            </a:r>
            <a:r>
              <a:rPr lang="en-US" altLang="ko-KR" dirty="0"/>
              <a:t>\</a:t>
            </a:r>
            <a:r>
              <a:rPr lang="en-US" altLang="ko-KR" dirty="0" err="1"/>
              <a:t>merge_request_templates</a:t>
            </a:r>
            <a:r>
              <a:rPr lang="en-US" altLang="ko-KR" dirty="0"/>
              <a:t>\standard.md" 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\.</a:t>
            </a:r>
            <a:r>
              <a:rPr lang="en-US" altLang="ko-KR" dirty="0" err="1"/>
              <a:t>gitlab</a:t>
            </a:r>
            <a:r>
              <a:rPr lang="en-US" altLang="ko-KR" dirty="0"/>
              <a:t>\</a:t>
            </a:r>
            <a:r>
              <a:rPr lang="en-US" altLang="ko-KR" b="1" dirty="0"/>
              <a:t>merge_request_templates\standard.md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Copy-Item "C:\Users\angpa\myProjects\Daily_Work\GitLab-Manual\GitLab-Onboarding-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Lectures\tutorials\CH05-GitLab-Project-Structure-Permissions-and-MR\assets\</a:t>
            </a:r>
            <a:r>
              <a:rPr lang="en-US" altLang="ko-KR" b="1" dirty="0"/>
              <a:t>CODEOWNERS</a:t>
            </a:r>
            <a:r>
              <a:rPr lang="en-US" altLang="ko-KR" dirty="0"/>
              <a:t>" 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\CODEOWNERS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Copy-Item "C:\Users\angpa\myProjects\Daily_Work\GitLab-Manual\GitLab-Onboarding-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Lectures\tutorials\CH05-GitLab-Project-Structure-Permissions-and-MR\assets\docs\</a:t>
            </a:r>
            <a:r>
              <a:rPr lang="en-US" altLang="ko-KR" b="1" dirty="0"/>
              <a:t>review-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b="1" dirty="0"/>
              <a:t>  checklist.m</a:t>
            </a:r>
            <a:r>
              <a:rPr lang="en-US" altLang="ko-KR" dirty="0"/>
              <a:t>d" .\docs\review-checklist.md </a:t>
            </a:r>
            <a:r>
              <a:rPr lang="ko-KR" altLang="en-US" dirty="0"/>
              <a:t>볼 때 확인할 기준입니다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git add .\.</a:t>
            </a:r>
            <a:r>
              <a:rPr lang="en-US" altLang="ko-KR" dirty="0" err="1"/>
              <a:t>gitlab</a:t>
            </a:r>
            <a:r>
              <a:rPr lang="en-US" altLang="ko-KR" dirty="0"/>
              <a:t> .\CODEOWNERS .\docs\review-checklist.md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git status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git diff –staged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git commit -m "docs: add MR standards and review checklist“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git push -u origin feature/</a:t>
            </a:r>
            <a:r>
              <a:rPr lang="en-US" altLang="ko-KR" dirty="0" err="1"/>
              <a:t>mr</a:t>
            </a:r>
            <a:r>
              <a:rPr lang="en-US" altLang="ko-KR" dirty="0"/>
              <a:t>-standards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git status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git branch -</a:t>
            </a:r>
            <a:r>
              <a:rPr lang="en-US" altLang="ko-KR" dirty="0" err="1"/>
              <a:t>vv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3902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0CC92-F9B7-FDEF-8E01-F27ABB0F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CODEOWNERS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974DC2-892C-85B1-4096-189ADD8C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CODEOWNERS</a:t>
            </a:r>
            <a:r>
              <a:rPr lang="ko-KR" altLang="en-US" dirty="0"/>
              <a:t>는 저장소 안에서 “이 파일이나 폴더는 누가 책임지고 </a:t>
            </a:r>
            <a:r>
              <a:rPr lang="en-US" altLang="ko-KR" dirty="0"/>
              <a:t>review</a:t>
            </a:r>
            <a:r>
              <a:rPr lang="ko-KR" altLang="en-US" dirty="0"/>
              <a:t>해야 </a:t>
            </a:r>
            <a:r>
              <a:rPr lang="ko-KR" altLang="en-US" dirty="0" err="1"/>
              <a:t>하는가”를</a:t>
            </a:r>
            <a:r>
              <a:rPr lang="ko-KR" altLang="en-US" dirty="0"/>
              <a:t> 선언하는 파일입니다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 예를 들어</a:t>
            </a:r>
            <a:r>
              <a:rPr lang="en-US" altLang="ko-KR" dirty="0"/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/docs/ @maintainers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/</a:t>
            </a:r>
            <a:r>
              <a:rPr lang="en-US" altLang="ko-KR" dirty="0" err="1"/>
              <a:t>src</a:t>
            </a:r>
            <a:r>
              <a:rPr lang="en-US" altLang="ko-KR" dirty="0"/>
              <a:t>/permissions.js @owners @maintainers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/tests/ @developers @maintainers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의미는 다음과 같습니다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- docs/ </a:t>
            </a:r>
            <a:r>
              <a:rPr lang="ko-KR" altLang="en-US" dirty="0"/>
              <a:t>아래 문서가 바뀌면 </a:t>
            </a:r>
            <a:r>
              <a:rPr lang="en-US" altLang="ko-KR" dirty="0"/>
              <a:t>@maintainers</a:t>
            </a:r>
            <a:r>
              <a:rPr lang="ko-KR" altLang="en-US" dirty="0"/>
              <a:t>가 봐야 한다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- </a:t>
            </a:r>
            <a:r>
              <a:rPr lang="en-US" altLang="ko-KR" dirty="0" err="1"/>
              <a:t>src</a:t>
            </a:r>
            <a:r>
              <a:rPr lang="en-US" altLang="ko-KR" dirty="0"/>
              <a:t>/permissions.js</a:t>
            </a:r>
            <a:r>
              <a:rPr lang="ko-KR" altLang="en-US" dirty="0"/>
              <a:t>처럼 권한 로직이 바뀌면 </a:t>
            </a:r>
            <a:r>
              <a:rPr lang="en-US" altLang="ko-KR" dirty="0"/>
              <a:t>@owners, @maintainers</a:t>
            </a:r>
            <a:r>
              <a:rPr lang="ko-KR" altLang="en-US" dirty="0"/>
              <a:t>가 봐야 한다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- tests/ </a:t>
            </a:r>
            <a:r>
              <a:rPr lang="ko-KR" altLang="en-US" dirty="0"/>
              <a:t>아래 테스트가 바뀌면 </a:t>
            </a:r>
            <a:r>
              <a:rPr lang="en-US" altLang="ko-KR" dirty="0"/>
              <a:t>@developers, @maintainers</a:t>
            </a:r>
            <a:r>
              <a:rPr lang="ko-KR" altLang="en-US" dirty="0"/>
              <a:t>가 봐야 한다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83A00-3B3E-5847-EC4F-D0940B2FDAD0}"/>
              </a:ext>
            </a:extLst>
          </p:cNvPr>
          <p:cNvSpPr txBox="1"/>
          <p:nvPr/>
        </p:nvSpPr>
        <p:spPr>
          <a:xfrm>
            <a:off x="5495668" y="767358"/>
            <a:ext cx="6786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GitLab</a:t>
            </a:r>
            <a:r>
              <a:rPr lang="ko-KR" altLang="en-US" dirty="0"/>
              <a:t> MR </a:t>
            </a:r>
            <a:r>
              <a:rPr lang="ko-KR" altLang="en-US" dirty="0" err="1"/>
              <a:t>review</a:t>
            </a:r>
            <a:r>
              <a:rPr lang="ko-KR" altLang="en-US" dirty="0"/>
              <a:t> 흐름과 연결될 수 있는 운영 규칙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17E95A-4C0D-E725-D0FA-94A8D9911EC6}"/>
              </a:ext>
            </a:extLst>
          </p:cNvPr>
          <p:cNvSpPr txBox="1"/>
          <p:nvPr/>
        </p:nvSpPr>
        <p:spPr>
          <a:xfrm>
            <a:off x="6626892" y="2354942"/>
            <a:ext cx="4726908" cy="2462213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 @maintainers </a:t>
            </a:r>
            <a:r>
              <a:rPr lang="en-US" altLang="ko-KR" sz="1100" dirty="0"/>
              <a:t>; </a:t>
            </a:r>
            <a:r>
              <a:rPr lang="ko-KR" altLang="en-US" sz="1100" dirty="0"/>
              <a:t>  @owners </a:t>
            </a:r>
            <a:r>
              <a:rPr lang="en-US" altLang="ko-KR" sz="1100" dirty="0"/>
              <a:t>;</a:t>
            </a:r>
            <a:r>
              <a:rPr lang="ko-KR" altLang="en-US" sz="1100" dirty="0"/>
              <a:t>  @developers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이 이름들이 실제 </a:t>
            </a:r>
            <a:r>
              <a:rPr lang="ko-KR" altLang="en-US" sz="1100" dirty="0" err="1"/>
              <a:t>GitLab</a:t>
            </a:r>
            <a:r>
              <a:rPr lang="ko-KR" altLang="en-US" sz="1100" dirty="0"/>
              <a:t> </a:t>
            </a:r>
            <a:r>
              <a:rPr lang="ko-KR" altLang="en-US" sz="1100" dirty="0" err="1"/>
              <a:t>user나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group이</a:t>
            </a:r>
            <a:r>
              <a:rPr lang="ko-KR" altLang="en-US" sz="1100" dirty="0"/>
              <a:t> 아니면 자동 지정이 제대로 작동하지 않을 수 있습니다.</a:t>
            </a:r>
          </a:p>
          <a:p>
            <a:r>
              <a:rPr lang="ko-KR" altLang="en-US" sz="1100" dirty="0"/>
              <a:t>  교육 자료에서는 역할을 설명하기 위한 </a:t>
            </a:r>
            <a:r>
              <a:rPr lang="ko-KR" altLang="en-US" sz="1100" dirty="0" err="1"/>
              <a:t>placeholder로</a:t>
            </a:r>
            <a:r>
              <a:rPr lang="ko-KR" altLang="en-US" sz="1100" dirty="0"/>
              <a:t> 볼 수 있습니다. 실제 프로젝트에서는 예를 들어 다음처럼 실제 계정이나 </a:t>
            </a:r>
            <a:r>
              <a:rPr lang="ko-KR" altLang="en-US" sz="1100" dirty="0" err="1"/>
              <a:t>group을</a:t>
            </a:r>
            <a:r>
              <a:rPr lang="ko-KR" altLang="en-US" sz="1100" dirty="0"/>
              <a:t> 써야 합니다.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* @Infant83</a:t>
            </a:r>
          </a:p>
          <a:p>
            <a:r>
              <a:rPr lang="ko-KR" altLang="en-US" sz="1100" dirty="0"/>
              <a:t>  또는 </a:t>
            </a:r>
            <a:r>
              <a:rPr lang="ko-KR" altLang="en-US" sz="1100" dirty="0" err="1"/>
              <a:t>group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project라면</a:t>
            </a:r>
            <a:r>
              <a:rPr lang="ko-KR" altLang="en-US" sz="1100" dirty="0"/>
              <a:t>:</a:t>
            </a:r>
          </a:p>
          <a:p>
            <a:r>
              <a:rPr lang="ko-KR" altLang="en-US" sz="1100" dirty="0"/>
              <a:t>  * @my-group/maintainers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모든 파일에 기본 </a:t>
            </a:r>
            <a:r>
              <a:rPr lang="ko-KR" altLang="en-US" sz="1100" dirty="0" err="1"/>
              <a:t>owner를</a:t>
            </a:r>
            <a:r>
              <a:rPr lang="ko-KR" altLang="en-US" sz="1100" dirty="0"/>
              <a:t> 주고 싶으면 맨 위에 이렇게 둘 수 있습니다.</a:t>
            </a:r>
          </a:p>
          <a:p>
            <a:r>
              <a:rPr lang="ko-KR" altLang="en-US" sz="1100" dirty="0"/>
              <a:t>  * @maintainers</a:t>
            </a:r>
          </a:p>
        </p:txBody>
      </p:sp>
    </p:spTree>
    <p:extLst>
      <p:ext uri="{BB962C8B-B14F-4D97-AF65-F5344CB8AC3E}">
        <p14:creationId xmlns:p14="http://schemas.microsoft.com/office/powerpoint/2010/main" val="1893636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6D2F5-8F9B-9CCD-D38D-4D06EF1A2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4. Merge</a:t>
            </a:r>
            <a:r>
              <a:rPr lang="ko-KR" altLang="en-US" dirty="0"/>
              <a:t> </a:t>
            </a:r>
            <a:r>
              <a:rPr lang="en-US" altLang="ko-KR" dirty="0"/>
              <a:t>request (MR)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8FEE1C-A09D-4412-AEB4-D726B5F6E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MR</a:t>
            </a:r>
            <a:r>
              <a:rPr lang="ko-KR" altLang="en-US" sz="2000" dirty="0"/>
              <a:t>은 “내 </a:t>
            </a:r>
            <a:r>
              <a:rPr lang="en-US" altLang="ko-KR" sz="2000" dirty="0"/>
              <a:t>branch</a:t>
            </a:r>
            <a:r>
              <a:rPr lang="ko-KR" altLang="en-US" sz="2000" dirty="0"/>
              <a:t>를 </a:t>
            </a:r>
            <a:r>
              <a:rPr lang="en-US" altLang="ko-KR" sz="2000" dirty="0"/>
              <a:t>main</a:t>
            </a:r>
            <a:r>
              <a:rPr lang="ko-KR" altLang="en-US" sz="2000" dirty="0"/>
              <a:t>에 합쳐 </a:t>
            </a:r>
            <a:r>
              <a:rPr lang="ko-KR" altLang="en-US" sz="2000" dirty="0" err="1"/>
              <a:t>주세요”라는</a:t>
            </a:r>
            <a:r>
              <a:rPr lang="ko-KR" altLang="en-US" sz="2000" dirty="0"/>
              <a:t> 요청</a:t>
            </a:r>
            <a:endParaRPr lang="en-US" altLang="ko-KR" sz="2000" dirty="0"/>
          </a:p>
          <a:p>
            <a:r>
              <a:rPr lang="en-US" altLang="ko-KR" sz="2000" dirty="0"/>
              <a:t> - Source branch: feature/</a:t>
            </a:r>
            <a:r>
              <a:rPr lang="en-US" altLang="ko-KR" sz="2000" dirty="0" err="1"/>
              <a:t>mr</a:t>
            </a:r>
            <a:r>
              <a:rPr lang="en-US" altLang="ko-KR" sz="2000" dirty="0"/>
              <a:t>-standards</a:t>
            </a:r>
          </a:p>
          <a:p>
            <a:r>
              <a:rPr lang="en-US" altLang="ko-KR" sz="2000" dirty="0"/>
              <a:t>  - Target branch: main</a:t>
            </a:r>
          </a:p>
          <a:p>
            <a:r>
              <a:rPr lang="ko-KR" altLang="en-US" sz="2000" dirty="0"/>
              <a:t>즉 </a:t>
            </a:r>
            <a:r>
              <a:rPr lang="en-US" altLang="ko-KR" sz="2000" dirty="0"/>
              <a:t>feature/</a:t>
            </a:r>
            <a:r>
              <a:rPr lang="en-US" altLang="ko-KR" sz="2000" dirty="0" err="1"/>
              <a:t>mr</a:t>
            </a:r>
            <a:r>
              <a:rPr lang="en-US" altLang="ko-KR" sz="2000" dirty="0"/>
              <a:t>-standards</a:t>
            </a:r>
            <a:r>
              <a:rPr lang="ko-KR" altLang="en-US" sz="2000" dirty="0"/>
              <a:t>의 세 파일을 </a:t>
            </a:r>
            <a:r>
              <a:rPr lang="en-US" altLang="ko-KR" sz="2000" dirty="0"/>
              <a:t>main</a:t>
            </a:r>
            <a:r>
              <a:rPr lang="ko-KR" altLang="en-US" sz="2000" dirty="0"/>
              <a:t>으로 반영하는 요청</a:t>
            </a:r>
            <a:endParaRPr lang="en-US" altLang="ko-KR" sz="2000" dirty="0"/>
          </a:p>
          <a:p>
            <a:r>
              <a:rPr lang="en-US" altLang="ko-KR" sz="2000" dirty="0"/>
              <a:t>1. </a:t>
            </a:r>
            <a:r>
              <a:rPr lang="ko-KR" altLang="en-US" sz="2000" dirty="0"/>
              <a:t>브라우저에서 아래 </a:t>
            </a:r>
            <a:r>
              <a:rPr lang="en-US" altLang="ko-KR" sz="2000" dirty="0"/>
              <a:t>URL</a:t>
            </a:r>
            <a:r>
              <a:rPr lang="ko-KR" altLang="en-US" sz="2000" dirty="0"/>
              <a:t>을 엽니다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2. MR </a:t>
            </a:r>
            <a:r>
              <a:rPr lang="ko-KR" altLang="en-US" sz="2000" dirty="0"/>
              <a:t>화면에서 확인하세요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3. Title</a:t>
            </a:r>
            <a:r>
              <a:rPr lang="ko-KR" altLang="en-US" sz="2000" dirty="0"/>
              <a:t>은 이렇게 둡니다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 </a:t>
            </a:r>
            <a:r>
              <a:rPr lang="en-US" altLang="ko-KR" sz="2000" dirty="0"/>
              <a:t>4. Description</a:t>
            </a:r>
            <a:r>
              <a:rPr lang="ko-KR" altLang="en-US" sz="2000" dirty="0"/>
              <a:t>에서 </a:t>
            </a:r>
            <a:r>
              <a:rPr lang="en-US" altLang="ko-KR" sz="2000" dirty="0"/>
              <a:t>template</a:t>
            </a:r>
            <a:r>
              <a:rPr lang="ko-KR" altLang="en-US" sz="2000" dirty="0"/>
              <a:t>을 선택할 수 있으면 </a:t>
            </a:r>
            <a:r>
              <a:rPr lang="en-US" altLang="ko-KR" sz="2000" dirty="0"/>
              <a:t>standard</a:t>
            </a:r>
            <a:r>
              <a:rPr lang="ko-KR" altLang="en-US" sz="2000" dirty="0"/>
              <a:t>를 선택하세요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5398D4-ABD4-A868-35EA-D6885A33A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660" y="5087134"/>
            <a:ext cx="7586007" cy="177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24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95E6A-9214-8EE3-BBB0-93D3F67B0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5. MR</a:t>
            </a:r>
            <a:r>
              <a:rPr lang="ko-KR" altLang="en-US" dirty="0"/>
              <a:t> 리뷰 화면 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C653A5-CD3A-2990-8BEE-1DBCE937B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commits tab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changes tab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code reviewer/approver/pipeline/comment …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8E47B7-8F2E-6BFA-45A5-743A13A62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055" y="1690688"/>
            <a:ext cx="5704781" cy="12843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1E6560D-8F32-FEB1-A6EF-5F5C60434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055" y="3168595"/>
            <a:ext cx="5196305" cy="14908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1B2210-6022-788A-83F3-4816CC3F1C17}"/>
              </a:ext>
            </a:extLst>
          </p:cNvPr>
          <p:cNvSpPr txBox="1"/>
          <p:nvPr/>
        </p:nvSpPr>
        <p:spPr>
          <a:xfrm>
            <a:off x="1183160" y="5458380"/>
            <a:ext cx="76395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 누가 리뷰했는가?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approval</a:t>
            </a:r>
            <a:r>
              <a:rPr lang="ko-KR" altLang="en-US" dirty="0"/>
              <a:t> </a:t>
            </a:r>
            <a:r>
              <a:rPr lang="ko-KR" altLang="en-US" dirty="0" err="1"/>
              <a:t>rule이</a:t>
            </a:r>
            <a:r>
              <a:rPr lang="ko-KR" altLang="en-US" dirty="0"/>
              <a:t> 필요한가?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pipeline</a:t>
            </a:r>
            <a:r>
              <a:rPr lang="ko-KR" altLang="en-US" dirty="0"/>
              <a:t> 없이 </a:t>
            </a:r>
            <a:r>
              <a:rPr lang="ko-KR" altLang="en-US" dirty="0" err="1"/>
              <a:t>merge해도</a:t>
            </a:r>
            <a:r>
              <a:rPr lang="ko-KR" altLang="en-US" dirty="0"/>
              <a:t> 되는 종류의 변경인가?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CODEOWNERS가</a:t>
            </a:r>
            <a:r>
              <a:rPr lang="ko-KR" altLang="en-US" dirty="0"/>
              <a:t> 실제 </a:t>
            </a:r>
            <a:r>
              <a:rPr lang="ko-KR" altLang="en-US" dirty="0" err="1"/>
              <a:t>GitLab</a:t>
            </a:r>
            <a:r>
              <a:rPr lang="ko-KR" altLang="en-US" dirty="0"/>
              <a:t> </a:t>
            </a:r>
            <a:r>
              <a:rPr lang="ko-KR" altLang="en-US" dirty="0" err="1"/>
              <a:t>user</a:t>
            </a:r>
            <a:r>
              <a:rPr lang="ko-KR" altLang="en-US" dirty="0"/>
              <a:t>/</a:t>
            </a:r>
            <a:r>
              <a:rPr lang="ko-KR" altLang="en-US" dirty="0" err="1"/>
              <a:t>group과</a:t>
            </a:r>
            <a:r>
              <a:rPr lang="ko-KR" altLang="en-US" dirty="0"/>
              <a:t> 연결되어 있는가?</a:t>
            </a:r>
          </a:p>
        </p:txBody>
      </p:sp>
    </p:spTree>
    <p:extLst>
      <p:ext uri="{BB962C8B-B14F-4D97-AF65-F5344CB8AC3E}">
        <p14:creationId xmlns:p14="http://schemas.microsoft.com/office/powerpoint/2010/main" val="2769774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C0FFC-724A-BBE2-D060-A6EFDB122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6. Reviewer </a:t>
            </a:r>
            <a:r>
              <a:rPr lang="ko-KR" altLang="en-US" dirty="0"/>
              <a:t>지정 관찰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8D71A-0154-27C9-12CC-790792D64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GitLab MR </a:t>
            </a:r>
            <a:r>
              <a:rPr lang="ko-KR" altLang="en-US" dirty="0"/>
              <a:t>오른쪽 </a:t>
            </a:r>
            <a:r>
              <a:rPr lang="en-US" altLang="ko-KR" dirty="0"/>
              <a:t>sidebar</a:t>
            </a:r>
            <a:r>
              <a:rPr lang="ko-KR" altLang="en-US" dirty="0"/>
              <a:t>에서 </a:t>
            </a:r>
            <a:r>
              <a:rPr lang="en-US" altLang="ko-KR" dirty="0"/>
              <a:t>Reviewers</a:t>
            </a:r>
            <a:r>
              <a:rPr lang="ko-KR" altLang="en-US" dirty="0"/>
              <a:t>의 </a:t>
            </a:r>
            <a:r>
              <a:rPr lang="en-US" altLang="ko-KR" dirty="0"/>
              <a:t>Edit</a:t>
            </a:r>
            <a:r>
              <a:rPr lang="ko-KR" altLang="en-US" dirty="0"/>
              <a:t>을 눌러 보세요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4ACE33-4FF8-7DA4-9C0C-1C110F870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444" y="2792262"/>
            <a:ext cx="4503461" cy="1284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774D64-134D-6E47-C549-0B7948987F0A}"/>
              </a:ext>
            </a:extLst>
          </p:cNvPr>
          <p:cNvSpPr txBox="1"/>
          <p:nvPr/>
        </p:nvSpPr>
        <p:spPr>
          <a:xfrm>
            <a:off x="838200" y="3203357"/>
            <a:ext cx="1100987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 정리하면: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Reviewer</a:t>
            </a:r>
            <a:r>
              <a:rPr lang="ko-KR" altLang="en-US" sz="1400" dirty="0"/>
              <a:t>: Hyun-Jung Kim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Approval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rule</a:t>
            </a:r>
            <a:r>
              <a:rPr lang="ko-KR" altLang="en-US" sz="1400" dirty="0"/>
              <a:t>: 아직 없음</a:t>
            </a:r>
          </a:p>
          <a:p>
            <a:r>
              <a:rPr lang="ko-KR" altLang="en-US" sz="1400" dirty="0"/>
              <a:t>  Pipeline: 없음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Merge</a:t>
            </a:r>
            <a:r>
              <a:rPr lang="ko-KR" altLang="en-US" sz="1400" dirty="0"/>
              <a:t> 가능 상태: </a:t>
            </a:r>
            <a:r>
              <a:rPr lang="ko-KR" altLang="en-US" sz="1400" dirty="0" err="1"/>
              <a:t>probably</a:t>
            </a:r>
            <a:r>
              <a:rPr lang="ko-KR" altLang="en-US" sz="1400" dirty="0"/>
              <a:t> </a:t>
            </a:r>
            <a:r>
              <a:rPr lang="ko-KR" altLang="en-US" sz="1400" dirty="0" err="1"/>
              <a:t>yes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/>
              <a:t>  여기서 핵심은 이것입니다.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Reviewer는</a:t>
            </a:r>
            <a:r>
              <a:rPr lang="ko-KR" altLang="en-US" sz="1400" dirty="0"/>
              <a:t> “이 사람이 봐 </a:t>
            </a:r>
            <a:r>
              <a:rPr lang="ko-KR" altLang="en-US" sz="1400" dirty="0" err="1"/>
              <a:t>주세요”라는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review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assignment입니다</a:t>
            </a:r>
            <a:r>
              <a:rPr lang="ko-KR" altLang="en-US" sz="1400" dirty="0"/>
              <a:t>.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Approver</a:t>
            </a:r>
            <a:r>
              <a:rPr lang="ko-KR" altLang="en-US" sz="1400" dirty="0"/>
              <a:t> 또는 </a:t>
            </a:r>
            <a:r>
              <a:rPr lang="ko-KR" altLang="en-US" sz="1400" dirty="0" err="1"/>
              <a:t>Approval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rule은</a:t>
            </a:r>
            <a:r>
              <a:rPr lang="ko-KR" altLang="en-US" sz="1400" dirty="0"/>
              <a:t> “이 조건을 만족해야 </a:t>
            </a:r>
            <a:r>
              <a:rPr lang="ko-KR" altLang="en-US" sz="1400" dirty="0" err="1"/>
              <a:t>merge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가능”이라는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merge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gate입니다</a:t>
            </a:r>
            <a:r>
              <a:rPr lang="ko-KR" altLang="en-US" sz="1400" dirty="0"/>
              <a:t>.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작은 개인 </a:t>
            </a:r>
            <a:r>
              <a:rPr lang="ko-KR" altLang="en-US" sz="1400" dirty="0" err="1"/>
              <a:t>project에서는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reviewer만</a:t>
            </a:r>
            <a:r>
              <a:rPr lang="ko-KR" altLang="en-US" sz="1400" dirty="0"/>
              <a:t> 있어도 </a:t>
            </a:r>
            <a:r>
              <a:rPr lang="ko-KR" altLang="en-US" sz="1400" dirty="0" err="1"/>
              <a:t>merge</a:t>
            </a:r>
            <a:r>
              <a:rPr lang="ko-KR" altLang="en-US" sz="1400" dirty="0"/>
              <a:t> 버튼이 살아 있을 수 있습니다. 팀 </a:t>
            </a:r>
            <a:r>
              <a:rPr lang="ko-KR" altLang="en-US" sz="1400" dirty="0" err="1"/>
              <a:t>project에</a:t>
            </a:r>
            <a:endParaRPr lang="ko-KR" altLang="en-US" sz="1400" dirty="0"/>
          </a:p>
          <a:p>
            <a:r>
              <a:rPr lang="ko-KR" altLang="en-US" sz="1400" dirty="0"/>
              <a:t>  서는 보통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 보호, </a:t>
            </a:r>
            <a:r>
              <a:rPr lang="ko-KR" altLang="en-US" sz="1400" dirty="0" err="1"/>
              <a:t>required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approval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pipeline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success</a:t>
            </a:r>
            <a:r>
              <a:rPr lang="ko-KR" altLang="en-US" sz="1400" dirty="0"/>
              <a:t> 같은 조건을 함께 둡니다.</a:t>
            </a:r>
          </a:p>
        </p:txBody>
      </p:sp>
    </p:spTree>
    <p:extLst>
      <p:ext uri="{BB962C8B-B14F-4D97-AF65-F5344CB8AC3E}">
        <p14:creationId xmlns:p14="http://schemas.microsoft.com/office/powerpoint/2010/main" val="2469612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38AAA-D8AC-392C-3C07-2BEB40D7D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7.</a:t>
            </a:r>
            <a:r>
              <a:rPr lang="ko-KR" altLang="en-US" dirty="0"/>
              <a:t> </a:t>
            </a:r>
            <a:r>
              <a:rPr lang="en-US" altLang="ko-KR" dirty="0"/>
              <a:t>Merge</a:t>
            </a:r>
            <a:r>
              <a:rPr lang="ko-KR" altLang="en-US" dirty="0"/>
              <a:t> 전 최종 판단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D592F5-47B3-A008-970B-65A4613E1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ko-KR" altLang="en-US" dirty="0"/>
              <a:t> 변경 범위</a:t>
            </a:r>
            <a:r>
              <a:rPr lang="en-US" altLang="ko-KR" dirty="0"/>
              <a:t>: CH05 </a:t>
            </a:r>
            <a:r>
              <a:rPr lang="ko-KR" altLang="en-US" dirty="0"/>
              <a:t>표준 파일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application logic </a:t>
            </a:r>
            <a:r>
              <a:rPr lang="ko-KR" altLang="en-US" dirty="0"/>
              <a:t>변경</a:t>
            </a:r>
            <a:r>
              <a:rPr lang="en-US" altLang="ko-KR" dirty="0"/>
              <a:t>: </a:t>
            </a:r>
            <a:r>
              <a:rPr lang="ko-KR" altLang="en-US" dirty="0"/>
              <a:t>없음</a:t>
            </a:r>
          </a:p>
          <a:p>
            <a:r>
              <a:rPr lang="ko-KR" altLang="en-US" dirty="0"/>
              <a:t>  테스트 영향</a:t>
            </a:r>
            <a:r>
              <a:rPr lang="en-US" altLang="ko-KR" dirty="0"/>
              <a:t>: </a:t>
            </a:r>
            <a:r>
              <a:rPr lang="ko-KR" altLang="en-US" dirty="0"/>
              <a:t>없음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review comment: </a:t>
            </a:r>
            <a:r>
              <a:rPr lang="ko-KR" altLang="en-US" dirty="0"/>
              <a:t>있음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reviewer: </a:t>
            </a:r>
            <a:r>
              <a:rPr lang="ko-KR" altLang="en-US" dirty="0"/>
              <a:t>지정됨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pipeline: </a:t>
            </a:r>
            <a:r>
              <a:rPr lang="ko-KR" altLang="en-US" dirty="0"/>
              <a:t>없음</a:t>
            </a:r>
            <a:r>
              <a:rPr lang="en-US" altLang="ko-KR" dirty="0"/>
              <a:t>, </a:t>
            </a:r>
            <a:r>
              <a:rPr lang="ko-KR" altLang="en-US" dirty="0"/>
              <a:t>허용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merge </a:t>
            </a:r>
            <a:r>
              <a:rPr lang="ko-KR" altLang="en-US" dirty="0"/>
              <a:t>옵션에서 아래가 보이는지 확인하세요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Delete source branch</a:t>
            </a:r>
          </a:p>
          <a:p>
            <a:r>
              <a:rPr lang="en-US" altLang="ko-KR" dirty="0"/>
              <a:t>  Squash commits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이번에는 </a:t>
            </a:r>
            <a:r>
              <a:rPr lang="en-US" altLang="ko-KR" dirty="0"/>
              <a:t>commit</a:t>
            </a:r>
            <a:r>
              <a:rPr lang="ko-KR" altLang="en-US" dirty="0"/>
              <a:t>이 </a:t>
            </a:r>
            <a:r>
              <a:rPr lang="ko-KR" altLang="en-US" dirty="0" err="1"/>
              <a:t>하나뿐이라</a:t>
            </a:r>
            <a:r>
              <a:rPr lang="ko-KR" altLang="en-US" dirty="0"/>
              <a:t> </a:t>
            </a:r>
            <a:r>
              <a:rPr lang="en-US" altLang="ko-KR" dirty="0"/>
              <a:t>Squash commits</a:t>
            </a:r>
            <a:r>
              <a:rPr lang="ko-KR" altLang="en-US" dirty="0"/>
              <a:t>는 크게 중요하지 않습니다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Delete source branch</a:t>
            </a:r>
            <a:r>
              <a:rPr lang="ko-KR" altLang="en-US" dirty="0"/>
              <a:t>는 켜도 됩니다</a:t>
            </a:r>
            <a:r>
              <a:rPr lang="en-US" altLang="ko-KR" dirty="0"/>
              <a:t>. </a:t>
            </a:r>
            <a:r>
              <a:rPr lang="ko-KR" altLang="en-US" dirty="0"/>
              <a:t>실습 </a:t>
            </a:r>
            <a:r>
              <a:rPr lang="en-US" altLang="ko-KR" dirty="0"/>
              <a:t>branch</a:t>
            </a:r>
            <a:r>
              <a:rPr lang="ko-KR" altLang="en-US" dirty="0"/>
              <a:t>는 </a:t>
            </a:r>
            <a:r>
              <a:rPr lang="en-US" altLang="ko-KR" dirty="0"/>
              <a:t>merge </a:t>
            </a:r>
            <a:r>
              <a:rPr lang="ko-KR" altLang="en-US" dirty="0"/>
              <a:t>후 보통 삭제해도 괜찮습니다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머지</a:t>
            </a:r>
            <a:r>
              <a:rPr lang="ko-KR" altLang="en-US" dirty="0"/>
              <a:t> 버튼 클릭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0F17D3-9C1B-21CA-F75F-A55C21BBB4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362" y="3584261"/>
            <a:ext cx="6373114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287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00EDB-4CC6-6999-54D7-0AD89A487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51" y="59855"/>
            <a:ext cx="10515600" cy="1325563"/>
          </a:xfrm>
        </p:spPr>
        <p:txBody>
          <a:bodyPr/>
          <a:lstStyle/>
          <a:p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8.</a:t>
            </a:r>
            <a:r>
              <a:rPr lang="ko-KR" altLang="en-US" dirty="0"/>
              <a:t> </a:t>
            </a:r>
            <a:r>
              <a:rPr lang="en-US" altLang="ko-KR" dirty="0"/>
              <a:t>main</a:t>
            </a:r>
            <a:r>
              <a:rPr lang="ko-KR" altLang="en-US" dirty="0"/>
              <a:t> </a:t>
            </a:r>
            <a:r>
              <a:rPr lang="en-US" altLang="ko-KR" dirty="0"/>
              <a:t>update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1640C7-F871-D552-934D-71A55C952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9380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git fetch --prune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이제 </a:t>
            </a:r>
            <a:r>
              <a:rPr lang="en-US" altLang="ko-KR" dirty="0"/>
              <a:t>local main</a:t>
            </a:r>
            <a:r>
              <a:rPr lang="ko-KR" altLang="en-US" dirty="0"/>
              <a:t>을 </a:t>
            </a:r>
            <a:r>
              <a:rPr lang="en-US" altLang="ko-KR" dirty="0"/>
              <a:t>GitLab</a:t>
            </a:r>
            <a:r>
              <a:rPr lang="ko-KR" altLang="en-US" dirty="0"/>
              <a:t>의 </a:t>
            </a:r>
            <a:r>
              <a:rPr lang="en-US" altLang="ko-KR" dirty="0"/>
              <a:t>main</a:t>
            </a:r>
            <a:r>
              <a:rPr lang="ko-KR" altLang="en-US" dirty="0"/>
              <a:t>과 맞춥시다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switch main</a:t>
            </a:r>
          </a:p>
          <a:p>
            <a:r>
              <a:rPr lang="en-US" altLang="ko-KR" dirty="0"/>
              <a:t>  git pull </a:t>
            </a:r>
            <a:r>
              <a:rPr lang="en-US" altLang="ko-KR" b="1" dirty="0"/>
              <a:t>--ff-only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--graph --all -8</a:t>
            </a:r>
          </a:p>
          <a:p>
            <a:endParaRPr lang="en-US" altLang="ko-KR" dirty="0"/>
          </a:p>
          <a:p>
            <a:r>
              <a:rPr lang="en-US" altLang="ko-KR" dirty="0"/>
              <a:t>git branch –d feature/</a:t>
            </a:r>
            <a:r>
              <a:rPr lang="en-US" altLang="ko-KR" dirty="0" err="1"/>
              <a:t>mr</a:t>
            </a:r>
            <a:r>
              <a:rPr lang="en-US" altLang="ko-KR" dirty="0"/>
              <a:t>-standards </a:t>
            </a:r>
          </a:p>
          <a:p>
            <a:r>
              <a:rPr lang="en-US" altLang="ko-KR" dirty="0"/>
              <a:t>git branch –</a:t>
            </a:r>
            <a:r>
              <a:rPr lang="en-US" altLang="ko-KR" dirty="0" err="1"/>
              <a:t>vv</a:t>
            </a:r>
            <a:endParaRPr lang="en-US" altLang="ko-KR" dirty="0"/>
          </a:p>
          <a:p>
            <a:r>
              <a:rPr lang="en-US" altLang="ko-KR" dirty="0"/>
              <a:t>git status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C7A85-4ABD-DB81-326D-4567B05BF69E}"/>
              </a:ext>
            </a:extLst>
          </p:cNvPr>
          <p:cNvSpPr txBox="1"/>
          <p:nvPr/>
        </p:nvSpPr>
        <p:spPr>
          <a:xfrm>
            <a:off x="8844349" y="559825"/>
            <a:ext cx="2857500" cy="16004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Remote:</a:t>
            </a:r>
            <a:br>
              <a:rPr lang="en-US" altLang="ko-KR" sz="1400" dirty="0"/>
            </a:br>
            <a:r>
              <a:rPr lang="en-US" altLang="ko-KR" sz="1400" dirty="0"/>
              <a:t>origin/feature-a ❌ (deleted)</a:t>
            </a:r>
            <a:br>
              <a:rPr lang="en-US" altLang="ko-KR" sz="1400" dirty="0"/>
            </a:br>
            <a:r>
              <a:rPr lang="en-US" altLang="ko-KR" sz="1400" dirty="0"/>
              <a:t>origin/feature-b ✔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Local after fetch --prune:</a:t>
            </a:r>
            <a:br>
              <a:rPr lang="en-US" altLang="ko-KR" sz="1400" dirty="0"/>
            </a:br>
            <a:r>
              <a:rPr lang="en-US" altLang="ko-KR" sz="1400" dirty="0"/>
              <a:t>origin/feature-a </a:t>
            </a:r>
            <a:r>
              <a:rPr lang="ko-KR" altLang="en-US" sz="1400" dirty="0"/>
              <a:t>🔥 </a:t>
            </a:r>
            <a:r>
              <a:rPr lang="en-US" altLang="ko-KR" sz="1400" dirty="0"/>
              <a:t>removed</a:t>
            </a:r>
            <a:br>
              <a:rPr lang="en-US" altLang="ko-KR" sz="1400" dirty="0"/>
            </a:br>
            <a:r>
              <a:rPr lang="en-US" altLang="ko-KR" sz="1400" dirty="0"/>
              <a:t>origin/feature-b ✔ updated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66EB5-3CA1-E291-68BF-55E30320BE23}"/>
              </a:ext>
            </a:extLst>
          </p:cNvPr>
          <p:cNvSpPr txBox="1"/>
          <p:nvPr/>
        </p:nvSpPr>
        <p:spPr>
          <a:xfrm>
            <a:off x="8844349" y="2252488"/>
            <a:ext cx="3308521" cy="144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(</a:t>
            </a:r>
            <a:r>
              <a:rPr lang="ko-KR" altLang="en-US" sz="1100" dirty="0" err="1"/>
              <a:t>base</a:t>
            </a:r>
            <a:r>
              <a:rPr lang="ko-KR" altLang="en-US" sz="1100" dirty="0"/>
              <a:t>) PS C:\Users\angpa\myProjects\Daily_Work\GitLab-Manual\Lecture_Prep\CH01\tutorial-collaboration-lab&gt; </a:t>
            </a:r>
            <a:r>
              <a:rPr lang="ko-KR" altLang="en-US" sz="1100" dirty="0" err="1"/>
              <a:t>git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branch</a:t>
            </a:r>
            <a:endParaRPr lang="ko-KR" altLang="en-US" sz="1100" dirty="0"/>
          </a:p>
          <a:p>
            <a:r>
              <a:rPr lang="ko-KR" altLang="en-US" sz="1100" dirty="0"/>
              <a:t>  </a:t>
            </a:r>
            <a:r>
              <a:rPr lang="ko-KR" altLang="en-US" sz="1100" dirty="0" err="1"/>
              <a:t>feature</a:t>
            </a:r>
            <a:r>
              <a:rPr lang="ko-KR" altLang="en-US" sz="1100" dirty="0"/>
              <a:t>/</a:t>
            </a:r>
            <a:r>
              <a:rPr lang="ko-KR" altLang="en-US" sz="1100" dirty="0" err="1"/>
              <a:t>branch-playbook</a:t>
            </a:r>
            <a:endParaRPr lang="ko-KR" altLang="en-US" sz="1100" dirty="0"/>
          </a:p>
          <a:p>
            <a:r>
              <a:rPr lang="ko-KR" altLang="en-US" sz="1100" dirty="0"/>
              <a:t>  </a:t>
            </a:r>
            <a:r>
              <a:rPr lang="ko-KR" altLang="en-US" sz="1100" dirty="0" err="1"/>
              <a:t>feature</a:t>
            </a:r>
            <a:r>
              <a:rPr lang="ko-KR" altLang="en-US" sz="1100" dirty="0"/>
              <a:t>/</a:t>
            </a:r>
            <a:r>
              <a:rPr lang="ko-KR" altLang="en-US" sz="1100" dirty="0" err="1"/>
              <a:t>feature-flags</a:t>
            </a:r>
            <a:endParaRPr lang="ko-KR" altLang="en-US" sz="1100" dirty="0"/>
          </a:p>
          <a:p>
            <a:r>
              <a:rPr lang="ko-KR" altLang="en-US" sz="1100" dirty="0"/>
              <a:t>  </a:t>
            </a:r>
            <a:r>
              <a:rPr lang="ko-KR" altLang="en-US" sz="1100" dirty="0" err="1"/>
              <a:t>feature</a:t>
            </a:r>
            <a:r>
              <a:rPr lang="ko-KR" altLang="en-US" sz="1100" dirty="0"/>
              <a:t>/</a:t>
            </a:r>
            <a:r>
              <a:rPr lang="ko-KR" altLang="en-US" sz="1100" dirty="0" err="1"/>
              <a:t>mr-standards</a:t>
            </a:r>
            <a:endParaRPr lang="ko-KR" altLang="en-US" sz="1100" dirty="0"/>
          </a:p>
          <a:p>
            <a:r>
              <a:rPr lang="ko-KR" altLang="en-US" sz="1100" dirty="0"/>
              <a:t>* </a:t>
            </a:r>
            <a:r>
              <a:rPr lang="ko-KR" altLang="en-US" sz="1100" dirty="0" err="1"/>
              <a:t>main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D5AF3-2C17-AB15-1DF8-53DBF7D8C611}"/>
              </a:ext>
            </a:extLst>
          </p:cNvPr>
          <p:cNvSpPr txBox="1"/>
          <p:nvPr/>
        </p:nvSpPr>
        <p:spPr>
          <a:xfrm>
            <a:off x="9015027" y="3833975"/>
            <a:ext cx="2967164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>fast-forward(FF) </a:t>
            </a:r>
            <a:r>
              <a:rPr lang="ko-KR" altLang="en-US" sz="1100" dirty="0"/>
              <a:t>가능한 경우에만 </a:t>
            </a:r>
            <a:r>
              <a:rPr lang="en-US" altLang="ko-KR" sz="1100" dirty="0"/>
              <a:t>pull</a:t>
            </a:r>
            <a:r>
              <a:rPr lang="ko-KR" altLang="en-US" sz="1100" dirty="0"/>
              <a:t>을 수행하고</a:t>
            </a:r>
            <a:r>
              <a:rPr lang="en-US" altLang="ko-KR" sz="1100" dirty="0"/>
              <a:t>, </a:t>
            </a:r>
            <a:r>
              <a:rPr lang="ko-KR" altLang="en-US" sz="1100" dirty="0"/>
              <a:t>그렇지 않으면 중단하는 안전 옵션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43320CE-F7C3-014B-8570-9873A404E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994" y="1375597"/>
            <a:ext cx="4643355" cy="80445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6B081BE-9BF8-BA5D-F6B2-3808FEA59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027" y="4901283"/>
            <a:ext cx="5778843" cy="62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99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26F6A-3D5A-54F4-3D18-1A49D239C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note: git pull </a:t>
            </a:r>
            <a:r>
              <a:rPr lang="en-US" altLang="ko-KR" b="1" dirty="0"/>
              <a:t>--ff-only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CFDC7B-943E-C1C2-0D22-790153491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9060"/>
            <a:ext cx="10515600" cy="4351338"/>
          </a:xfrm>
        </p:spPr>
        <p:txBody>
          <a:bodyPr/>
          <a:lstStyle/>
          <a:p>
            <a:r>
              <a:rPr lang="ko-KR" altLang="en-US" dirty="0"/>
              <a:t>내 로컬 </a:t>
            </a:r>
            <a:r>
              <a:rPr lang="ko-KR" altLang="en-US" dirty="0" err="1"/>
              <a:t>브랜치가</a:t>
            </a:r>
            <a:r>
              <a:rPr lang="ko-KR" altLang="en-US" dirty="0"/>
              <a:t> 단순히 뒤쳐져 있을 때만 업데이트 허용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1C5A21-0A30-FB8B-0342-FD8DB79A2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103" y="1805797"/>
            <a:ext cx="430015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fast-forward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가능 → 정상 업데이트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불가능 → ❌ 에러 발생 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안 함)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9200FAF-ED24-FFD4-660C-DD144DEE9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4" y="2864064"/>
            <a:ext cx="1924319" cy="5144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AA8F146-CC64-C7BE-6345-9ECA72587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611" y="2959327"/>
            <a:ext cx="1124107" cy="323895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0EB2155-7231-7E01-ABF7-7D7A15A61D7B}"/>
              </a:ext>
            </a:extLst>
          </p:cNvPr>
          <p:cNvCxnSpPr/>
          <p:nvPr/>
        </p:nvCxnSpPr>
        <p:spPr>
          <a:xfrm>
            <a:off x="3435178" y="3121275"/>
            <a:ext cx="10256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7B4198-3E00-02FD-85EA-419F726DD81B}"/>
              </a:ext>
            </a:extLst>
          </p:cNvPr>
          <p:cNvSpPr txBox="1"/>
          <p:nvPr/>
        </p:nvSpPr>
        <p:spPr>
          <a:xfrm>
            <a:off x="6381041" y="2913890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merge commit </a:t>
            </a:r>
            <a:r>
              <a:rPr lang="ko-KR" altLang="en-US" dirty="0"/>
              <a:t>없음 </a:t>
            </a:r>
            <a:r>
              <a:rPr lang="en-US" altLang="ko-KR" dirty="0"/>
              <a:t>; </a:t>
            </a:r>
            <a:r>
              <a:rPr lang="ko-KR" altLang="en-US" dirty="0"/>
              <a:t>히스토리 </a:t>
            </a:r>
            <a:r>
              <a:rPr lang="ko-KR" altLang="en-US" dirty="0" err="1"/>
              <a:t>깔끔해짐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D82AA5C-9B48-FA4C-8F94-BAE1FA07E0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4" y="4453247"/>
            <a:ext cx="1876687" cy="54300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57AA55F-3927-47DE-6BDA-5C2A7E9B09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218" y="4088095"/>
            <a:ext cx="2543530" cy="1162212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A69073D-4971-AC9E-DAA6-FAEE398E1C67}"/>
              </a:ext>
            </a:extLst>
          </p:cNvPr>
          <p:cNvCxnSpPr/>
          <p:nvPr/>
        </p:nvCxnSpPr>
        <p:spPr>
          <a:xfrm>
            <a:off x="3353696" y="4724747"/>
            <a:ext cx="10256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87E1711-0747-1387-231C-88606C73E535}"/>
              </a:ext>
            </a:extLst>
          </p:cNvPr>
          <p:cNvSpPr txBox="1"/>
          <p:nvPr/>
        </p:nvSpPr>
        <p:spPr>
          <a:xfrm>
            <a:off x="3063596" y="4811582"/>
            <a:ext cx="1605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일반 </a:t>
            </a:r>
            <a:r>
              <a:rPr lang="en-US" altLang="ko-KR" dirty="0"/>
              <a:t>git pull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94D69F-7CA3-6050-C563-16FB390FA2A9}"/>
              </a:ext>
            </a:extLst>
          </p:cNvPr>
          <p:cNvSpPr txBox="1"/>
          <p:nvPr/>
        </p:nvSpPr>
        <p:spPr>
          <a:xfrm>
            <a:off x="3079171" y="3223945"/>
            <a:ext cx="2052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git pull –ff-only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3C2EC8-388A-900B-F8CC-4D5321B8C7C4}"/>
              </a:ext>
            </a:extLst>
          </p:cNvPr>
          <p:cNvSpPr txBox="1"/>
          <p:nvPr/>
        </p:nvSpPr>
        <p:spPr>
          <a:xfrm>
            <a:off x="6381041" y="3280920"/>
            <a:ext cx="4972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CI / production / main branch</a:t>
            </a:r>
            <a:r>
              <a:rPr lang="ko-KR" altLang="en-US" dirty="0"/>
              <a:t>에서 자주 사용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4978D9-2F6D-A4BB-8FC2-0EB49F88D28E}"/>
              </a:ext>
            </a:extLst>
          </p:cNvPr>
          <p:cNvSpPr txBox="1"/>
          <p:nvPr/>
        </p:nvSpPr>
        <p:spPr>
          <a:xfrm>
            <a:off x="7379319" y="4355024"/>
            <a:ext cx="40298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600" dirty="0">
                <a:latin typeface="Courier New" panose="02070309020205020404" pitchFamily="49" charset="0"/>
              </a:rPr>
              <a:t>--ff-only </a:t>
            </a:r>
            <a:r>
              <a:rPr lang="ko-KR" altLang="en-US" sz="1600" dirty="0" err="1">
                <a:latin typeface="Courier New" panose="02070309020205020404" pitchFamily="49" charset="0"/>
              </a:rPr>
              <a:t>옵션시</a:t>
            </a:r>
            <a:r>
              <a:rPr lang="en-US" altLang="ko-KR" sz="1600" dirty="0"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US" altLang="ko-KR" sz="1600" dirty="0">
                <a:latin typeface="Courier New" panose="02070309020205020404" pitchFamily="49" charset="0"/>
              </a:rPr>
              <a:t>fatal: Not possible to fast-forward, aborting.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9E3C9A-AACB-F267-450A-010A1082E902}"/>
              </a:ext>
            </a:extLst>
          </p:cNvPr>
          <p:cNvSpPr txBox="1"/>
          <p:nvPr/>
        </p:nvSpPr>
        <p:spPr>
          <a:xfrm>
            <a:off x="7020973" y="5316766"/>
            <a:ext cx="62401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en-US" dirty="0">
                <a:latin typeface="Courier New" panose="02070309020205020404" pitchFamily="49" charset="0"/>
              </a:rPr>
              <a:t>대안</a:t>
            </a:r>
            <a:r>
              <a:rPr lang="en-US" altLang="ko-KR" dirty="0">
                <a:latin typeface="Courier New" panose="02070309020205020404" pitchFamily="49" charset="0"/>
              </a:rPr>
              <a:t>: </a:t>
            </a:r>
          </a:p>
          <a:p>
            <a:pPr rtl="0">
              <a:buNone/>
            </a:pPr>
            <a:r>
              <a:rPr lang="en-US" altLang="ko-KR" dirty="0">
                <a:latin typeface="Courier New" panose="02070309020205020404" pitchFamily="49" charset="0"/>
              </a:rPr>
              <a:t> git pull –rebase</a:t>
            </a:r>
          </a:p>
          <a:p>
            <a:pPr rtl="0">
              <a:buNone/>
            </a:pPr>
            <a:r>
              <a:rPr lang="en-US" altLang="ko-KR" dirty="0">
                <a:latin typeface="Courier New" panose="02070309020205020404" pitchFamily="49" charset="0"/>
              </a:rPr>
              <a:t> git fetch ; git</a:t>
            </a:r>
            <a:r>
              <a:rPr lang="ko-KR" altLang="en-US" dirty="0">
                <a:latin typeface="Courier New" panose="02070309020205020404" pitchFamily="49" charset="0"/>
              </a:rPr>
              <a:t> </a:t>
            </a:r>
            <a:r>
              <a:rPr lang="en-US" altLang="ko-KR" dirty="0">
                <a:latin typeface="Courier New" panose="02070309020205020404" pitchFamily="49" charset="0"/>
              </a:rPr>
              <a:t>merge</a:t>
            </a:r>
            <a:r>
              <a:rPr lang="ko-KR" altLang="en-US" dirty="0">
                <a:latin typeface="Courier New" panose="02070309020205020404" pitchFamily="49" charset="0"/>
              </a:rPr>
              <a:t> </a:t>
            </a:r>
            <a:r>
              <a:rPr lang="en-US" altLang="ko-KR" dirty="0">
                <a:latin typeface="Courier New" panose="02070309020205020404" pitchFamily="49" charset="0"/>
              </a:rPr>
              <a:t>origin/main</a:t>
            </a:r>
          </a:p>
          <a:p>
            <a:pPr rtl="0">
              <a:buNone/>
            </a:pPr>
            <a:r>
              <a:rPr lang="en-US" altLang="ko-KR" dirty="0">
                <a:latin typeface="Courier New" panose="02070309020205020404" pitchFamily="49" charset="0"/>
              </a:rPr>
              <a:t> git reset –hard origin/main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F605E26-8CA7-A14D-FA57-25BA761971DA}"/>
              </a:ext>
            </a:extLst>
          </p:cNvPr>
          <p:cNvSpPr/>
          <p:nvPr/>
        </p:nvSpPr>
        <p:spPr>
          <a:xfrm>
            <a:off x="838200" y="2026505"/>
            <a:ext cx="10974859" cy="1988525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5125FA2-2238-2D72-F2A8-C0BD5DBF1819}"/>
              </a:ext>
            </a:extLst>
          </p:cNvPr>
          <p:cNvSpPr/>
          <p:nvPr/>
        </p:nvSpPr>
        <p:spPr>
          <a:xfrm>
            <a:off x="893611" y="4095296"/>
            <a:ext cx="10974859" cy="2515569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921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58240-6D4C-1D2F-8EDE-1ED86620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CH05 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2C7EAA-B944-1EC5-C599-AA5E845CC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132"/>
            <a:ext cx="10515600" cy="5032375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feature branch </a:t>
            </a:r>
            <a:r>
              <a:rPr lang="ko-KR" altLang="en-US" dirty="0"/>
              <a:t>생성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-&gt; CH05 </a:t>
            </a:r>
            <a:r>
              <a:rPr lang="ko-KR" altLang="en-US" dirty="0"/>
              <a:t>표준 파일 </a:t>
            </a:r>
            <a:r>
              <a:rPr lang="en-US" altLang="ko-KR" dirty="0"/>
              <a:t>3</a:t>
            </a:r>
            <a:r>
              <a:rPr lang="ko-KR" altLang="en-US" dirty="0"/>
              <a:t>개 추가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-&gt; push -u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-&gt; GitLab MR </a:t>
            </a:r>
            <a:r>
              <a:rPr lang="ko-KR" altLang="en-US" dirty="0"/>
              <a:t>생성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-&gt; reviewer </a:t>
            </a:r>
            <a:r>
              <a:rPr lang="ko-KR" altLang="en-US" dirty="0"/>
              <a:t>지정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-&gt; review comment </a:t>
            </a:r>
            <a:r>
              <a:rPr lang="ko-KR" altLang="en-US" dirty="0"/>
              <a:t>작성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-&gt; merge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-&gt; local main pull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-&gt; local feature branch </a:t>
            </a:r>
            <a:r>
              <a:rPr lang="ko-KR" altLang="en-US" dirty="0"/>
              <a:t>정리</a:t>
            </a: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 다음은 </a:t>
            </a:r>
            <a:r>
              <a:rPr lang="en-US" altLang="ko-KR" dirty="0"/>
              <a:t>CH05</a:t>
            </a:r>
            <a:r>
              <a:rPr lang="ko-KR" altLang="en-US" dirty="0"/>
              <a:t>의 개념 점검입니다</a:t>
            </a:r>
            <a:r>
              <a:rPr lang="en-US" altLang="ko-KR" dirty="0"/>
              <a:t>. </a:t>
            </a:r>
            <a:r>
              <a:rPr lang="ko-KR" altLang="en-US" dirty="0"/>
              <a:t>짧게 답해 보세요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1. Reviewer</a:t>
            </a:r>
            <a:r>
              <a:rPr lang="ko-KR" altLang="en-US" dirty="0"/>
              <a:t>와 </a:t>
            </a:r>
            <a:r>
              <a:rPr lang="en-US" altLang="ko-KR" dirty="0"/>
              <a:t>Approver</a:t>
            </a:r>
            <a:r>
              <a:rPr lang="ko-KR" altLang="en-US" dirty="0"/>
              <a:t>의 차이는 무엇인가요</a:t>
            </a:r>
            <a:r>
              <a:rPr lang="en-US" altLang="ko-KR" dirty="0"/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Reviewer: </a:t>
            </a:r>
            <a:r>
              <a:rPr lang="ko-KR" altLang="en-US" dirty="0"/>
              <a:t>변경 내용을 읽고 </a:t>
            </a:r>
            <a:r>
              <a:rPr lang="en-US" altLang="ko-KR" dirty="0"/>
              <a:t>comment</a:t>
            </a:r>
            <a:r>
              <a:rPr lang="ko-KR" altLang="en-US" dirty="0"/>
              <a:t>를 남기는 검토자 </a:t>
            </a:r>
            <a:r>
              <a:rPr lang="en-US" altLang="ko-KR" dirty="0"/>
              <a:t>; Approver: </a:t>
            </a:r>
            <a:r>
              <a:rPr lang="ko-KR" altLang="en-US" dirty="0"/>
              <a:t>조직 규칙상 이 변경을 </a:t>
            </a:r>
            <a:r>
              <a:rPr lang="en-US" altLang="ko-KR" dirty="0"/>
              <a:t>main</a:t>
            </a:r>
            <a:r>
              <a:rPr lang="ko-KR" altLang="en-US" dirty="0"/>
              <a:t>에 반영해도 된다고 승인하는 역할</a:t>
            </a: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2. Ready to merge</a:t>
            </a:r>
            <a:r>
              <a:rPr lang="ko-KR" altLang="en-US" dirty="0"/>
              <a:t>가 보여도 바로 </a:t>
            </a:r>
            <a:r>
              <a:rPr lang="en-US" altLang="ko-KR" dirty="0"/>
              <a:t>merge</a:t>
            </a:r>
            <a:r>
              <a:rPr lang="ko-KR" altLang="en-US" dirty="0"/>
              <a:t>하면 안 될 수 있는 이유는 무엇인가요</a:t>
            </a:r>
            <a:r>
              <a:rPr lang="en-US" altLang="ko-KR" dirty="0"/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Ready to merge: GitLab</a:t>
            </a:r>
            <a:r>
              <a:rPr lang="ko-KR" altLang="en-US" dirty="0"/>
              <a:t>이 막고 있는 조건이 없다는 뜻이지</a:t>
            </a:r>
            <a:r>
              <a:rPr lang="en-US" altLang="ko-KR" dirty="0"/>
              <a:t>, </a:t>
            </a:r>
            <a:r>
              <a:rPr lang="ko-KR" altLang="en-US" dirty="0"/>
              <a:t>리뷰가 충분하다는 뜻은 아님</a:t>
            </a: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3. CODEOWNERS </a:t>
            </a:r>
            <a:r>
              <a:rPr lang="ko-KR" altLang="en-US" dirty="0"/>
              <a:t>파일은 무엇을 위해 두나요</a:t>
            </a:r>
            <a:r>
              <a:rPr lang="en-US" altLang="ko-KR" dirty="0"/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CODEOWNERS: </a:t>
            </a:r>
            <a:r>
              <a:rPr lang="ko-KR" altLang="en-US" dirty="0"/>
              <a:t>파일</a:t>
            </a:r>
            <a:r>
              <a:rPr lang="en-US" altLang="ko-KR" dirty="0"/>
              <a:t>/</a:t>
            </a:r>
            <a:r>
              <a:rPr lang="ko-KR" altLang="en-US" dirty="0"/>
              <a:t>경로별 </a:t>
            </a:r>
            <a:r>
              <a:rPr lang="en-US" altLang="ko-KR" dirty="0"/>
              <a:t>review </a:t>
            </a:r>
            <a:r>
              <a:rPr lang="ko-KR" altLang="en-US" dirty="0"/>
              <a:t>책임자를 기록하는 파일</a:t>
            </a:r>
            <a:r>
              <a:rPr lang="en-US" altLang="ko-KR" dirty="0"/>
              <a:t>. </a:t>
            </a:r>
            <a:r>
              <a:rPr lang="ko-KR" altLang="en-US" dirty="0"/>
              <a:t>실제 </a:t>
            </a:r>
            <a:r>
              <a:rPr lang="en-US" altLang="ko-KR" dirty="0"/>
              <a:t>approval gate</a:t>
            </a:r>
            <a:r>
              <a:rPr lang="ko-KR" altLang="en-US" dirty="0"/>
              <a:t>가 되려면 </a:t>
            </a:r>
            <a:r>
              <a:rPr lang="en-US" altLang="ko-KR" dirty="0"/>
              <a:t>GitLab user/group</a:t>
            </a:r>
            <a:r>
              <a:rPr lang="ko-KR" altLang="en-US" dirty="0"/>
              <a:t>과 </a:t>
            </a:r>
            <a:r>
              <a:rPr lang="en-US" altLang="ko-KR" dirty="0"/>
              <a:t>approval rule</a:t>
            </a:r>
            <a:r>
              <a:rPr lang="ko-KR" altLang="en-US" dirty="0"/>
              <a:t>이 연결되어야 함</a:t>
            </a: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4. Pipeline: none</a:t>
            </a:r>
            <a:r>
              <a:rPr lang="ko-KR" altLang="en-US" dirty="0"/>
              <a:t>은 이번 </a:t>
            </a:r>
            <a:r>
              <a:rPr lang="en-US" altLang="ko-KR" dirty="0"/>
              <a:t>CH05</a:t>
            </a:r>
            <a:r>
              <a:rPr lang="ko-KR" altLang="en-US" dirty="0"/>
              <a:t>에서 왜 문제가 아니었나요</a:t>
            </a:r>
            <a:r>
              <a:rPr lang="en-US" altLang="ko-KR" dirty="0"/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Pipeline: none: </a:t>
            </a:r>
            <a:r>
              <a:rPr lang="ko-KR" altLang="en-US" dirty="0"/>
              <a:t>이번에는 </a:t>
            </a:r>
            <a:r>
              <a:rPr lang="en-US" altLang="ko-KR" dirty="0"/>
              <a:t>.</a:t>
            </a:r>
            <a:r>
              <a:rPr lang="en-US" altLang="ko-KR" dirty="0" err="1"/>
              <a:t>gitlab-ci.yml</a:t>
            </a:r>
            <a:r>
              <a:rPr lang="ko-KR" altLang="en-US" dirty="0"/>
              <a:t>이 아직 없고 </a:t>
            </a:r>
            <a:r>
              <a:rPr lang="ko-KR" altLang="en-US" dirty="0" err="1"/>
              <a:t>문서성</a:t>
            </a:r>
            <a:r>
              <a:rPr lang="ko-KR" altLang="en-US" dirty="0"/>
              <a:t> 변경이라 괜찮았음</a:t>
            </a:r>
            <a:r>
              <a:rPr lang="en-US" altLang="ko-KR" dirty="0"/>
              <a:t>. CH07</a:t>
            </a:r>
            <a:r>
              <a:rPr lang="ko-KR" altLang="en-US" dirty="0"/>
              <a:t>에서 </a:t>
            </a:r>
            <a:r>
              <a:rPr lang="en-US" altLang="ko-KR" dirty="0"/>
              <a:t>CI </a:t>
            </a:r>
            <a:r>
              <a:rPr lang="ko-KR" altLang="en-US" dirty="0"/>
              <a:t>를 붙이면 달라집니다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5. MR merge </a:t>
            </a:r>
            <a:r>
              <a:rPr lang="ko-KR" altLang="en-US" dirty="0"/>
              <a:t>후 </a:t>
            </a:r>
            <a:r>
              <a:rPr lang="en-US" altLang="ko-KR" dirty="0"/>
              <a:t>local</a:t>
            </a:r>
            <a:r>
              <a:rPr lang="ko-KR" altLang="en-US" dirty="0"/>
              <a:t>에서 </a:t>
            </a:r>
            <a:r>
              <a:rPr lang="en-US" altLang="ko-KR" dirty="0"/>
              <a:t>git pull --ff-only</a:t>
            </a:r>
            <a:r>
              <a:rPr lang="ko-KR" altLang="en-US" dirty="0"/>
              <a:t>를 한 이유는 무엇인가요</a:t>
            </a:r>
            <a:r>
              <a:rPr lang="en-US" altLang="ko-KR" dirty="0"/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git pull --ff-only: remote main</a:t>
            </a:r>
            <a:r>
              <a:rPr lang="ko-KR" altLang="en-US" dirty="0"/>
              <a:t>의 </a:t>
            </a:r>
            <a:r>
              <a:rPr lang="en-US" altLang="ko-KR" dirty="0"/>
              <a:t>merge commit</a:t>
            </a:r>
            <a:r>
              <a:rPr lang="ko-KR" altLang="en-US" dirty="0"/>
              <a:t>을 </a:t>
            </a:r>
            <a:r>
              <a:rPr lang="en-US" altLang="ko-KR" dirty="0"/>
              <a:t>local main</a:t>
            </a:r>
            <a:r>
              <a:rPr lang="ko-KR" altLang="en-US" dirty="0"/>
              <a:t>에 반영하되</a:t>
            </a:r>
            <a:r>
              <a:rPr lang="en-US" altLang="ko-KR" dirty="0"/>
              <a:t>, local history</a:t>
            </a:r>
            <a:r>
              <a:rPr lang="ko-KR" altLang="en-US" dirty="0"/>
              <a:t>가 갈라져 있으면 자동 </a:t>
            </a:r>
            <a:r>
              <a:rPr lang="en-US" altLang="ko-KR" dirty="0"/>
              <a:t>merge</a:t>
            </a:r>
            <a:r>
              <a:rPr lang="ko-KR" altLang="en-US" dirty="0"/>
              <a:t>하지 않고 멈추게 하는 안전장치입니다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7864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3904</Words>
  <Application>Microsoft Office PowerPoint</Application>
  <PresentationFormat>와이드스크린</PresentationFormat>
  <Paragraphs>601</Paragraphs>
  <Slides>13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Courier New</vt:lpstr>
      <vt:lpstr>Office 테마</vt:lpstr>
      <vt:lpstr>Ch05 GitLab Project Structure, Permissions, and MR</vt:lpstr>
      <vt:lpstr>CH05 GitLab:협업 운영 시스템</vt:lpstr>
      <vt:lpstr>GitLab:협업 운영 시스템</vt:lpstr>
      <vt:lpstr>Step 1. New branch</vt:lpstr>
      <vt:lpstr>Step 2,3. Ch05 파일 복사 + push</vt:lpstr>
      <vt:lpstr>CODEOWNERS</vt:lpstr>
      <vt:lpstr>Step 4. Merge request (MR)</vt:lpstr>
      <vt:lpstr>Step 5. MR 리뷰 화면 점검</vt:lpstr>
      <vt:lpstr>Step 6. Reviewer 지정 관찰</vt:lpstr>
      <vt:lpstr>Step 7. Merge 전 최종 판단</vt:lpstr>
      <vt:lpstr>Step 8. main update</vt:lpstr>
      <vt:lpstr>note: git pull --ff-only</vt:lpstr>
      <vt:lpstr>CH05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Hyun-Jung Kim</dc:creator>
  <cp:lastModifiedBy>Hyun-Jung Kim</cp:lastModifiedBy>
  <cp:revision>4</cp:revision>
  <dcterms:created xsi:type="dcterms:W3CDTF">2026-04-27T14:58:25Z</dcterms:created>
  <dcterms:modified xsi:type="dcterms:W3CDTF">2026-04-27T18:13:20Z</dcterms:modified>
</cp:coreProperties>
</file>